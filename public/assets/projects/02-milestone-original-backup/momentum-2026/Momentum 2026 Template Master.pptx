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893" r:id="rId5"/>
  </p:sldMasterIdLst>
  <p:notesMasterIdLst>
    <p:notesMasterId r:id="rId30"/>
  </p:notesMasterIdLst>
  <p:handoutMasterIdLst>
    <p:handoutMasterId r:id="rId31"/>
  </p:handoutMasterIdLst>
  <p:sldIdLst>
    <p:sldId id="480" r:id="rId6"/>
    <p:sldId id="481" r:id="rId7"/>
    <p:sldId id="482" r:id="rId8"/>
    <p:sldId id="502" r:id="rId9"/>
    <p:sldId id="504" r:id="rId10"/>
    <p:sldId id="505" r:id="rId11"/>
    <p:sldId id="506" r:id="rId12"/>
    <p:sldId id="507" r:id="rId13"/>
    <p:sldId id="483" r:id="rId14"/>
    <p:sldId id="494" r:id="rId15"/>
    <p:sldId id="484" r:id="rId16"/>
    <p:sldId id="485" r:id="rId17"/>
    <p:sldId id="486" r:id="rId18"/>
    <p:sldId id="493" r:id="rId19"/>
    <p:sldId id="490" r:id="rId20"/>
    <p:sldId id="487" r:id="rId21"/>
    <p:sldId id="478" r:id="rId22"/>
    <p:sldId id="495" r:id="rId23"/>
    <p:sldId id="496" r:id="rId24"/>
    <p:sldId id="497" r:id="rId25"/>
    <p:sldId id="499" r:id="rId26"/>
    <p:sldId id="500" r:id="rId27"/>
    <p:sldId id="501" r:id="rId28"/>
    <p:sldId id="498" r:id="rId2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2F4BBCE-E90C-4D12-94D9-CDB281818A58}">
          <p14:sldIdLst>
            <p14:sldId id="480"/>
            <p14:sldId id="481"/>
            <p14:sldId id="482"/>
            <p14:sldId id="502"/>
            <p14:sldId id="504"/>
            <p14:sldId id="505"/>
            <p14:sldId id="506"/>
            <p14:sldId id="507"/>
            <p14:sldId id="483"/>
            <p14:sldId id="494"/>
            <p14:sldId id="484"/>
            <p14:sldId id="485"/>
            <p14:sldId id="486"/>
            <p14:sldId id="493"/>
            <p14:sldId id="490"/>
            <p14:sldId id="487"/>
            <p14:sldId id="478"/>
          </p14:sldIdLst>
        </p14:section>
        <p14:section name="White Slides" id="{716F9193-3B99-4DF4-9E0A-6C7DD0C8D5DA}">
          <p14:sldIdLst>
            <p14:sldId id="495"/>
            <p14:sldId id="496"/>
            <p14:sldId id="497"/>
            <p14:sldId id="499"/>
            <p14:sldId id="500"/>
            <p14:sldId id="501"/>
            <p14:sldId id="4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0000"/>
    <a:srgbClr val="A1C8F5"/>
    <a:srgbClr val="002246"/>
    <a:srgbClr val="FFFFFF"/>
    <a:srgbClr val="FBCD3A"/>
    <a:srgbClr val="898D8D"/>
    <a:srgbClr val="F1F6F7"/>
    <a:srgbClr val="C6DBDF"/>
    <a:srgbClr val="FABD2D"/>
    <a:srgbClr val="FACA2B"/>
  </p:clrMru>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6"/>
  </p:normalViewPr>
  <p:slideViewPr>
    <p:cSldViewPr snapToGrid="0">
      <p:cViewPr varScale="1">
        <p:scale>
          <a:sx n="120" d="100"/>
          <a:sy n="120" d="100"/>
        </p:scale>
        <p:origin x="800"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Nathanael" userId="ababd452-b83d-4efc-82b2-68a276a1be21" providerId="ADAL" clId="{B19FD97C-E2FF-52F6-BCD0-69BB7119BE2C}"/>
    <pc:docChg chg="custSel modSld">
      <pc:chgData name="Kenneth Nathanael" userId="ababd452-b83d-4efc-82b2-68a276a1be21" providerId="ADAL" clId="{B19FD97C-E2FF-52F6-BCD0-69BB7119BE2C}" dt="2026-06-07T14:29:57.989" v="0" actId="478"/>
      <pc:docMkLst>
        <pc:docMk/>
      </pc:docMkLst>
      <pc:sldChg chg="delSp mod">
        <pc:chgData name="Kenneth Nathanael" userId="ababd452-b83d-4efc-82b2-68a276a1be21" providerId="ADAL" clId="{B19FD97C-E2FF-52F6-BCD0-69BB7119BE2C}" dt="2026-06-07T14:29:57.989" v="0" actId="478"/>
        <pc:sldMkLst>
          <pc:docMk/>
          <pc:sldMk cId="447256505" sldId="480"/>
        </pc:sldMkLst>
        <pc:spChg chg="del">
          <ac:chgData name="Kenneth Nathanael" userId="ababd452-b83d-4efc-82b2-68a276a1be21" providerId="ADAL" clId="{B19FD97C-E2FF-52F6-BCD0-69BB7119BE2C}" dt="2026-06-07T14:29:57.989" v="0" actId="478"/>
          <ac:spMkLst>
            <pc:docMk/>
            <pc:sldMk cId="447256505" sldId="480"/>
            <ac:spMk id="2" creationId="{34224C09-82D6-2590-A4F9-EDB244B472D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FD306B-99DE-83C2-E896-514B3113AA3E}"/>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latin typeface="Trade Gothic Next" panose="020B0503040303020004" pitchFamily="34" charset="0"/>
            </a:endParaRPr>
          </a:p>
        </p:txBody>
      </p:sp>
      <p:sp>
        <p:nvSpPr>
          <p:cNvPr id="3" name="Date Placeholder 2">
            <a:extLst>
              <a:ext uri="{FF2B5EF4-FFF2-40B4-BE49-F238E27FC236}">
                <a16:creationId xmlns:a16="http://schemas.microsoft.com/office/drawing/2014/main" id="{B1A228BD-38BE-7183-7E9D-8934AC70C21E}"/>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080CAD6B-295B-4A81-9BE7-B88A5A069667}" type="datetimeFigureOut">
              <a:rPr lang="en-US" smtClean="0">
                <a:latin typeface="Trade Gothic Next" panose="020B0503040303020004" pitchFamily="34" charset="0"/>
              </a:rPr>
              <a:t>6/7/26</a:t>
            </a:fld>
            <a:endParaRPr lang="en-US">
              <a:latin typeface="Trade Gothic Next" panose="020B0503040303020004" pitchFamily="34" charset="0"/>
            </a:endParaRPr>
          </a:p>
        </p:txBody>
      </p:sp>
      <p:sp>
        <p:nvSpPr>
          <p:cNvPr id="4" name="Footer Placeholder 3">
            <a:extLst>
              <a:ext uri="{FF2B5EF4-FFF2-40B4-BE49-F238E27FC236}">
                <a16:creationId xmlns:a16="http://schemas.microsoft.com/office/drawing/2014/main" id="{2AB8E65C-010D-6374-4F20-5E272A41D8C2}"/>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latin typeface="Trade Gothic Next" panose="020B0503040303020004" pitchFamily="34" charset="0"/>
            </a:endParaRPr>
          </a:p>
        </p:txBody>
      </p:sp>
      <p:sp>
        <p:nvSpPr>
          <p:cNvPr id="5" name="Slide Number Placeholder 4">
            <a:extLst>
              <a:ext uri="{FF2B5EF4-FFF2-40B4-BE49-F238E27FC236}">
                <a16:creationId xmlns:a16="http://schemas.microsoft.com/office/drawing/2014/main" id="{A6D4C099-250F-8E73-0A92-B010DA827861}"/>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68B13315-4D6B-4E63-B7F8-AAFB7C63220C}" type="slidenum">
              <a:rPr lang="en-US" smtClean="0">
                <a:latin typeface="Trade Gothic Next" panose="020B0503040303020004" pitchFamily="34" charset="0"/>
              </a:rPr>
              <a:t>‹#›</a:t>
            </a:fld>
            <a:endParaRPr lang="en-US">
              <a:latin typeface="Trade Gothic Next" panose="020B0503040303020004" pitchFamily="34" charset="0"/>
            </a:endParaRPr>
          </a:p>
        </p:txBody>
      </p:sp>
    </p:spTree>
    <p:extLst>
      <p:ext uri="{BB962C8B-B14F-4D97-AF65-F5344CB8AC3E}">
        <p14:creationId xmlns:p14="http://schemas.microsoft.com/office/powerpoint/2010/main" val="222985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atin typeface="Trade Gothic Next" panose="020B05030403030200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atin typeface="Trade Gothic Next" panose="020B0503040303020004" pitchFamily="34" charset="0"/>
              </a:defRPr>
            </a:lvl1pPr>
          </a:lstStyle>
          <a:p>
            <a:fld id="{66F7B8A1-F40E-4D53-B9B7-2903CBBDAA8D}" type="datetimeFigureOut">
              <a:rPr lang="en-US" smtClean="0"/>
              <a:pPr/>
              <a:t>6/7/26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atin typeface="Trade Gothic Next" panose="020B0503040303020004" pitchFamily="34" charset="0"/>
              </a:defRPr>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atin typeface="Trade Gothic Next" panose="020B0503040303020004" pitchFamily="34" charset="0"/>
              </a:defRPr>
            </a:lvl1pPr>
          </a:lstStyle>
          <a:p>
            <a:fld id="{58D4D8E5-FFD9-415C-A096-41C57C13CE39}" type="slidenum">
              <a:rPr lang="en-US" smtClean="0"/>
              <a:pPr/>
              <a:t>‹#›</a:t>
            </a:fld>
            <a:endParaRPr lang="en-US"/>
          </a:p>
        </p:txBody>
      </p:sp>
    </p:spTree>
    <p:extLst>
      <p:ext uri="{BB962C8B-B14F-4D97-AF65-F5344CB8AC3E}">
        <p14:creationId xmlns:p14="http://schemas.microsoft.com/office/powerpoint/2010/main" val="2341264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rade Gothic Next" panose="020B0503040303020004" pitchFamily="34" charset="0"/>
        <a:ea typeface="+mn-ea"/>
        <a:cs typeface="+mn-cs"/>
      </a:defRPr>
    </a:lvl1pPr>
    <a:lvl2pPr marL="457200" algn="l" defTabSz="914400" rtl="0" eaLnBrk="1" latinLnBrk="0" hangingPunct="1">
      <a:defRPr sz="1200" kern="1200">
        <a:solidFill>
          <a:schemeClr val="tx1"/>
        </a:solidFill>
        <a:latin typeface="Trade Gothic Next" panose="020B0503040303020004" pitchFamily="34" charset="0"/>
        <a:ea typeface="+mn-ea"/>
        <a:cs typeface="+mn-cs"/>
      </a:defRPr>
    </a:lvl2pPr>
    <a:lvl3pPr marL="914400" algn="l" defTabSz="914400" rtl="0" eaLnBrk="1" latinLnBrk="0" hangingPunct="1">
      <a:defRPr sz="1200" kern="1200">
        <a:solidFill>
          <a:schemeClr val="tx1"/>
        </a:solidFill>
        <a:latin typeface="Trade Gothic Next" panose="020B0503040303020004" pitchFamily="34" charset="0"/>
        <a:ea typeface="+mn-ea"/>
        <a:cs typeface="+mn-cs"/>
      </a:defRPr>
    </a:lvl3pPr>
    <a:lvl4pPr marL="1371600" algn="l" defTabSz="914400" rtl="0" eaLnBrk="1" latinLnBrk="0" hangingPunct="1">
      <a:defRPr sz="1200" kern="1200">
        <a:solidFill>
          <a:schemeClr val="tx1"/>
        </a:solidFill>
        <a:latin typeface="Trade Gothic Next" panose="020B0503040303020004" pitchFamily="34" charset="0"/>
        <a:ea typeface="+mn-ea"/>
        <a:cs typeface="+mn-cs"/>
      </a:defRPr>
    </a:lvl4pPr>
    <a:lvl5pPr marL="1828800" algn="l" defTabSz="914400" rtl="0" eaLnBrk="1" latinLnBrk="0" hangingPunct="1">
      <a:defRPr sz="1200" kern="1200">
        <a:solidFill>
          <a:schemeClr val="tx1"/>
        </a:solidFill>
        <a:latin typeface="Trade Gothic Next" panose="020B05030403030200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D4D8E5-FFD9-415C-A096-41C57C13CE39}" type="slidenum">
              <a:rPr lang="en-US" smtClean="0"/>
              <a:pPr/>
              <a:t>1</a:t>
            </a:fld>
            <a:endParaRPr lang="en-US"/>
          </a:p>
        </p:txBody>
      </p:sp>
    </p:spTree>
    <p:extLst>
      <p:ext uri="{BB962C8B-B14F-4D97-AF65-F5344CB8AC3E}">
        <p14:creationId xmlns:p14="http://schemas.microsoft.com/office/powerpoint/2010/main" val="1302450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D4D8E5-FFD9-415C-A096-41C57C13CE39}" type="slidenum">
              <a:rPr lang="en-US" smtClean="0"/>
              <a:pPr/>
              <a:t>17</a:t>
            </a:fld>
            <a:endParaRPr lang="en-US"/>
          </a:p>
        </p:txBody>
      </p:sp>
    </p:spTree>
    <p:extLst>
      <p:ext uri="{BB962C8B-B14F-4D97-AF65-F5344CB8AC3E}">
        <p14:creationId xmlns:p14="http://schemas.microsoft.com/office/powerpoint/2010/main" val="3667000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C0703-A5A3-C422-BE58-3C771A929AEF}"/>
              </a:ext>
            </a:extLst>
          </p:cNvPr>
          <p:cNvSpPr>
            <a:spLocks noGrp="1"/>
          </p:cNvSpPr>
          <p:nvPr>
            <p:ph type="title" hasCustomPrompt="1"/>
          </p:nvPr>
        </p:nvSpPr>
        <p:spPr/>
        <p:txBody>
          <a:bodyPr/>
          <a:lstStyle>
            <a:lvl1pPr>
              <a:defRPr/>
            </a:lvl1pPr>
          </a:lstStyle>
          <a:p>
            <a:r>
              <a:rPr lang="en-US"/>
              <a:t>Legal Disclaimer</a:t>
            </a:r>
          </a:p>
        </p:txBody>
      </p:sp>
      <p:sp>
        <p:nvSpPr>
          <p:cNvPr id="3" name="Date Placeholder 2">
            <a:extLst>
              <a:ext uri="{FF2B5EF4-FFF2-40B4-BE49-F238E27FC236}">
                <a16:creationId xmlns:a16="http://schemas.microsoft.com/office/drawing/2014/main" id="{E584FC2A-6BBC-C5CD-C990-90BF02EFC99D}"/>
              </a:ext>
            </a:extLst>
          </p:cNvPr>
          <p:cNvSpPr>
            <a:spLocks noGrp="1"/>
          </p:cNvSpPr>
          <p:nvPr>
            <p:ph type="dt" sz="half" idx="10"/>
          </p:nvPr>
        </p:nvSpPr>
        <p:spPr>
          <a:xfrm>
            <a:off x="711099" y="6501422"/>
            <a:ext cx="1041503" cy="226025"/>
          </a:xfrm>
          <a:prstGeom prst="rect">
            <a:avLst/>
          </a:prstGeom>
        </p:spPr>
        <p:txBody>
          <a:bodyPr/>
          <a:lstStyle/>
          <a:p>
            <a:fld id="{F8080D02-C2FB-4B62-82AD-2A53C7A8C293}" type="datetime1">
              <a:rPr lang="en-US" smtClean="0"/>
              <a:t>6/7/26</a:t>
            </a:fld>
            <a:endParaRPr lang="en-US"/>
          </a:p>
        </p:txBody>
      </p:sp>
      <p:sp>
        <p:nvSpPr>
          <p:cNvPr id="5" name="Slide Number Placeholder 4">
            <a:extLst>
              <a:ext uri="{FF2B5EF4-FFF2-40B4-BE49-F238E27FC236}">
                <a16:creationId xmlns:a16="http://schemas.microsoft.com/office/drawing/2014/main" id="{0DE2833C-C6CF-9C80-4D31-9EB08395B878}"/>
              </a:ext>
            </a:extLst>
          </p:cNvPr>
          <p:cNvSpPr>
            <a:spLocks noGrp="1"/>
          </p:cNvSpPr>
          <p:nvPr>
            <p:ph type="sldNum" sz="quarter" idx="12"/>
          </p:nvPr>
        </p:nvSpPr>
        <p:spPr>
          <a:xfrm>
            <a:off x="5031650" y="6693078"/>
            <a:ext cx="387048" cy="226025"/>
          </a:xfrm>
          <a:prstGeom prst="rect">
            <a:avLst/>
          </a:prstGeom>
        </p:spPr>
        <p:txBody>
          <a:bodyPr/>
          <a:lstStyle/>
          <a:p>
            <a:fld id="{5F2C3F4D-7337-4790-8D39-0A512A98C58F}" type="slidenum">
              <a:rPr lang="en-US" smtClean="0"/>
              <a:pPr/>
              <a:t>‹#›</a:t>
            </a:fld>
            <a:endParaRPr lang="en-US"/>
          </a:p>
        </p:txBody>
      </p:sp>
      <p:sp>
        <p:nvSpPr>
          <p:cNvPr id="7" name="TextBox 6">
            <a:extLst>
              <a:ext uri="{FF2B5EF4-FFF2-40B4-BE49-F238E27FC236}">
                <a16:creationId xmlns:a16="http://schemas.microsoft.com/office/drawing/2014/main" id="{A4E459F2-6F1D-ED66-653E-AB8709734F12}"/>
              </a:ext>
            </a:extLst>
          </p:cNvPr>
          <p:cNvSpPr txBox="1"/>
          <p:nvPr userDrawn="1"/>
        </p:nvSpPr>
        <p:spPr>
          <a:xfrm>
            <a:off x="229974" y="956469"/>
            <a:ext cx="11697687" cy="5201424"/>
          </a:xfrm>
          <a:prstGeom prst="rect">
            <a:avLst/>
          </a:prstGeom>
          <a:noFill/>
        </p:spPr>
        <p:txBody>
          <a:bodyPr wrap="square">
            <a:spAutoFit/>
          </a:bodyPr>
          <a:lstStyle/>
          <a:p>
            <a:r>
              <a:rPr lang="en-US" sz="1600" b="1">
                <a:solidFill>
                  <a:schemeClr val="accent2"/>
                </a:solidFill>
              </a:rPr>
              <a:t>Confidentiality Statement</a:t>
            </a:r>
          </a:p>
          <a:p>
            <a:endParaRPr lang="en-US" sz="1200">
              <a:solidFill>
                <a:schemeClr val="bg1"/>
              </a:solidFill>
            </a:endParaRPr>
          </a:p>
          <a:p>
            <a:r>
              <a:rPr lang="en-US" sz="1200">
                <a:solidFill>
                  <a:schemeClr val="bg1"/>
                </a:solidFill>
              </a:rPr>
              <a:t>This presentation, including all slides, graphics, text, and any other content herein, is the proprietary and confidential information of Milestone Technologies Inc. ("the Company"). It is intended solely for the use of the individual or entity to whom it is presented and those authorized by the Company to receive it. Any dissemination, distribution, copying, or use of this presentation without the express written permission of the Company is strictly prohibited.</a:t>
            </a:r>
          </a:p>
          <a:p>
            <a:endParaRPr lang="en-US" sz="1200">
              <a:solidFill>
                <a:schemeClr val="bg1"/>
              </a:solidFill>
            </a:endParaRPr>
          </a:p>
          <a:p>
            <a:r>
              <a:rPr lang="en-US" sz="1200">
                <a:solidFill>
                  <a:schemeClr val="bg1"/>
                </a:solidFill>
              </a:rPr>
              <a:t>The information contained in this presentation is provided on an "as is" basis for informational purposes only. It may contain privileged, proprietary, or otherwise private information. Unauthorized use, disclosure, or copying of this information is strictly prohibited and may be unlawful. If you have received this presentation in error, please notify the sender immediately and delete it from your system.</a:t>
            </a:r>
          </a:p>
          <a:p>
            <a:endParaRPr lang="en-US" sz="1200">
              <a:solidFill>
                <a:schemeClr val="bg1"/>
              </a:solidFill>
            </a:endParaRPr>
          </a:p>
          <a:p>
            <a:r>
              <a:rPr lang="en-US" sz="1200">
                <a:solidFill>
                  <a:schemeClr val="bg1"/>
                </a:solidFill>
              </a:rPr>
              <a:t>By viewing or receiving this presentation, you agree to treat all confidential and proprietary information contained herein as strictly confidential, and you agree not to disclose or reproduce this information, in whole or in part, without the prior written consent of the Company.</a:t>
            </a:r>
          </a:p>
          <a:p>
            <a:endParaRPr lang="en-US" sz="1200">
              <a:solidFill>
                <a:schemeClr val="bg1"/>
              </a:solidFill>
            </a:endParaRPr>
          </a:p>
          <a:p>
            <a:r>
              <a:rPr lang="en-US" sz="1600" b="1">
                <a:solidFill>
                  <a:schemeClr val="accent2"/>
                </a:solidFill>
              </a:rPr>
              <a:t>Reproduction Disclaimer</a:t>
            </a:r>
          </a:p>
          <a:p>
            <a:endParaRPr lang="en-US" sz="1200">
              <a:solidFill>
                <a:schemeClr val="bg1"/>
              </a:solidFill>
            </a:endParaRPr>
          </a:p>
          <a:p>
            <a:r>
              <a:rPr lang="en-US" sz="1200">
                <a:solidFill>
                  <a:schemeClr val="bg1"/>
                </a:solidFill>
              </a:rPr>
              <a:t>All content, including but not limited to graphics, logos, text, images, and other materials in this presentation, is copyrighted by Milestone Technologies Inc. and is protected under applicable copyrights, trademarks, and other proprietary (including but not limited to intellectual property) rights. The unauthorized reproduction or distribution of copyrighted work is illegal and may result in severe criminal penalties under the Copyright Act. Civil penalties for unauthorized reproduction or distribution may be significant.</a:t>
            </a:r>
          </a:p>
          <a:p>
            <a:endParaRPr lang="en-US" sz="1200">
              <a:solidFill>
                <a:schemeClr val="bg1"/>
              </a:solidFill>
            </a:endParaRPr>
          </a:p>
          <a:p>
            <a:r>
              <a:rPr lang="en-US" sz="1200">
                <a:solidFill>
                  <a:schemeClr val="bg1"/>
                </a:solidFill>
              </a:rPr>
              <a:t>No part of this presentation may be reproduced, stored in a retrieval system, or transmitted in any form or by any means, electronic, mechanical, photocopying, recording, or otherwise, without the prior written permission of the Company. This includes but is not limited to, the use of any content for purposes of creating derivative works, repurposing for external or internal use, or unauthorized sharing with third parties.</a:t>
            </a:r>
          </a:p>
          <a:p>
            <a:endParaRPr lang="en-US" sz="1200">
              <a:solidFill>
                <a:schemeClr val="bg1"/>
              </a:solidFill>
            </a:endParaRPr>
          </a:p>
          <a:p>
            <a:r>
              <a:rPr lang="en-US" sz="1200">
                <a:solidFill>
                  <a:schemeClr val="bg1"/>
                </a:solidFill>
              </a:rPr>
              <a:t>If you wish to use any content from this presentation, you must obtain written permission from Milestone Technologies Inc. prior to its use. Unauthorized use of any content from this presentation may result in legal action against the offender. For any questions or clarifications regarding this confidentiality statement and reproduction disclaimer or to request permissions, please contact Milestone Technologies Inc. </a:t>
            </a:r>
          </a:p>
          <a:p>
            <a:endParaRPr lang="en-US" sz="1200">
              <a:solidFill>
                <a:schemeClr val="bg1"/>
              </a:solidFill>
            </a:endParaRPr>
          </a:p>
        </p:txBody>
      </p:sp>
      <p:sp>
        <p:nvSpPr>
          <p:cNvPr id="6" name="Footer Placeholder 3">
            <a:extLst>
              <a:ext uri="{FF2B5EF4-FFF2-40B4-BE49-F238E27FC236}">
                <a16:creationId xmlns:a16="http://schemas.microsoft.com/office/drawing/2014/main" id="{BDA81877-FF71-1DEF-C7BF-5CFD1393DCB6}"/>
              </a:ext>
            </a:extLst>
          </p:cNvPr>
          <p:cNvSpPr>
            <a:spLocks noGrp="1"/>
          </p:cNvSpPr>
          <p:nvPr>
            <p:ph type="ftr" sz="quarter" idx="11"/>
          </p:nvPr>
        </p:nvSpPr>
        <p:spPr>
          <a:xfrm>
            <a:off x="1843578" y="6503832"/>
            <a:ext cx="8504843" cy="254075"/>
          </a:xfrm>
          <a:prstGeom prst="rect">
            <a:avLst/>
          </a:prstGeom>
        </p:spPr>
        <p:txBody>
          <a:bodyPr/>
          <a:lstStyle>
            <a:lvl1pPr>
              <a:defRPr sz="900"/>
            </a:lvl1pPr>
          </a:lstStyle>
          <a:p>
            <a:r>
              <a:rPr lang="en-US"/>
              <a:t>©  Milestone Technologies Inc. All Rights Reserved.</a:t>
            </a:r>
          </a:p>
        </p:txBody>
      </p:sp>
    </p:spTree>
    <p:extLst>
      <p:ext uri="{BB962C8B-B14F-4D97-AF65-F5344CB8AC3E}">
        <p14:creationId xmlns:p14="http://schemas.microsoft.com/office/powerpoint/2010/main" val="42499064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CF2561C4-DEA7-EE3A-0EAD-FDDB21A8E949}"/>
              </a:ext>
            </a:extLst>
          </p:cNvPr>
          <p:cNvSpPr txBox="1"/>
          <p:nvPr userDrawn="1"/>
        </p:nvSpPr>
        <p:spPr>
          <a:xfrm>
            <a:off x="-376630" y="1445448"/>
            <a:ext cx="13217080" cy="3154710"/>
          </a:xfrm>
          <a:prstGeom prst="rect">
            <a:avLst/>
          </a:prstGeom>
          <a:noFill/>
        </p:spPr>
        <p:txBody>
          <a:bodyPr wrap="none" rtlCol="0">
            <a:spAutoFit/>
          </a:bodyPr>
          <a:lstStyle/>
          <a:p>
            <a:r>
              <a:rPr lang="en-US" sz="19900" b="1">
                <a:ln w="6350">
                  <a:solidFill>
                    <a:schemeClr val="accent4">
                      <a:lumMod val="25000"/>
                    </a:schemeClr>
                  </a:solidFill>
                </a:ln>
                <a:gradFill flip="none" rotWithShape="1">
                  <a:gsLst>
                    <a:gs pos="0">
                      <a:schemeClr val="accent4">
                        <a:lumMod val="10000"/>
                      </a:schemeClr>
                    </a:gs>
                    <a:gs pos="44000">
                      <a:srgbClr val="000000"/>
                    </a:gs>
                  </a:gsLst>
                  <a:lin ang="1200000" scaled="0"/>
                  <a:tileRect/>
                </a:gradFill>
                <a:latin typeface="+mj-lt"/>
              </a:rPr>
              <a:t>Thank You!</a:t>
            </a:r>
          </a:p>
        </p:txBody>
      </p:sp>
      <p:sp>
        <p:nvSpPr>
          <p:cNvPr id="4" name="TextBox 3">
            <a:extLst>
              <a:ext uri="{FF2B5EF4-FFF2-40B4-BE49-F238E27FC236}">
                <a16:creationId xmlns:a16="http://schemas.microsoft.com/office/drawing/2014/main" id="{4BC18771-34B6-FFC2-EE11-0E7C28F8F79D}"/>
              </a:ext>
            </a:extLst>
          </p:cNvPr>
          <p:cNvSpPr txBox="1"/>
          <p:nvPr userDrawn="1"/>
        </p:nvSpPr>
        <p:spPr>
          <a:xfrm>
            <a:off x="419101" y="2181493"/>
            <a:ext cx="7712368" cy="1862048"/>
          </a:xfrm>
          <a:prstGeom prst="rect">
            <a:avLst/>
          </a:prstGeom>
          <a:noFill/>
        </p:spPr>
        <p:txBody>
          <a:bodyPr wrap="none" rtlCol="0">
            <a:spAutoFit/>
          </a:bodyPr>
          <a:lstStyle/>
          <a:p>
            <a:r>
              <a:rPr lang="en-US" sz="11500" b="1">
                <a:solidFill>
                  <a:schemeClr val="bg1"/>
                </a:solidFill>
                <a:latin typeface="+mj-lt"/>
              </a:rPr>
              <a:t>Thank You!</a:t>
            </a:r>
          </a:p>
        </p:txBody>
      </p:sp>
      <p:grpSp>
        <p:nvGrpSpPr>
          <p:cNvPr id="15" name="Group 14">
            <a:extLst>
              <a:ext uri="{FF2B5EF4-FFF2-40B4-BE49-F238E27FC236}">
                <a16:creationId xmlns:a16="http://schemas.microsoft.com/office/drawing/2014/main" id="{D6B6C6BB-C22F-E2CF-F6E0-0E4CD4097A0A}"/>
              </a:ext>
            </a:extLst>
          </p:cNvPr>
          <p:cNvGrpSpPr/>
          <p:nvPr userDrawn="1"/>
        </p:nvGrpSpPr>
        <p:grpSpPr>
          <a:xfrm>
            <a:off x="419101" y="5557456"/>
            <a:ext cx="3275020" cy="853782"/>
            <a:chOff x="-5137087" y="2528754"/>
            <a:chExt cx="6480402" cy="1689410"/>
          </a:xfrm>
        </p:grpSpPr>
        <p:sp>
          <p:nvSpPr>
            <p:cNvPr id="5" name="TextBox 10">
              <a:extLst>
                <a:ext uri="{FF2B5EF4-FFF2-40B4-BE49-F238E27FC236}">
                  <a16:creationId xmlns:a16="http://schemas.microsoft.com/office/drawing/2014/main" id="{FDC604BD-1F30-E674-E9CD-83FE16416CB3}"/>
                </a:ext>
              </a:extLst>
            </p:cNvPr>
            <p:cNvSpPr txBox="1"/>
            <p:nvPr userDrawn="1"/>
          </p:nvSpPr>
          <p:spPr>
            <a:xfrm>
              <a:off x="-5137085" y="2528754"/>
              <a:ext cx="6480399" cy="82226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a:solidFill>
                    <a:schemeClr val="bg1"/>
                  </a:solidFill>
                </a:rPr>
                <a:t>Visit our website or contact us </a:t>
              </a:r>
            </a:p>
            <a:p>
              <a:r>
                <a:rPr lang="en-US" sz="1100">
                  <a:solidFill>
                    <a:schemeClr val="bg1"/>
                  </a:solidFill>
                </a:rPr>
                <a:t>for more information:</a:t>
              </a:r>
              <a:endParaRPr lang="id-ID" sz="1100">
                <a:solidFill>
                  <a:schemeClr val="bg1"/>
                </a:solidFill>
              </a:endParaRPr>
            </a:p>
          </p:txBody>
        </p:sp>
        <p:pic>
          <p:nvPicPr>
            <p:cNvPr id="7" name="Graphic 11" descr="World with solid fill">
              <a:extLst>
                <a:ext uri="{FF2B5EF4-FFF2-40B4-BE49-F238E27FC236}">
                  <a16:creationId xmlns:a16="http://schemas.microsoft.com/office/drawing/2014/main" id="{7FF6D470-527D-BE28-D65F-FC41EA7502E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37087" y="3502739"/>
              <a:ext cx="715425" cy="715425"/>
            </a:xfrm>
            <a:prstGeom prst="rect">
              <a:avLst/>
            </a:prstGeom>
          </p:spPr>
        </p:pic>
        <p:sp>
          <p:nvSpPr>
            <p:cNvPr id="8" name="TextBox 12">
              <a:extLst>
                <a:ext uri="{FF2B5EF4-FFF2-40B4-BE49-F238E27FC236}">
                  <a16:creationId xmlns:a16="http://schemas.microsoft.com/office/drawing/2014/main" id="{DED34CCD-23A5-8F09-E69E-6E5666984328}"/>
                </a:ext>
              </a:extLst>
            </p:cNvPr>
            <p:cNvSpPr txBox="1"/>
            <p:nvPr userDrawn="1"/>
          </p:nvSpPr>
          <p:spPr>
            <a:xfrm>
              <a:off x="-4421661" y="3598841"/>
              <a:ext cx="5764976" cy="54810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b="1">
                  <a:solidFill>
                    <a:schemeClr val="bg1"/>
                  </a:solidFill>
                </a:rPr>
                <a:t> www.milestone.tech</a:t>
              </a:r>
              <a:endParaRPr lang="id-ID" sz="1200" b="1">
                <a:solidFill>
                  <a:schemeClr val="bg1"/>
                </a:solidFill>
              </a:endParaRPr>
            </a:p>
          </p:txBody>
        </p:sp>
      </p:grpSp>
      <p:pic>
        <p:nvPicPr>
          <p:cNvPr id="16" name="Picture 15" descr="A logo with a black background&#10;&#10;AI-generated content may be incorrect.">
            <a:extLst>
              <a:ext uri="{FF2B5EF4-FFF2-40B4-BE49-F238E27FC236}">
                <a16:creationId xmlns:a16="http://schemas.microsoft.com/office/drawing/2014/main" id="{0781CB23-8D1D-CCE0-BB86-2BC7B68913A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570696" y="667578"/>
            <a:ext cx="1015044" cy="647682"/>
          </a:xfrm>
          <a:prstGeom prst="rect">
            <a:avLst/>
          </a:prstGeom>
        </p:spPr>
      </p:pic>
      <p:sp>
        <p:nvSpPr>
          <p:cNvPr id="20" name="Freeform: Shape 19">
            <a:extLst>
              <a:ext uri="{FF2B5EF4-FFF2-40B4-BE49-F238E27FC236}">
                <a16:creationId xmlns:a16="http://schemas.microsoft.com/office/drawing/2014/main" id="{5575B6E3-8573-B953-8159-AB8CAA5C1FD3}"/>
              </a:ext>
            </a:extLst>
          </p:cNvPr>
          <p:cNvSpPr/>
          <p:nvPr userDrawn="1"/>
        </p:nvSpPr>
        <p:spPr>
          <a:xfrm>
            <a:off x="7591958" y="-4"/>
            <a:ext cx="4535635" cy="6854520"/>
          </a:xfrm>
          <a:custGeom>
            <a:avLst/>
            <a:gdLst>
              <a:gd name="connsiteX0" fmla="*/ 2838725 w 4535635"/>
              <a:gd name="connsiteY0" fmla="*/ 0 h 6854520"/>
              <a:gd name="connsiteX1" fmla="*/ 4441680 w 4535635"/>
              <a:gd name="connsiteY1" fmla="*/ 0 h 6854520"/>
              <a:gd name="connsiteX2" fmla="*/ 4468391 w 4535635"/>
              <a:gd name="connsiteY2" fmla="*/ 186615 h 6854520"/>
              <a:gd name="connsiteX3" fmla="*/ 4535635 w 4535635"/>
              <a:gd name="connsiteY3" fmla="*/ 1252607 h 6854520"/>
              <a:gd name="connsiteX4" fmla="*/ 2624406 w 4535635"/>
              <a:gd name="connsiteY4" fmla="*/ 6576502 h 6854520"/>
              <a:gd name="connsiteX5" fmla="*/ 2383581 w 4535635"/>
              <a:gd name="connsiteY5" fmla="*/ 6854520 h 6854520"/>
              <a:gd name="connsiteX6" fmla="*/ 0 w 4535635"/>
              <a:gd name="connsiteY6" fmla="*/ 6854520 h 6854520"/>
              <a:gd name="connsiteX7" fmla="*/ 227709 w 4535635"/>
              <a:gd name="connsiteY7" fmla="*/ 6692592 h 6854520"/>
              <a:gd name="connsiteX8" fmla="*/ 2954601 w 4535635"/>
              <a:gd name="connsiteY8" fmla="*/ 1252607 h 6854520"/>
              <a:gd name="connsiteX9" fmla="*/ 2876381 w 4535635"/>
              <a:gd name="connsiteY9" fmla="*/ 218762 h 6854520"/>
              <a:gd name="connsiteX10" fmla="*/ 2838725 w 4535635"/>
              <a:gd name="connsiteY10" fmla="*/ 0 h 685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5635" h="6854520">
                <a:moveTo>
                  <a:pt x="2838725" y="0"/>
                </a:moveTo>
                <a:lnTo>
                  <a:pt x="4441680" y="0"/>
                </a:lnTo>
                <a:lnTo>
                  <a:pt x="4468391" y="186615"/>
                </a:lnTo>
                <a:cubicBezTo>
                  <a:pt x="4512764" y="535691"/>
                  <a:pt x="4535635" y="891478"/>
                  <a:pt x="4535635" y="1252607"/>
                </a:cubicBezTo>
                <a:cubicBezTo>
                  <a:pt x="4535635" y="3274928"/>
                  <a:pt x="3818391" y="5129728"/>
                  <a:pt x="2624406" y="6576502"/>
                </a:cubicBezTo>
                <a:lnTo>
                  <a:pt x="2383581" y="6854520"/>
                </a:lnTo>
                <a:lnTo>
                  <a:pt x="0" y="6854520"/>
                </a:lnTo>
                <a:lnTo>
                  <a:pt x="227709" y="6692592"/>
                </a:lnTo>
                <a:cubicBezTo>
                  <a:pt x="1883100" y="5454599"/>
                  <a:pt x="2954601" y="3478734"/>
                  <a:pt x="2954601" y="1252607"/>
                </a:cubicBezTo>
                <a:cubicBezTo>
                  <a:pt x="2954601" y="901113"/>
                  <a:pt x="2927888" y="555858"/>
                  <a:pt x="2876381" y="218762"/>
                </a:cubicBezTo>
                <a:lnTo>
                  <a:pt x="2838725" y="0"/>
                </a:lnTo>
                <a:close/>
              </a:path>
            </a:pathLst>
          </a:custGeom>
          <a:gradFill flip="none" rotWithShape="1">
            <a:gsLst>
              <a:gs pos="100000">
                <a:schemeClr val="accent3"/>
              </a:gs>
              <a:gs pos="52000">
                <a:srgbClr val="000000">
                  <a:alpha val="0"/>
                </a:srgb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defTabSz="457200"/>
            <a:endParaRPr lang="en-US"/>
          </a:p>
        </p:txBody>
      </p:sp>
    </p:spTree>
    <p:extLst>
      <p:ext uri="{BB962C8B-B14F-4D97-AF65-F5344CB8AC3E}">
        <p14:creationId xmlns:p14="http://schemas.microsoft.com/office/powerpoint/2010/main" val="25027756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2)">
    <p:bg>
      <p:bgPr>
        <a:solidFill>
          <a:srgbClr val="000000"/>
        </a:solidFill>
        <a:effectLst/>
      </p:bgPr>
    </p:bg>
    <p:spTree>
      <p:nvGrpSpPr>
        <p:cNvPr id="1" name=""/>
        <p:cNvGrpSpPr/>
        <p:nvPr/>
      </p:nvGrpSpPr>
      <p:grpSpPr>
        <a:xfrm>
          <a:off x="0" y="0"/>
          <a:ext cx="0" cy="0"/>
          <a:chOff x="0" y="0"/>
          <a:chExt cx="0" cy="0"/>
        </a:xfrm>
      </p:grpSpPr>
      <p:pic>
        <p:nvPicPr>
          <p:cNvPr id="40" name="Graphic 39">
            <a:extLst>
              <a:ext uri="{FF2B5EF4-FFF2-40B4-BE49-F238E27FC236}">
                <a16:creationId xmlns:a16="http://schemas.microsoft.com/office/drawing/2014/main" id="{230B0EB3-5108-CA69-75C7-E95B43FCA7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01006" y="251431"/>
            <a:ext cx="434187" cy="533400"/>
          </a:xfrm>
          <a:prstGeom prst="rect">
            <a:avLst/>
          </a:prstGeom>
        </p:spPr>
      </p:pic>
      <p:pic>
        <p:nvPicPr>
          <p:cNvPr id="44" name="Picture 43" descr="A logo with a black background&#10;&#10;AI-generated content may be incorrect.">
            <a:extLst>
              <a:ext uri="{FF2B5EF4-FFF2-40B4-BE49-F238E27FC236}">
                <a16:creationId xmlns:a16="http://schemas.microsoft.com/office/drawing/2014/main" id="{D9E34040-4617-A5C0-AF01-AC9B79F3563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51908" y="2828850"/>
            <a:ext cx="1643374" cy="104861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5311584" y="1574882"/>
            <a:ext cx="5290996" cy="1877536"/>
          </a:xfrm>
          <a:ln>
            <a:noFill/>
          </a:ln>
        </p:spPr>
        <p:txBody>
          <a:bodyPr vert="horz" lIns="91440" tIns="45720" rIns="91440" bIns="45720" rtlCol="0">
            <a:normAutofit/>
          </a:bodyPr>
          <a:lstStyle>
            <a:lvl1pPr>
              <a:defRPr lang="en-US" sz="4800">
                <a:solidFill>
                  <a:schemeClr val="bg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5311775" y="3734907"/>
            <a:ext cx="5291138" cy="313932"/>
          </a:xfrm>
        </p:spPr>
        <p:txBody>
          <a:bodyPr anchor="ctr">
            <a:spAutoFit/>
          </a:bodyPr>
          <a:lstStyle>
            <a:lvl1pPr marL="0" indent="0">
              <a:buNone/>
              <a:defRPr sz="1600">
                <a:solidFill>
                  <a:schemeClr val="bg1"/>
                </a:solidFill>
              </a:defRPr>
            </a:lvl1pPr>
          </a:lstStyle>
          <a:p>
            <a:pPr lvl="0"/>
            <a:r>
              <a:rPr lang="en-US"/>
              <a:t>Sub Headline // Presentation 2025</a:t>
            </a:r>
          </a:p>
        </p:txBody>
      </p:sp>
      <p:sp>
        <p:nvSpPr>
          <p:cNvPr id="60" name="Text Placeholder 23">
            <a:extLst>
              <a:ext uri="{FF2B5EF4-FFF2-40B4-BE49-F238E27FC236}">
                <a16:creationId xmlns:a16="http://schemas.microsoft.com/office/drawing/2014/main" id="{56D40A29-2CBA-9402-C2D1-5F4D56820981}"/>
              </a:ext>
            </a:extLst>
          </p:cNvPr>
          <p:cNvSpPr>
            <a:spLocks noGrp="1"/>
          </p:cNvSpPr>
          <p:nvPr userDrawn="1"/>
        </p:nvSpPr>
        <p:spPr>
          <a:xfrm>
            <a:off x="5311584" y="5046040"/>
            <a:ext cx="2565400" cy="130298"/>
          </a:xfrm>
          <a:prstGeom prst="rect">
            <a:avLst/>
          </a:prstGeom>
          <a:ln>
            <a:noFill/>
          </a:ln>
        </p:spPr>
        <p:txBody>
          <a:bodyPr vert="horz" lIns="0" tIns="0" rIns="0" bIns="0" rtlCol="0" anchor="ctr">
            <a:normAutofit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US" sz="1000" kern="1200">
                <a:solidFill>
                  <a:schemeClr val="bg1"/>
                </a:solidFill>
                <a:latin typeface="+mj-lt"/>
                <a:ea typeface="Lato Light" panose="020F0502020204030203" pitchFamily="34" charset="0"/>
                <a:cs typeface="Lato Light" panose="020F0502020204030203" pitchFamily="34" charset="0"/>
              </a:defRPr>
            </a:lvl1pPr>
            <a:lvl2pPr marL="457200" indent="0" algn="l" defTabSz="914377" rtl="0" eaLnBrk="1" latinLnBrk="0" hangingPunct="1">
              <a:lnSpc>
                <a:spcPct val="90000"/>
              </a:lnSpc>
              <a:spcBef>
                <a:spcPts val="500"/>
              </a:spcBef>
              <a:buFont typeface="Arial" panose="020B0604020202020204" pitchFamily="34" charset="0"/>
              <a:buNone/>
              <a:defRPr lang="en-US" sz="1800" kern="1200">
                <a:solidFill>
                  <a:schemeClr val="tx1"/>
                </a:solidFill>
                <a:latin typeface="+mj-lt"/>
                <a:ea typeface="+mn-ea"/>
                <a:cs typeface="+mn-cs"/>
              </a:defRPr>
            </a:lvl2pPr>
            <a:lvl3pPr marL="914400" indent="0" algn="l" defTabSz="914377" rtl="0" eaLnBrk="1" latinLnBrk="0" hangingPunct="1">
              <a:lnSpc>
                <a:spcPct val="90000"/>
              </a:lnSpc>
              <a:spcBef>
                <a:spcPts val="500"/>
              </a:spcBef>
              <a:buFont typeface="Arial" panose="020B0604020202020204" pitchFamily="34" charset="0"/>
              <a:buNone/>
              <a:defRPr lang="en-US" sz="1600" kern="1200">
                <a:solidFill>
                  <a:schemeClr val="tx1"/>
                </a:solidFill>
                <a:latin typeface="+mj-lt"/>
                <a:ea typeface="+mn-ea"/>
                <a:cs typeface="+mn-cs"/>
              </a:defRPr>
            </a:lvl3pPr>
            <a:lvl4pPr marL="13716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4pPr>
            <a:lvl5pPr marL="18288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Presenter Name</a:t>
            </a:r>
            <a:endParaRPr lang="en-IN"/>
          </a:p>
        </p:txBody>
      </p:sp>
      <p:sp>
        <p:nvSpPr>
          <p:cNvPr id="61" name="Text Placeholder 23">
            <a:extLst>
              <a:ext uri="{FF2B5EF4-FFF2-40B4-BE49-F238E27FC236}">
                <a16:creationId xmlns:a16="http://schemas.microsoft.com/office/drawing/2014/main" id="{B040A0DF-439B-2593-F03A-F5008AAE8BD0}"/>
              </a:ext>
            </a:extLst>
          </p:cNvPr>
          <p:cNvSpPr>
            <a:spLocks noGrp="1"/>
          </p:cNvSpPr>
          <p:nvPr userDrawn="1"/>
        </p:nvSpPr>
        <p:spPr>
          <a:xfrm>
            <a:off x="5311584" y="5332846"/>
            <a:ext cx="2565400" cy="130298"/>
          </a:xfrm>
          <a:prstGeom prst="rect">
            <a:avLst/>
          </a:prstGeom>
          <a:ln>
            <a:noFill/>
          </a:ln>
        </p:spPr>
        <p:txBody>
          <a:bodyPr vert="horz" lIns="0" tIns="0" rIns="0" bIns="0" rtlCol="0" anchor="ctr">
            <a:normAutofit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US" sz="1000" kern="1200">
                <a:solidFill>
                  <a:schemeClr val="bg1"/>
                </a:solidFill>
                <a:latin typeface="+mj-lt"/>
                <a:ea typeface="Lato Light" panose="020F0502020204030203" pitchFamily="34" charset="0"/>
                <a:cs typeface="Lato Light" panose="020F0502020204030203" pitchFamily="34" charset="0"/>
              </a:defRPr>
            </a:lvl1pPr>
            <a:lvl2pPr marL="457200" indent="0" algn="l" defTabSz="914377" rtl="0" eaLnBrk="1" latinLnBrk="0" hangingPunct="1">
              <a:lnSpc>
                <a:spcPct val="90000"/>
              </a:lnSpc>
              <a:spcBef>
                <a:spcPts val="500"/>
              </a:spcBef>
              <a:buFont typeface="Arial" panose="020B0604020202020204" pitchFamily="34" charset="0"/>
              <a:buNone/>
              <a:defRPr lang="en-US" sz="1800" kern="1200">
                <a:solidFill>
                  <a:schemeClr val="tx1"/>
                </a:solidFill>
                <a:latin typeface="+mj-lt"/>
                <a:ea typeface="+mn-ea"/>
                <a:cs typeface="+mn-cs"/>
              </a:defRPr>
            </a:lvl2pPr>
            <a:lvl3pPr marL="914400" indent="0" algn="l" defTabSz="914377" rtl="0" eaLnBrk="1" latinLnBrk="0" hangingPunct="1">
              <a:lnSpc>
                <a:spcPct val="90000"/>
              </a:lnSpc>
              <a:spcBef>
                <a:spcPts val="500"/>
              </a:spcBef>
              <a:buFont typeface="Arial" panose="020B0604020202020204" pitchFamily="34" charset="0"/>
              <a:buNone/>
              <a:defRPr lang="en-US" sz="1600" kern="1200">
                <a:solidFill>
                  <a:schemeClr val="tx1"/>
                </a:solidFill>
                <a:latin typeface="+mj-lt"/>
                <a:ea typeface="+mn-ea"/>
                <a:cs typeface="+mn-cs"/>
              </a:defRPr>
            </a:lvl3pPr>
            <a:lvl4pPr marL="13716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4pPr>
            <a:lvl5pPr marL="18288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Presenter Email ID</a:t>
            </a:r>
            <a:endParaRPr lang="en-IN"/>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5893419" y="6424151"/>
            <a:ext cx="6095256"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pic>
        <p:nvPicPr>
          <p:cNvPr id="3" name="Picture 2" descr="A white race car on a track&#10;&#10;AI-generated content may be incorrect.">
            <a:extLst>
              <a:ext uri="{FF2B5EF4-FFF2-40B4-BE49-F238E27FC236}">
                <a16:creationId xmlns:a16="http://schemas.microsoft.com/office/drawing/2014/main" id="{7CE0AFA0-D2C3-2BB3-F56E-70ED5912A8C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250459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Section Header (2)">
    <p:bg>
      <p:bgPr>
        <a:solidFill>
          <a:srgbClr val="000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E0AFA0-D2C3-2BB3-F56E-70ED5912A8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4" name="Picture 43" descr="A logo with a black background&#10;&#10;AI-generated content may be incorrect.">
            <a:extLst>
              <a:ext uri="{FF2B5EF4-FFF2-40B4-BE49-F238E27FC236}">
                <a16:creationId xmlns:a16="http://schemas.microsoft.com/office/drawing/2014/main" id="{D9E34040-4617-A5C0-AF01-AC9B79F3563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176895" y="310985"/>
            <a:ext cx="1643374" cy="104861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595313" y="998369"/>
            <a:ext cx="8649955" cy="1406694"/>
          </a:xfrm>
          <a:ln>
            <a:noFill/>
          </a:ln>
        </p:spPr>
        <p:txBody>
          <a:bodyPr vert="horz" lIns="91440" tIns="45720" rIns="91440" bIns="45720" rtlCol="0">
            <a:normAutofit/>
          </a:bodyPr>
          <a:lstStyle>
            <a:lvl1pPr algn="l">
              <a:defRPr lang="en-US" sz="4800">
                <a:solidFill>
                  <a:schemeClr val="bg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602281" y="2565598"/>
            <a:ext cx="5291138" cy="313932"/>
          </a:xfrm>
        </p:spPr>
        <p:txBody>
          <a:bodyPr anchor="ctr">
            <a:spAutoFit/>
          </a:bodyPr>
          <a:lstStyle>
            <a:lvl1pPr marL="0" indent="0">
              <a:buNone/>
              <a:defRPr sz="1600">
                <a:solidFill>
                  <a:schemeClr val="bg1"/>
                </a:solidFill>
              </a:defRPr>
            </a:lvl1pPr>
          </a:lstStyle>
          <a:p>
            <a:pPr lvl="0"/>
            <a:r>
              <a:rPr lang="en-US"/>
              <a:t>Sub Headline // Presentation 2025</a:t>
            </a:r>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3048372" y="6424151"/>
            <a:ext cx="6095256"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spTree>
    <p:extLst>
      <p:ext uri="{BB962C8B-B14F-4D97-AF65-F5344CB8AC3E}">
        <p14:creationId xmlns:p14="http://schemas.microsoft.com/office/powerpoint/2010/main" val="1206109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Section Header (2)">
    <p:bg>
      <p:bgPr>
        <a:solidFill>
          <a:srgbClr val="000000"/>
        </a:solidFill>
        <a:effectLst/>
      </p:bgPr>
    </p:bg>
    <p:spTree>
      <p:nvGrpSpPr>
        <p:cNvPr id="1" name=""/>
        <p:cNvGrpSpPr/>
        <p:nvPr/>
      </p:nvGrpSpPr>
      <p:grpSpPr>
        <a:xfrm>
          <a:off x="0" y="0"/>
          <a:ext cx="0" cy="0"/>
          <a:chOff x="0" y="0"/>
          <a:chExt cx="0" cy="0"/>
        </a:xfrm>
      </p:grpSpPr>
      <p:pic>
        <p:nvPicPr>
          <p:cNvPr id="4" name="Picture 3" descr="A race car on a road&#10;&#10;AI-generated content may be incorrect.">
            <a:extLst>
              <a:ext uri="{FF2B5EF4-FFF2-40B4-BE49-F238E27FC236}">
                <a16:creationId xmlns:a16="http://schemas.microsoft.com/office/drawing/2014/main" id="{63BFBCA9-4B43-8C0F-5701-2C23D5EA67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5883276" y="2271495"/>
            <a:ext cx="4802187" cy="1406694"/>
          </a:xfrm>
          <a:ln>
            <a:noFill/>
          </a:ln>
        </p:spPr>
        <p:txBody>
          <a:bodyPr vert="horz" lIns="91440" tIns="45720" rIns="91440" bIns="45720" rtlCol="0">
            <a:noAutofit/>
          </a:bodyPr>
          <a:lstStyle>
            <a:lvl1pPr algn="l">
              <a:defRPr lang="en-US" sz="3600">
                <a:solidFill>
                  <a:schemeClr val="bg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5890244" y="3838724"/>
            <a:ext cx="4802187" cy="313932"/>
          </a:xfrm>
        </p:spPr>
        <p:txBody>
          <a:bodyPr wrap="square" anchor="ctr">
            <a:spAutoFit/>
          </a:bodyPr>
          <a:lstStyle>
            <a:lvl1pPr marL="0" indent="0">
              <a:buNone/>
              <a:defRPr sz="1600">
                <a:solidFill>
                  <a:schemeClr val="bg1"/>
                </a:solidFill>
              </a:defRPr>
            </a:lvl1pPr>
          </a:lstStyle>
          <a:p>
            <a:pPr lvl="0"/>
            <a:r>
              <a:rPr lang="en-US"/>
              <a:t>Sub Headline // Presentation 2025</a:t>
            </a:r>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3048372" y="6424151"/>
            <a:ext cx="6095256"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pic>
        <p:nvPicPr>
          <p:cNvPr id="9" name="Picture 8" descr="A white text on a black background&#10;&#10;AI-generated content may be incorrect.">
            <a:extLst>
              <a:ext uri="{FF2B5EF4-FFF2-40B4-BE49-F238E27FC236}">
                <a16:creationId xmlns:a16="http://schemas.microsoft.com/office/drawing/2014/main" id="{6AD7591A-1186-A790-E33B-EDD218C2E9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83276" y="1363922"/>
            <a:ext cx="3185232" cy="493058"/>
          </a:xfrm>
          <a:prstGeom prst="rect">
            <a:avLst/>
          </a:prstGeom>
        </p:spPr>
      </p:pic>
    </p:spTree>
    <p:extLst>
      <p:ext uri="{BB962C8B-B14F-4D97-AF65-F5344CB8AC3E}">
        <p14:creationId xmlns:p14="http://schemas.microsoft.com/office/powerpoint/2010/main" val="17479207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Section Header (2)">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BFBCA9-4B43-8C0F-5701-2C23D5EA67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695961" y="1475790"/>
            <a:ext cx="4802187" cy="1406694"/>
          </a:xfrm>
          <a:ln>
            <a:noFill/>
          </a:ln>
        </p:spPr>
        <p:txBody>
          <a:bodyPr vert="horz" lIns="91440" tIns="45720" rIns="91440" bIns="45720" rtlCol="0">
            <a:noAutofit/>
          </a:bodyPr>
          <a:lstStyle>
            <a:lvl1pPr algn="l">
              <a:defRPr lang="en-US" sz="3600">
                <a:solidFill>
                  <a:schemeClr val="tx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702929" y="3043019"/>
            <a:ext cx="4802187" cy="313932"/>
          </a:xfrm>
        </p:spPr>
        <p:txBody>
          <a:bodyPr wrap="square" anchor="ctr">
            <a:spAutoFit/>
          </a:bodyPr>
          <a:lstStyle>
            <a:lvl1pPr marL="0" indent="0">
              <a:buNone/>
              <a:defRPr sz="1600">
                <a:solidFill>
                  <a:schemeClr val="tx1"/>
                </a:solidFill>
              </a:defRPr>
            </a:lvl1pPr>
          </a:lstStyle>
          <a:p>
            <a:pPr lvl="0"/>
            <a:r>
              <a:rPr lang="en-US"/>
              <a:t>Sub Headline // Presentation 2025</a:t>
            </a:r>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3048372" y="6424151"/>
            <a:ext cx="6095256"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pic>
        <p:nvPicPr>
          <p:cNvPr id="9" name="Picture 8">
            <a:extLst>
              <a:ext uri="{FF2B5EF4-FFF2-40B4-BE49-F238E27FC236}">
                <a16:creationId xmlns:a16="http://schemas.microsoft.com/office/drawing/2014/main" id="{6AD7591A-1186-A790-E33B-EDD218C2E9C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02929" y="822197"/>
            <a:ext cx="2654357" cy="493058"/>
          </a:xfrm>
          <a:prstGeom prst="rect">
            <a:avLst/>
          </a:prstGeom>
        </p:spPr>
      </p:pic>
    </p:spTree>
    <p:extLst>
      <p:ext uri="{BB962C8B-B14F-4D97-AF65-F5344CB8AC3E}">
        <p14:creationId xmlns:p14="http://schemas.microsoft.com/office/powerpoint/2010/main" val="171555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08290F2-D190-6454-EA6D-8C460928F7D9}"/>
              </a:ext>
            </a:extLst>
          </p:cNvPr>
          <p:cNvSpPr/>
          <p:nvPr userDrawn="1"/>
        </p:nvSpPr>
        <p:spPr>
          <a:xfrm rot="16200000" flipH="1">
            <a:off x="2062278" y="-4224054"/>
            <a:ext cx="8067445" cy="12192001"/>
          </a:xfrm>
          <a:custGeom>
            <a:avLst/>
            <a:gdLst>
              <a:gd name="connsiteX0" fmla="*/ 2838725 w 4535635"/>
              <a:gd name="connsiteY0" fmla="*/ 0 h 6854520"/>
              <a:gd name="connsiteX1" fmla="*/ 4441680 w 4535635"/>
              <a:gd name="connsiteY1" fmla="*/ 0 h 6854520"/>
              <a:gd name="connsiteX2" fmla="*/ 4468391 w 4535635"/>
              <a:gd name="connsiteY2" fmla="*/ 186615 h 6854520"/>
              <a:gd name="connsiteX3" fmla="*/ 4535635 w 4535635"/>
              <a:gd name="connsiteY3" fmla="*/ 1252607 h 6854520"/>
              <a:gd name="connsiteX4" fmla="*/ 2624406 w 4535635"/>
              <a:gd name="connsiteY4" fmla="*/ 6576502 h 6854520"/>
              <a:gd name="connsiteX5" fmla="*/ 2383581 w 4535635"/>
              <a:gd name="connsiteY5" fmla="*/ 6854520 h 6854520"/>
              <a:gd name="connsiteX6" fmla="*/ 0 w 4535635"/>
              <a:gd name="connsiteY6" fmla="*/ 6854520 h 6854520"/>
              <a:gd name="connsiteX7" fmla="*/ 227709 w 4535635"/>
              <a:gd name="connsiteY7" fmla="*/ 6692592 h 6854520"/>
              <a:gd name="connsiteX8" fmla="*/ 2954601 w 4535635"/>
              <a:gd name="connsiteY8" fmla="*/ 1252607 h 6854520"/>
              <a:gd name="connsiteX9" fmla="*/ 2876381 w 4535635"/>
              <a:gd name="connsiteY9" fmla="*/ 218762 h 6854520"/>
              <a:gd name="connsiteX10" fmla="*/ 2838725 w 4535635"/>
              <a:gd name="connsiteY10" fmla="*/ 0 h 685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5635" h="6854520">
                <a:moveTo>
                  <a:pt x="2838725" y="0"/>
                </a:moveTo>
                <a:lnTo>
                  <a:pt x="4441680" y="0"/>
                </a:lnTo>
                <a:lnTo>
                  <a:pt x="4468391" y="186615"/>
                </a:lnTo>
                <a:cubicBezTo>
                  <a:pt x="4512764" y="535691"/>
                  <a:pt x="4535635" y="891478"/>
                  <a:pt x="4535635" y="1252607"/>
                </a:cubicBezTo>
                <a:cubicBezTo>
                  <a:pt x="4535635" y="3274928"/>
                  <a:pt x="3818391" y="5129728"/>
                  <a:pt x="2624406" y="6576502"/>
                </a:cubicBezTo>
                <a:lnTo>
                  <a:pt x="2383581" y="6854520"/>
                </a:lnTo>
                <a:lnTo>
                  <a:pt x="0" y="6854520"/>
                </a:lnTo>
                <a:lnTo>
                  <a:pt x="227709" y="6692592"/>
                </a:lnTo>
                <a:cubicBezTo>
                  <a:pt x="1883100" y="5454599"/>
                  <a:pt x="2954601" y="3478734"/>
                  <a:pt x="2954601" y="1252607"/>
                </a:cubicBezTo>
                <a:cubicBezTo>
                  <a:pt x="2954601" y="901113"/>
                  <a:pt x="2927888" y="555858"/>
                  <a:pt x="2876381" y="218762"/>
                </a:cubicBezTo>
                <a:lnTo>
                  <a:pt x="2838725" y="0"/>
                </a:lnTo>
                <a:close/>
              </a:path>
            </a:pathLst>
          </a:custGeom>
          <a:gradFill flip="none" rotWithShape="1">
            <a:gsLst>
              <a:gs pos="100000">
                <a:schemeClr val="accent3"/>
              </a:gs>
              <a:gs pos="52000">
                <a:srgbClr val="000000">
                  <a:alpha val="0"/>
                </a:srgb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defTabSz="457200"/>
            <a:endParaRPr lang="en-US"/>
          </a:p>
        </p:txBody>
      </p:sp>
      <p:sp>
        <p:nvSpPr>
          <p:cNvPr id="8" name="Freeform: Shape 7">
            <a:extLst>
              <a:ext uri="{FF2B5EF4-FFF2-40B4-BE49-F238E27FC236}">
                <a16:creationId xmlns:a16="http://schemas.microsoft.com/office/drawing/2014/main" id="{36F064DE-28C3-CB35-033B-4A23DAB98FC0}"/>
              </a:ext>
            </a:extLst>
          </p:cNvPr>
          <p:cNvSpPr/>
          <p:nvPr userDrawn="1"/>
        </p:nvSpPr>
        <p:spPr>
          <a:xfrm rot="5400000">
            <a:off x="6496924" y="210593"/>
            <a:ext cx="4535635" cy="6854520"/>
          </a:xfrm>
          <a:custGeom>
            <a:avLst/>
            <a:gdLst>
              <a:gd name="connsiteX0" fmla="*/ 2838725 w 4535635"/>
              <a:gd name="connsiteY0" fmla="*/ 0 h 6854520"/>
              <a:gd name="connsiteX1" fmla="*/ 4441680 w 4535635"/>
              <a:gd name="connsiteY1" fmla="*/ 0 h 6854520"/>
              <a:gd name="connsiteX2" fmla="*/ 4468391 w 4535635"/>
              <a:gd name="connsiteY2" fmla="*/ 186615 h 6854520"/>
              <a:gd name="connsiteX3" fmla="*/ 4535635 w 4535635"/>
              <a:gd name="connsiteY3" fmla="*/ 1252607 h 6854520"/>
              <a:gd name="connsiteX4" fmla="*/ 2624406 w 4535635"/>
              <a:gd name="connsiteY4" fmla="*/ 6576502 h 6854520"/>
              <a:gd name="connsiteX5" fmla="*/ 2383581 w 4535635"/>
              <a:gd name="connsiteY5" fmla="*/ 6854520 h 6854520"/>
              <a:gd name="connsiteX6" fmla="*/ 0 w 4535635"/>
              <a:gd name="connsiteY6" fmla="*/ 6854520 h 6854520"/>
              <a:gd name="connsiteX7" fmla="*/ 227709 w 4535635"/>
              <a:gd name="connsiteY7" fmla="*/ 6692592 h 6854520"/>
              <a:gd name="connsiteX8" fmla="*/ 2954601 w 4535635"/>
              <a:gd name="connsiteY8" fmla="*/ 1252607 h 6854520"/>
              <a:gd name="connsiteX9" fmla="*/ 2876381 w 4535635"/>
              <a:gd name="connsiteY9" fmla="*/ 218762 h 6854520"/>
              <a:gd name="connsiteX10" fmla="*/ 2838725 w 4535635"/>
              <a:gd name="connsiteY10" fmla="*/ 0 h 685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5635" h="6854520">
                <a:moveTo>
                  <a:pt x="2838725" y="0"/>
                </a:moveTo>
                <a:lnTo>
                  <a:pt x="4441680" y="0"/>
                </a:lnTo>
                <a:lnTo>
                  <a:pt x="4468391" y="186615"/>
                </a:lnTo>
                <a:cubicBezTo>
                  <a:pt x="4512764" y="535691"/>
                  <a:pt x="4535635" y="891478"/>
                  <a:pt x="4535635" y="1252607"/>
                </a:cubicBezTo>
                <a:cubicBezTo>
                  <a:pt x="4535635" y="3274928"/>
                  <a:pt x="3818391" y="5129728"/>
                  <a:pt x="2624406" y="6576502"/>
                </a:cubicBezTo>
                <a:lnTo>
                  <a:pt x="2383581" y="6854520"/>
                </a:lnTo>
                <a:lnTo>
                  <a:pt x="0" y="6854520"/>
                </a:lnTo>
                <a:lnTo>
                  <a:pt x="227709" y="6692592"/>
                </a:lnTo>
                <a:cubicBezTo>
                  <a:pt x="1883100" y="5454599"/>
                  <a:pt x="2954601" y="3478734"/>
                  <a:pt x="2954601" y="1252607"/>
                </a:cubicBezTo>
                <a:cubicBezTo>
                  <a:pt x="2954601" y="901113"/>
                  <a:pt x="2927888" y="555858"/>
                  <a:pt x="2876381" y="218762"/>
                </a:cubicBezTo>
                <a:lnTo>
                  <a:pt x="2838725" y="0"/>
                </a:lnTo>
                <a:close/>
              </a:path>
            </a:pathLst>
          </a:custGeom>
          <a:gradFill flip="none" rotWithShape="1">
            <a:gsLst>
              <a:gs pos="100000">
                <a:schemeClr val="accent3"/>
              </a:gs>
              <a:gs pos="52000">
                <a:srgbClr val="000000">
                  <a:alpha val="0"/>
                </a:srgb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defTabSz="457200"/>
            <a:endParaRPr lang="en-US"/>
          </a:p>
        </p:txBody>
      </p:sp>
      <p:sp>
        <p:nvSpPr>
          <p:cNvPr id="2" name="Title 1">
            <a:extLst>
              <a:ext uri="{FF2B5EF4-FFF2-40B4-BE49-F238E27FC236}">
                <a16:creationId xmlns:a16="http://schemas.microsoft.com/office/drawing/2014/main" id="{71CE6B11-EA72-AD74-0DAF-D44087E9A55B}"/>
              </a:ext>
            </a:extLst>
          </p:cNvPr>
          <p:cNvSpPr>
            <a:spLocks noGrp="1"/>
          </p:cNvSpPr>
          <p:nvPr>
            <p:ph type="title"/>
          </p:nvPr>
        </p:nvSpPr>
        <p:spPr>
          <a:xfrm>
            <a:off x="229975" y="1529801"/>
            <a:ext cx="11697687" cy="648129"/>
          </a:xfrm>
        </p:spPr>
        <p:txBody>
          <a:bodyPr/>
          <a:lstStyle>
            <a:lvl1pPr algn="ctr">
              <a:defRPr>
                <a:solidFill>
                  <a:schemeClr val="accent4"/>
                </a:solidFill>
                <a:latin typeface="+mj-lt"/>
              </a:defRPr>
            </a:lvl1pPr>
          </a:lstStyle>
          <a:p>
            <a:r>
              <a:rPr lang="en-US"/>
              <a:t>Click to edit Master title style</a:t>
            </a:r>
          </a:p>
        </p:txBody>
      </p:sp>
      <p:sp>
        <p:nvSpPr>
          <p:cNvPr id="23" name="Date Placeholder 22">
            <a:extLst>
              <a:ext uri="{FF2B5EF4-FFF2-40B4-BE49-F238E27FC236}">
                <a16:creationId xmlns:a16="http://schemas.microsoft.com/office/drawing/2014/main" id="{F9086673-64EB-2695-3665-294CB207B00C}"/>
              </a:ext>
            </a:extLst>
          </p:cNvPr>
          <p:cNvSpPr>
            <a:spLocks noGrp="1"/>
          </p:cNvSpPr>
          <p:nvPr>
            <p:ph type="dt" sz="half" idx="14"/>
          </p:nvPr>
        </p:nvSpPr>
        <p:spPr>
          <a:xfrm>
            <a:off x="711099" y="7987322"/>
            <a:ext cx="1041503" cy="226025"/>
          </a:xfrm>
          <a:prstGeom prst="rect">
            <a:avLst/>
          </a:prstGeom>
        </p:spPr>
        <p:txBody>
          <a:bodyPr/>
          <a:lstStyle>
            <a:lvl1pPr>
              <a:defRPr>
                <a:solidFill>
                  <a:schemeClr val="bg1"/>
                </a:solidFill>
                <a:latin typeface="+mj-lt"/>
              </a:defRPr>
            </a:lvl1pPr>
          </a:lstStyle>
          <a:p>
            <a:fld id="{850E0E9A-0396-42CB-9E41-F1D1F666307C}" type="datetime1">
              <a:rPr lang="en-US" smtClean="0"/>
              <a:t>6/7/26</a:t>
            </a:fld>
            <a:endParaRPr lang="en-US"/>
          </a:p>
        </p:txBody>
      </p:sp>
      <p:sp>
        <p:nvSpPr>
          <p:cNvPr id="25" name="Slide Number Placeholder 24">
            <a:extLst>
              <a:ext uri="{FF2B5EF4-FFF2-40B4-BE49-F238E27FC236}">
                <a16:creationId xmlns:a16="http://schemas.microsoft.com/office/drawing/2014/main" id="{E3B10580-5101-AE82-D487-F878491C73B5}"/>
              </a:ext>
            </a:extLst>
          </p:cNvPr>
          <p:cNvSpPr>
            <a:spLocks noGrp="1"/>
          </p:cNvSpPr>
          <p:nvPr>
            <p:ph type="sldNum" sz="quarter" idx="16"/>
          </p:nvPr>
        </p:nvSpPr>
        <p:spPr>
          <a:xfrm>
            <a:off x="159612" y="7987322"/>
            <a:ext cx="387048" cy="226025"/>
          </a:xfrm>
          <a:prstGeom prst="rect">
            <a:avLst/>
          </a:prstGeom>
        </p:spPr>
        <p:txBody>
          <a:bodyPr/>
          <a:lstStyle>
            <a:lvl1pPr>
              <a:defRPr>
                <a:solidFill>
                  <a:schemeClr val="bg1"/>
                </a:solidFill>
                <a:latin typeface="+mj-lt"/>
              </a:defRPr>
            </a:lvl1pPr>
          </a:lstStyle>
          <a:p>
            <a:fld id="{5F2C3F4D-7337-4790-8D39-0A512A98C58F}" type="slidenum">
              <a:rPr lang="en-US" smtClean="0"/>
              <a:pPr/>
              <a:t>‹#›</a:t>
            </a:fld>
            <a:endParaRPr lang="en-US"/>
          </a:p>
        </p:txBody>
      </p:sp>
      <p:sp>
        <p:nvSpPr>
          <p:cNvPr id="5" name="Picture Placeholder 4">
            <a:extLst>
              <a:ext uri="{FF2B5EF4-FFF2-40B4-BE49-F238E27FC236}">
                <a16:creationId xmlns:a16="http://schemas.microsoft.com/office/drawing/2014/main" id="{BECF6A06-B901-F876-C033-5FF68959F8EB}"/>
              </a:ext>
            </a:extLst>
          </p:cNvPr>
          <p:cNvSpPr>
            <a:spLocks noGrp="1"/>
          </p:cNvSpPr>
          <p:nvPr>
            <p:ph type="pic" sz="quarter" idx="17"/>
          </p:nvPr>
        </p:nvSpPr>
        <p:spPr>
          <a:xfrm>
            <a:off x="4091754" y="2466974"/>
            <a:ext cx="4008492" cy="4391025"/>
          </a:xfrm>
          <a:noFill/>
        </p:spPr>
        <p:txBody>
          <a:bodyPr wrap="square" lIns="0" tIns="0" rIns="0" bIns="0" rtlCol="0"/>
          <a:lstStyle>
            <a:lvl1pPr marL="0" indent="0" algn="ctr">
              <a:buNone/>
              <a:defRPr lang="en-US" sz="2400" dirty="0">
                <a:latin typeface="+mj-lt"/>
              </a:defRPr>
            </a:lvl1pPr>
          </a:lstStyle>
          <a:p>
            <a:pPr marL="0" lvl="0" defTabSz="914400"/>
            <a:endParaRPr lang="en-US"/>
          </a:p>
        </p:txBody>
      </p:sp>
      <p:sp>
        <p:nvSpPr>
          <p:cNvPr id="4" name="TextBox 3">
            <a:extLst>
              <a:ext uri="{FF2B5EF4-FFF2-40B4-BE49-F238E27FC236}">
                <a16:creationId xmlns:a16="http://schemas.microsoft.com/office/drawing/2014/main" id="{765CCB53-679A-4467-C32C-62CF4C3366B9}"/>
              </a:ext>
            </a:extLst>
          </p:cNvPr>
          <p:cNvSpPr txBox="1"/>
          <p:nvPr userDrawn="1"/>
        </p:nvSpPr>
        <p:spPr>
          <a:xfrm>
            <a:off x="159612" y="6460346"/>
            <a:ext cx="609525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Trade Gothic Next"/>
                <a:ea typeface="+mn-ea"/>
                <a:cs typeface="+mn-cs"/>
              </a:rPr>
              <a:t>©  Milestone Technologies Inc. All Rights Reserved.      |      www.milestone.tech</a:t>
            </a:r>
          </a:p>
        </p:txBody>
      </p:sp>
      <p:pic>
        <p:nvPicPr>
          <p:cNvPr id="9" name="Picture 8" descr="A logo with a black background&#10;&#10;AI-generated content may be incorrect.">
            <a:extLst>
              <a:ext uri="{FF2B5EF4-FFF2-40B4-BE49-F238E27FC236}">
                <a16:creationId xmlns:a16="http://schemas.microsoft.com/office/drawing/2014/main" id="{D9E34040-4617-A5C0-AF01-AC9B79F3563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5588478" y="611679"/>
            <a:ext cx="1015044" cy="647682"/>
          </a:xfrm>
          <a:prstGeom prst="rect">
            <a:avLst/>
          </a:prstGeom>
        </p:spPr>
      </p:pic>
    </p:spTree>
    <p:extLst>
      <p:ext uri="{BB962C8B-B14F-4D97-AF65-F5344CB8AC3E}">
        <p14:creationId xmlns:p14="http://schemas.microsoft.com/office/powerpoint/2010/main" val="30623938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Picture Title Slide">
    <p:spTree>
      <p:nvGrpSpPr>
        <p:cNvPr id="1" name=""/>
        <p:cNvGrpSpPr/>
        <p:nvPr/>
      </p:nvGrpSpPr>
      <p:grpSpPr>
        <a:xfrm>
          <a:off x="0" y="0"/>
          <a:ext cx="0" cy="0"/>
          <a:chOff x="0" y="0"/>
          <a:chExt cx="0" cy="0"/>
        </a:xfrm>
      </p:grpSpPr>
      <p:pic>
        <p:nvPicPr>
          <p:cNvPr id="6" name="Picture 5" descr="A blue and pink light lines&#10;&#10;AI-generated content may be incorrect.">
            <a:extLst>
              <a:ext uri="{FF2B5EF4-FFF2-40B4-BE49-F238E27FC236}">
                <a16:creationId xmlns:a16="http://schemas.microsoft.com/office/drawing/2014/main" id="{E0868C5B-4259-900E-99CE-980E4E42A56D}"/>
              </a:ext>
            </a:extLst>
          </p:cNvPr>
          <p:cNvPicPr>
            <a:picLocks noChangeAspect="1"/>
          </p:cNvPicPr>
          <p:nvPr userDrawn="1"/>
        </p:nvPicPr>
        <p:blipFill>
          <a:blip r:embed="rId2">
            <a:extLst>
              <a:ext uri="{28A0092B-C50C-407E-A947-70E740481C1C}">
                <a14:useLocalDpi xmlns:a14="http://schemas.microsoft.com/office/drawing/2010/main" val="0"/>
              </a:ext>
            </a:extLst>
          </a:blip>
          <a:srcRect l="13175" r="13175"/>
          <a:stretch>
            <a:fillRect/>
          </a:stretch>
        </p:blipFill>
        <p:spPr>
          <a:xfrm>
            <a:off x="0" y="-21929"/>
            <a:ext cx="12192000" cy="6879929"/>
          </a:xfrm>
          <a:prstGeom prst="rect">
            <a:avLst/>
          </a:prstGeom>
        </p:spPr>
      </p:pic>
      <p:sp>
        <p:nvSpPr>
          <p:cNvPr id="2" name="Title 1">
            <a:extLst>
              <a:ext uri="{FF2B5EF4-FFF2-40B4-BE49-F238E27FC236}">
                <a16:creationId xmlns:a16="http://schemas.microsoft.com/office/drawing/2014/main" id="{71CE6B11-EA72-AD74-0DAF-D44087E9A55B}"/>
              </a:ext>
            </a:extLst>
          </p:cNvPr>
          <p:cNvSpPr>
            <a:spLocks noGrp="1"/>
          </p:cNvSpPr>
          <p:nvPr>
            <p:ph type="title" hasCustomPrompt="1"/>
          </p:nvPr>
        </p:nvSpPr>
        <p:spPr>
          <a:xfrm>
            <a:off x="3620264" y="2274850"/>
            <a:ext cx="4917110" cy="1668222"/>
          </a:xfrm>
        </p:spPr>
        <p:txBody>
          <a:bodyPr>
            <a:noAutofit/>
          </a:bodyPr>
          <a:lstStyle>
            <a:lvl1pPr algn="ctr">
              <a:defRPr sz="4000">
                <a:solidFill>
                  <a:schemeClr val="accent4"/>
                </a:solidFill>
                <a:latin typeface="+mj-lt"/>
              </a:defRPr>
            </a:lvl1pPr>
          </a:lstStyle>
          <a:p>
            <a:r>
              <a:rPr lang="en-US"/>
              <a:t>Separator slide text place holder</a:t>
            </a:r>
          </a:p>
        </p:txBody>
      </p:sp>
      <p:sp>
        <p:nvSpPr>
          <p:cNvPr id="23" name="Date Placeholder 22">
            <a:extLst>
              <a:ext uri="{FF2B5EF4-FFF2-40B4-BE49-F238E27FC236}">
                <a16:creationId xmlns:a16="http://schemas.microsoft.com/office/drawing/2014/main" id="{F9086673-64EB-2695-3665-294CB207B00C}"/>
              </a:ext>
            </a:extLst>
          </p:cNvPr>
          <p:cNvSpPr>
            <a:spLocks noGrp="1"/>
          </p:cNvSpPr>
          <p:nvPr>
            <p:ph type="dt" sz="half" idx="14"/>
          </p:nvPr>
        </p:nvSpPr>
        <p:spPr>
          <a:xfrm>
            <a:off x="711099" y="7987322"/>
            <a:ext cx="1041503" cy="226025"/>
          </a:xfrm>
          <a:prstGeom prst="rect">
            <a:avLst/>
          </a:prstGeom>
        </p:spPr>
        <p:txBody>
          <a:bodyPr/>
          <a:lstStyle>
            <a:lvl1pPr>
              <a:defRPr>
                <a:solidFill>
                  <a:schemeClr val="bg1"/>
                </a:solidFill>
                <a:latin typeface="+mj-lt"/>
              </a:defRPr>
            </a:lvl1pPr>
          </a:lstStyle>
          <a:p>
            <a:fld id="{850E0E9A-0396-42CB-9E41-F1D1F666307C}" type="datetime1">
              <a:rPr lang="en-US" smtClean="0"/>
              <a:t>6/7/26</a:t>
            </a:fld>
            <a:endParaRPr lang="en-US"/>
          </a:p>
        </p:txBody>
      </p:sp>
      <p:sp>
        <p:nvSpPr>
          <p:cNvPr id="25" name="Slide Number Placeholder 24">
            <a:extLst>
              <a:ext uri="{FF2B5EF4-FFF2-40B4-BE49-F238E27FC236}">
                <a16:creationId xmlns:a16="http://schemas.microsoft.com/office/drawing/2014/main" id="{E3B10580-5101-AE82-D487-F878491C73B5}"/>
              </a:ext>
            </a:extLst>
          </p:cNvPr>
          <p:cNvSpPr>
            <a:spLocks noGrp="1"/>
          </p:cNvSpPr>
          <p:nvPr>
            <p:ph type="sldNum" sz="quarter" idx="16"/>
          </p:nvPr>
        </p:nvSpPr>
        <p:spPr>
          <a:xfrm>
            <a:off x="159612" y="7987322"/>
            <a:ext cx="387048" cy="226025"/>
          </a:xfrm>
          <a:prstGeom prst="rect">
            <a:avLst/>
          </a:prstGeom>
        </p:spPr>
        <p:txBody>
          <a:bodyPr/>
          <a:lstStyle>
            <a:lvl1pPr>
              <a:defRPr>
                <a:solidFill>
                  <a:schemeClr val="bg1"/>
                </a:solidFill>
                <a:latin typeface="+mj-lt"/>
              </a:defRPr>
            </a:lvl1pPr>
          </a:lstStyle>
          <a:p>
            <a:fld id="{5F2C3F4D-7337-4790-8D39-0A512A98C58F}" type="slidenum">
              <a:rPr lang="en-US" smtClean="0"/>
              <a:pPr/>
              <a:t>‹#›</a:t>
            </a:fld>
            <a:endParaRPr lang="en-US"/>
          </a:p>
        </p:txBody>
      </p:sp>
      <p:sp>
        <p:nvSpPr>
          <p:cNvPr id="4" name="TextBox 3">
            <a:extLst>
              <a:ext uri="{FF2B5EF4-FFF2-40B4-BE49-F238E27FC236}">
                <a16:creationId xmlns:a16="http://schemas.microsoft.com/office/drawing/2014/main" id="{765CCB53-679A-4467-C32C-62CF4C3366B9}"/>
              </a:ext>
            </a:extLst>
          </p:cNvPr>
          <p:cNvSpPr txBox="1"/>
          <p:nvPr userDrawn="1"/>
        </p:nvSpPr>
        <p:spPr>
          <a:xfrm>
            <a:off x="159612" y="6460346"/>
            <a:ext cx="609525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Trade Gothic Next"/>
                <a:ea typeface="+mn-ea"/>
                <a:cs typeface="+mn-cs"/>
              </a:rPr>
              <a:t>©  Milestone Technologies Inc. All Rights Reserved.      |      www.milestone.tech</a:t>
            </a:r>
          </a:p>
        </p:txBody>
      </p:sp>
      <p:pic>
        <p:nvPicPr>
          <p:cNvPr id="3" name="Picture 2" descr="A white text on a black background&#10;&#10;AI-generated content may be incorrect.">
            <a:extLst>
              <a:ext uri="{FF2B5EF4-FFF2-40B4-BE49-F238E27FC236}">
                <a16:creationId xmlns:a16="http://schemas.microsoft.com/office/drawing/2014/main" id="{ED56F03A-57C7-7719-93A9-C29514FC403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03384" y="1195228"/>
            <a:ext cx="3185232" cy="493058"/>
          </a:xfrm>
          <a:prstGeom prst="rect">
            <a:avLst/>
          </a:prstGeom>
        </p:spPr>
      </p:pic>
    </p:spTree>
    <p:extLst>
      <p:ext uri="{BB962C8B-B14F-4D97-AF65-F5344CB8AC3E}">
        <p14:creationId xmlns:p14="http://schemas.microsoft.com/office/powerpoint/2010/main" val="26931983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Picture 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CF6A06-B901-F876-C033-5FF68959F8EB}"/>
              </a:ext>
            </a:extLst>
          </p:cNvPr>
          <p:cNvSpPr>
            <a:spLocks noGrp="1"/>
          </p:cNvSpPr>
          <p:nvPr>
            <p:ph type="pic" sz="quarter" idx="17"/>
          </p:nvPr>
        </p:nvSpPr>
        <p:spPr>
          <a:xfrm>
            <a:off x="-2" y="0"/>
            <a:ext cx="6181725" cy="6858000"/>
          </a:xfrm>
          <a:pattFill prst="pct90">
            <a:fgClr>
              <a:srgbClr val="000000"/>
            </a:fgClr>
            <a:bgClr>
              <a:schemeClr val="bg1"/>
            </a:bgClr>
          </a:pattFill>
          <a:ln>
            <a:noFill/>
          </a:ln>
        </p:spPr>
        <p:txBody>
          <a:bodyPr wrap="square" lIns="0" tIns="0" rIns="0" bIns="0" rtlCol="0"/>
          <a:lstStyle>
            <a:lvl1pPr marL="0" indent="0" algn="ctr">
              <a:buNone/>
              <a:defRPr lang="en-US" sz="2400" dirty="0">
                <a:latin typeface="+mj-lt"/>
              </a:defRPr>
            </a:lvl1pPr>
          </a:lstStyle>
          <a:p>
            <a:pPr marL="0" lvl="0" defTabSz="914400"/>
            <a:endParaRPr lang="en-US"/>
          </a:p>
        </p:txBody>
      </p:sp>
      <p:sp>
        <p:nvSpPr>
          <p:cNvPr id="11" name="TextBox 10">
            <a:extLst>
              <a:ext uri="{FF2B5EF4-FFF2-40B4-BE49-F238E27FC236}">
                <a16:creationId xmlns:a16="http://schemas.microsoft.com/office/drawing/2014/main" id="{89E65900-9378-5801-3712-88AE4473202A}"/>
              </a:ext>
            </a:extLst>
          </p:cNvPr>
          <p:cNvSpPr txBox="1"/>
          <p:nvPr userDrawn="1"/>
        </p:nvSpPr>
        <p:spPr>
          <a:xfrm>
            <a:off x="5893419" y="6424151"/>
            <a:ext cx="6095256"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sp>
        <p:nvSpPr>
          <p:cNvPr id="13" name="Text Placeholder 57">
            <a:extLst>
              <a:ext uri="{FF2B5EF4-FFF2-40B4-BE49-F238E27FC236}">
                <a16:creationId xmlns:a16="http://schemas.microsoft.com/office/drawing/2014/main" id="{1CE4B039-CF7C-7485-E69F-818CEB67DBAE}"/>
              </a:ext>
            </a:extLst>
          </p:cNvPr>
          <p:cNvSpPr>
            <a:spLocks noGrp="1"/>
          </p:cNvSpPr>
          <p:nvPr>
            <p:ph type="body" sz="quarter" idx="16" hasCustomPrompt="1"/>
          </p:nvPr>
        </p:nvSpPr>
        <p:spPr>
          <a:xfrm>
            <a:off x="6487987" y="1386136"/>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sp>
        <p:nvSpPr>
          <p:cNvPr id="14" name="Text Placeholder 57">
            <a:extLst>
              <a:ext uri="{FF2B5EF4-FFF2-40B4-BE49-F238E27FC236}">
                <a16:creationId xmlns:a16="http://schemas.microsoft.com/office/drawing/2014/main" id="{6BD272AB-D210-BA87-0121-3D025F21863C}"/>
              </a:ext>
            </a:extLst>
          </p:cNvPr>
          <p:cNvSpPr>
            <a:spLocks noGrp="1"/>
          </p:cNvSpPr>
          <p:nvPr>
            <p:ph type="body" sz="quarter" idx="18" hasCustomPrompt="1"/>
          </p:nvPr>
        </p:nvSpPr>
        <p:spPr>
          <a:xfrm>
            <a:off x="6487987" y="2248414"/>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sp>
        <p:nvSpPr>
          <p:cNvPr id="15" name="Text Placeholder 57">
            <a:extLst>
              <a:ext uri="{FF2B5EF4-FFF2-40B4-BE49-F238E27FC236}">
                <a16:creationId xmlns:a16="http://schemas.microsoft.com/office/drawing/2014/main" id="{D73C2BA4-D8DE-FF02-9A3C-60615BDB377A}"/>
              </a:ext>
            </a:extLst>
          </p:cNvPr>
          <p:cNvSpPr>
            <a:spLocks noGrp="1"/>
          </p:cNvSpPr>
          <p:nvPr>
            <p:ph type="body" sz="quarter" idx="19" hasCustomPrompt="1"/>
          </p:nvPr>
        </p:nvSpPr>
        <p:spPr>
          <a:xfrm>
            <a:off x="6487987" y="3110692"/>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sp>
        <p:nvSpPr>
          <p:cNvPr id="16" name="Text Placeholder 57">
            <a:extLst>
              <a:ext uri="{FF2B5EF4-FFF2-40B4-BE49-F238E27FC236}">
                <a16:creationId xmlns:a16="http://schemas.microsoft.com/office/drawing/2014/main" id="{D33DEB08-AC60-A553-2CD6-A7A143700DCC}"/>
              </a:ext>
            </a:extLst>
          </p:cNvPr>
          <p:cNvSpPr>
            <a:spLocks noGrp="1"/>
          </p:cNvSpPr>
          <p:nvPr>
            <p:ph type="body" sz="quarter" idx="20" hasCustomPrompt="1"/>
          </p:nvPr>
        </p:nvSpPr>
        <p:spPr>
          <a:xfrm>
            <a:off x="6487987" y="3972970"/>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sp>
        <p:nvSpPr>
          <p:cNvPr id="17" name="Text Placeholder 57">
            <a:extLst>
              <a:ext uri="{FF2B5EF4-FFF2-40B4-BE49-F238E27FC236}">
                <a16:creationId xmlns:a16="http://schemas.microsoft.com/office/drawing/2014/main" id="{7C15C6F0-983B-8A8C-4D75-8491B53DFCD3}"/>
              </a:ext>
            </a:extLst>
          </p:cNvPr>
          <p:cNvSpPr>
            <a:spLocks noGrp="1"/>
          </p:cNvSpPr>
          <p:nvPr>
            <p:ph type="body" sz="quarter" idx="21" hasCustomPrompt="1"/>
          </p:nvPr>
        </p:nvSpPr>
        <p:spPr>
          <a:xfrm>
            <a:off x="6487987" y="4835248"/>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sp>
        <p:nvSpPr>
          <p:cNvPr id="18" name="Text Placeholder 57">
            <a:extLst>
              <a:ext uri="{FF2B5EF4-FFF2-40B4-BE49-F238E27FC236}">
                <a16:creationId xmlns:a16="http://schemas.microsoft.com/office/drawing/2014/main" id="{42A21086-3717-1ABE-35E9-DF5E490B68BA}"/>
              </a:ext>
            </a:extLst>
          </p:cNvPr>
          <p:cNvSpPr>
            <a:spLocks noGrp="1"/>
          </p:cNvSpPr>
          <p:nvPr>
            <p:ph type="body" sz="quarter" idx="22" hasCustomPrompt="1"/>
          </p:nvPr>
        </p:nvSpPr>
        <p:spPr>
          <a:xfrm>
            <a:off x="6487987" y="5697526"/>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cxnSp>
        <p:nvCxnSpPr>
          <p:cNvPr id="20" name="Straight Connector 19">
            <a:extLst>
              <a:ext uri="{FF2B5EF4-FFF2-40B4-BE49-F238E27FC236}">
                <a16:creationId xmlns:a16="http://schemas.microsoft.com/office/drawing/2014/main" id="{2A466431-708B-78CE-3939-1CCC823C7078}"/>
              </a:ext>
            </a:extLst>
          </p:cNvPr>
          <p:cNvCxnSpPr/>
          <p:nvPr userDrawn="1"/>
        </p:nvCxnSpPr>
        <p:spPr>
          <a:xfrm>
            <a:off x="6181723" y="1946541"/>
            <a:ext cx="601027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4BF9FDE-00CB-317F-2D39-EF718434D978}"/>
              </a:ext>
            </a:extLst>
          </p:cNvPr>
          <p:cNvCxnSpPr/>
          <p:nvPr userDrawn="1"/>
        </p:nvCxnSpPr>
        <p:spPr>
          <a:xfrm>
            <a:off x="6181723" y="2808819"/>
            <a:ext cx="601027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5B8E4DE-6279-86C5-04AC-EB589B6EF3A9}"/>
              </a:ext>
            </a:extLst>
          </p:cNvPr>
          <p:cNvCxnSpPr/>
          <p:nvPr userDrawn="1"/>
        </p:nvCxnSpPr>
        <p:spPr>
          <a:xfrm>
            <a:off x="6181723" y="3671097"/>
            <a:ext cx="601027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95D25A1-F3DA-81D5-ECE1-6696E693275A}"/>
              </a:ext>
            </a:extLst>
          </p:cNvPr>
          <p:cNvCxnSpPr/>
          <p:nvPr userDrawn="1"/>
        </p:nvCxnSpPr>
        <p:spPr>
          <a:xfrm>
            <a:off x="6181723" y="4533375"/>
            <a:ext cx="601027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4FAAD3D-12AC-DE83-4529-9AA5CFABBAC9}"/>
              </a:ext>
            </a:extLst>
          </p:cNvPr>
          <p:cNvCxnSpPr/>
          <p:nvPr userDrawn="1"/>
        </p:nvCxnSpPr>
        <p:spPr>
          <a:xfrm>
            <a:off x="6181723" y="5395653"/>
            <a:ext cx="601027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Text Placeholder 57">
            <a:extLst>
              <a:ext uri="{FF2B5EF4-FFF2-40B4-BE49-F238E27FC236}">
                <a16:creationId xmlns:a16="http://schemas.microsoft.com/office/drawing/2014/main" id="{8103188E-C2B8-FCE3-6126-54AEAB85B4A9}"/>
              </a:ext>
            </a:extLst>
          </p:cNvPr>
          <p:cNvSpPr>
            <a:spLocks noGrp="1"/>
          </p:cNvSpPr>
          <p:nvPr>
            <p:ph type="body" sz="quarter" idx="23" hasCustomPrompt="1"/>
          </p:nvPr>
        </p:nvSpPr>
        <p:spPr>
          <a:xfrm>
            <a:off x="10614025" y="1358436"/>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sp>
        <p:nvSpPr>
          <p:cNvPr id="31" name="Text Placeholder 57">
            <a:extLst>
              <a:ext uri="{FF2B5EF4-FFF2-40B4-BE49-F238E27FC236}">
                <a16:creationId xmlns:a16="http://schemas.microsoft.com/office/drawing/2014/main" id="{A79A2591-D32E-9B4D-3F34-AE81FE9327A6}"/>
              </a:ext>
            </a:extLst>
          </p:cNvPr>
          <p:cNvSpPr>
            <a:spLocks noGrp="1"/>
          </p:cNvSpPr>
          <p:nvPr>
            <p:ph type="body" sz="quarter" idx="24" hasCustomPrompt="1"/>
          </p:nvPr>
        </p:nvSpPr>
        <p:spPr>
          <a:xfrm>
            <a:off x="10614025" y="2220714"/>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sp>
        <p:nvSpPr>
          <p:cNvPr id="32" name="Text Placeholder 57">
            <a:extLst>
              <a:ext uri="{FF2B5EF4-FFF2-40B4-BE49-F238E27FC236}">
                <a16:creationId xmlns:a16="http://schemas.microsoft.com/office/drawing/2014/main" id="{FFFA05B2-2A94-4505-A8E0-9FBF4C8869C8}"/>
              </a:ext>
            </a:extLst>
          </p:cNvPr>
          <p:cNvSpPr>
            <a:spLocks noGrp="1"/>
          </p:cNvSpPr>
          <p:nvPr>
            <p:ph type="body" sz="quarter" idx="25" hasCustomPrompt="1"/>
          </p:nvPr>
        </p:nvSpPr>
        <p:spPr>
          <a:xfrm>
            <a:off x="10614025" y="3082992"/>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sp>
        <p:nvSpPr>
          <p:cNvPr id="33" name="Text Placeholder 57">
            <a:extLst>
              <a:ext uri="{FF2B5EF4-FFF2-40B4-BE49-F238E27FC236}">
                <a16:creationId xmlns:a16="http://schemas.microsoft.com/office/drawing/2014/main" id="{83D10275-50C6-EDFE-1C4D-F66792DFF428}"/>
              </a:ext>
            </a:extLst>
          </p:cNvPr>
          <p:cNvSpPr>
            <a:spLocks noGrp="1"/>
          </p:cNvSpPr>
          <p:nvPr>
            <p:ph type="body" sz="quarter" idx="26" hasCustomPrompt="1"/>
          </p:nvPr>
        </p:nvSpPr>
        <p:spPr>
          <a:xfrm>
            <a:off x="10614025" y="3945270"/>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sp>
        <p:nvSpPr>
          <p:cNvPr id="34" name="Text Placeholder 57">
            <a:extLst>
              <a:ext uri="{FF2B5EF4-FFF2-40B4-BE49-F238E27FC236}">
                <a16:creationId xmlns:a16="http://schemas.microsoft.com/office/drawing/2014/main" id="{935707B2-4E7F-E2C1-DC57-C80862A8E814}"/>
              </a:ext>
            </a:extLst>
          </p:cNvPr>
          <p:cNvSpPr>
            <a:spLocks noGrp="1"/>
          </p:cNvSpPr>
          <p:nvPr>
            <p:ph type="body" sz="quarter" idx="27" hasCustomPrompt="1"/>
          </p:nvPr>
        </p:nvSpPr>
        <p:spPr>
          <a:xfrm>
            <a:off x="10614025" y="4807548"/>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sp>
        <p:nvSpPr>
          <p:cNvPr id="35" name="Text Placeholder 57">
            <a:extLst>
              <a:ext uri="{FF2B5EF4-FFF2-40B4-BE49-F238E27FC236}">
                <a16:creationId xmlns:a16="http://schemas.microsoft.com/office/drawing/2014/main" id="{5F8863A8-A595-7B00-CE76-28335F7366BC}"/>
              </a:ext>
            </a:extLst>
          </p:cNvPr>
          <p:cNvSpPr>
            <a:spLocks noGrp="1"/>
          </p:cNvSpPr>
          <p:nvPr>
            <p:ph type="body" sz="quarter" idx="28" hasCustomPrompt="1"/>
          </p:nvPr>
        </p:nvSpPr>
        <p:spPr>
          <a:xfrm>
            <a:off x="10614025" y="5669826"/>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sp>
        <p:nvSpPr>
          <p:cNvPr id="36" name="Text Placeholder 57">
            <a:extLst>
              <a:ext uri="{FF2B5EF4-FFF2-40B4-BE49-F238E27FC236}">
                <a16:creationId xmlns:a16="http://schemas.microsoft.com/office/drawing/2014/main" id="{6B8BE3D0-AC64-A8ED-90F2-115C512A83AE}"/>
              </a:ext>
            </a:extLst>
          </p:cNvPr>
          <p:cNvSpPr>
            <a:spLocks noGrp="1"/>
          </p:cNvSpPr>
          <p:nvPr>
            <p:ph type="body" sz="quarter" idx="29" hasCustomPrompt="1"/>
          </p:nvPr>
        </p:nvSpPr>
        <p:spPr>
          <a:xfrm>
            <a:off x="6487987" y="583248"/>
            <a:ext cx="3851401" cy="258532"/>
          </a:xfrm>
        </p:spPr>
        <p:txBody>
          <a:bodyPr wrap="square" anchor="ctr">
            <a:spAutoFit/>
          </a:bodyPr>
          <a:lstStyle>
            <a:lvl1pPr marL="0" indent="0">
              <a:buNone/>
              <a:defRPr sz="1200">
                <a:solidFill>
                  <a:schemeClr val="bg1"/>
                </a:solidFill>
              </a:defRPr>
            </a:lvl1pPr>
          </a:lstStyle>
          <a:p>
            <a:pPr lvl="0"/>
            <a:r>
              <a:rPr lang="en-US"/>
              <a:t>Sub Headline // Presentation 2025</a:t>
            </a:r>
          </a:p>
        </p:txBody>
      </p:sp>
      <p:sp>
        <p:nvSpPr>
          <p:cNvPr id="37" name="Text Placeholder 57">
            <a:extLst>
              <a:ext uri="{FF2B5EF4-FFF2-40B4-BE49-F238E27FC236}">
                <a16:creationId xmlns:a16="http://schemas.microsoft.com/office/drawing/2014/main" id="{6397991B-570D-FC9F-94EC-6BE2373D926E}"/>
              </a:ext>
            </a:extLst>
          </p:cNvPr>
          <p:cNvSpPr>
            <a:spLocks noGrp="1"/>
          </p:cNvSpPr>
          <p:nvPr>
            <p:ph type="body" sz="quarter" idx="30" hasCustomPrompt="1"/>
          </p:nvPr>
        </p:nvSpPr>
        <p:spPr>
          <a:xfrm>
            <a:off x="10614025" y="555548"/>
            <a:ext cx="581025" cy="313932"/>
          </a:xfrm>
        </p:spPr>
        <p:txBody>
          <a:bodyPr wrap="square" anchor="ctr">
            <a:noAutofit/>
          </a:bodyPr>
          <a:lstStyle>
            <a:lvl1pPr marL="0" indent="0" algn="ctr">
              <a:buNone/>
              <a:defRPr sz="900">
                <a:solidFill>
                  <a:schemeClr val="bg1"/>
                </a:solidFill>
              </a:defRPr>
            </a:lvl1pPr>
          </a:lstStyle>
          <a:p>
            <a:pPr lvl="0"/>
            <a:r>
              <a:rPr lang="en-US"/>
              <a:t>Slide</a:t>
            </a:r>
          </a:p>
        </p:txBody>
      </p:sp>
      <p:cxnSp>
        <p:nvCxnSpPr>
          <p:cNvPr id="38" name="Straight Connector 37">
            <a:extLst>
              <a:ext uri="{FF2B5EF4-FFF2-40B4-BE49-F238E27FC236}">
                <a16:creationId xmlns:a16="http://schemas.microsoft.com/office/drawing/2014/main" id="{EA31106E-7365-3808-8E3F-3121804B0942}"/>
              </a:ext>
            </a:extLst>
          </p:cNvPr>
          <p:cNvCxnSpPr/>
          <p:nvPr userDrawn="1"/>
        </p:nvCxnSpPr>
        <p:spPr>
          <a:xfrm>
            <a:off x="6181723" y="1099048"/>
            <a:ext cx="601027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1" name="Google Shape;145;p13">
            <a:extLst>
              <a:ext uri="{FF2B5EF4-FFF2-40B4-BE49-F238E27FC236}">
                <a16:creationId xmlns:a16="http://schemas.microsoft.com/office/drawing/2014/main" id="{88725AC9-0B5C-E7CD-2C0F-766A5CDD876A}"/>
              </a:ext>
            </a:extLst>
          </p:cNvPr>
          <p:cNvGrpSpPr>
            <a:grpSpLocks/>
          </p:cNvGrpSpPr>
          <p:nvPr userDrawn="1"/>
        </p:nvGrpSpPr>
        <p:grpSpPr>
          <a:xfrm rot="10800000" flipH="1">
            <a:off x="11456077" y="598645"/>
            <a:ext cx="185969" cy="227739"/>
            <a:chOff x="7408700" y="3282360"/>
            <a:chExt cx="219652" cy="268983"/>
          </a:xfrm>
          <a:solidFill>
            <a:schemeClr val="accent3"/>
          </a:solidFill>
        </p:grpSpPr>
        <p:sp>
          <p:nvSpPr>
            <p:cNvPr id="42" name="Google Shape;146;p13">
              <a:extLst>
                <a:ext uri="{FF2B5EF4-FFF2-40B4-BE49-F238E27FC236}">
                  <a16:creationId xmlns:a16="http://schemas.microsoft.com/office/drawing/2014/main" id="{4017855D-BC33-C13E-4CE4-BD1B3044A0A3}"/>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3" name="Google Shape;147;p13">
              <a:extLst>
                <a:ext uri="{FF2B5EF4-FFF2-40B4-BE49-F238E27FC236}">
                  <a16:creationId xmlns:a16="http://schemas.microsoft.com/office/drawing/2014/main" id="{E1C62C18-68E2-E441-7EE8-B17A0DE9E267}"/>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4" name="Google Shape;148;p13">
              <a:extLst>
                <a:ext uri="{FF2B5EF4-FFF2-40B4-BE49-F238E27FC236}">
                  <a16:creationId xmlns:a16="http://schemas.microsoft.com/office/drawing/2014/main" id="{0921F572-4283-1089-64D2-ABBB2C96D7D0}"/>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45" name="Google Shape;145;p13">
            <a:extLst>
              <a:ext uri="{FF2B5EF4-FFF2-40B4-BE49-F238E27FC236}">
                <a16:creationId xmlns:a16="http://schemas.microsoft.com/office/drawing/2014/main" id="{8748D6F2-7B5A-F263-2C57-08CFB30C99B6}"/>
              </a:ext>
            </a:extLst>
          </p:cNvPr>
          <p:cNvGrpSpPr>
            <a:grpSpLocks/>
          </p:cNvGrpSpPr>
          <p:nvPr userDrawn="1"/>
        </p:nvGrpSpPr>
        <p:grpSpPr>
          <a:xfrm rot="10800000" flipH="1">
            <a:off x="11456077" y="1400922"/>
            <a:ext cx="185969" cy="227739"/>
            <a:chOff x="7408700" y="3282360"/>
            <a:chExt cx="219652" cy="268983"/>
          </a:xfrm>
          <a:solidFill>
            <a:schemeClr val="accent2"/>
          </a:solidFill>
        </p:grpSpPr>
        <p:sp>
          <p:nvSpPr>
            <p:cNvPr id="46" name="Google Shape;146;p13">
              <a:extLst>
                <a:ext uri="{FF2B5EF4-FFF2-40B4-BE49-F238E27FC236}">
                  <a16:creationId xmlns:a16="http://schemas.microsoft.com/office/drawing/2014/main" id="{92082298-8B50-C7B1-3273-B3A2E101A211}"/>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7" name="Google Shape;147;p13">
              <a:extLst>
                <a:ext uri="{FF2B5EF4-FFF2-40B4-BE49-F238E27FC236}">
                  <a16:creationId xmlns:a16="http://schemas.microsoft.com/office/drawing/2014/main" id="{22F478B7-ED25-6579-4C17-ABC87D81E3A0}"/>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8" name="Google Shape;148;p13">
              <a:extLst>
                <a:ext uri="{FF2B5EF4-FFF2-40B4-BE49-F238E27FC236}">
                  <a16:creationId xmlns:a16="http://schemas.microsoft.com/office/drawing/2014/main" id="{B13E6618-28F4-E6F4-606E-89D7B1B7C966}"/>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49" name="Google Shape;145;p13">
            <a:extLst>
              <a:ext uri="{FF2B5EF4-FFF2-40B4-BE49-F238E27FC236}">
                <a16:creationId xmlns:a16="http://schemas.microsoft.com/office/drawing/2014/main" id="{3D1D9557-256B-7587-6D54-E80D32C41CFA}"/>
              </a:ext>
            </a:extLst>
          </p:cNvPr>
          <p:cNvGrpSpPr>
            <a:grpSpLocks/>
          </p:cNvGrpSpPr>
          <p:nvPr userDrawn="1"/>
        </p:nvGrpSpPr>
        <p:grpSpPr>
          <a:xfrm rot="10800000" flipH="1">
            <a:off x="11456077" y="2263810"/>
            <a:ext cx="185969" cy="227739"/>
            <a:chOff x="7408700" y="3282360"/>
            <a:chExt cx="219652" cy="268983"/>
          </a:xfrm>
          <a:solidFill>
            <a:schemeClr val="accent6"/>
          </a:solidFill>
        </p:grpSpPr>
        <p:sp>
          <p:nvSpPr>
            <p:cNvPr id="50" name="Google Shape;146;p13">
              <a:extLst>
                <a:ext uri="{FF2B5EF4-FFF2-40B4-BE49-F238E27FC236}">
                  <a16:creationId xmlns:a16="http://schemas.microsoft.com/office/drawing/2014/main" id="{25A7E373-3D8F-44C7-4A64-7760FA5352A3}"/>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1" name="Google Shape;147;p13">
              <a:extLst>
                <a:ext uri="{FF2B5EF4-FFF2-40B4-BE49-F238E27FC236}">
                  <a16:creationId xmlns:a16="http://schemas.microsoft.com/office/drawing/2014/main" id="{58A50905-70B6-38BB-1563-8CEF63AD9BB2}"/>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2" name="Google Shape;148;p13">
              <a:extLst>
                <a:ext uri="{FF2B5EF4-FFF2-40B4-BE49-F238E27FC236}">
                  <a16:creationId xmlns:a16="http://schemas.microsoft.com/office/drawing/2014/main" id="{DB84D671-F74E-7E64-15EB-09293835D64C}"/>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53" name="Google Shape;145;p13">
            <a:extLst>
              <a:ext uri="{FF2B5EF4-FFF2-40B4-BE49-F238E27FC236}">
                <a16:creationId xmlns:a16="http://schemas.microsoft.com/office/drawing/2014/main" id="{CCE7F309-2788-F8B8-3833-839E6AA21D3A}"/>
              </a:ext>
            </a:extLst>
          </p:cNvPr>
          <p:cNvGrpSpPr>
            <a:grpSpLocks/>
          </p:cNvGrpSpPr>
          <p:nvPr userDrawn="1"/>
        </p:nvGrpSpPr>
        <p:grpSpPr>
          <a:xfrm rot="10800000" flipH="1">
            <a:off x="11456077" y="3126088"/>
            <a:ext cx="185969" cy="227739"/>
            <a:chOff x="7408700" y="3282360"/>
            <a:chExt cx="219652" cy="268983"/>
          </a:xfrm>
          <a:solidFill>
            <a:schemeClr val="accent2"/>
          </a:solidFill>
        </p:grpSpPr>
        <p:sp>
          <p:nvSpPr>
            <p:cNvPr id="54" name="Google Shape;146;p13">
              <a:extLst>
                <a:ext uri="{FF2B5EF4-FFF2-40B4-BE49-F238E27FC236}">
                  <a16:creationId xmlns:a16="http://schemas.microsoft.com/office/drawing/2014/main" id="{22CFA95D-9639-6A09-6B1E-842BDFC28782}"/>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5" name="Google Shape;147;p13">
              <a:extLst>
                <a:ext uri="{FF2B5EF4-FFF2-40B4-BE49-F238E27FC236}">
                  <a16:creationId xmlns:a16="http://schemas.microsoft.com/office/drawing/2014/main" id="{EDB03B87-49AA-4A85-1FC5-9BC107957E1E}"/>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6" name="Google Shape;148;p13">
              <a:extLst>
                <a:ext uri="{FF2B5EF4-FFF2-40B4-BE49-F238E27FC236}">
                  <a16:creationId xmlns:a16="http://schemas.microsoft.com/office/drawing/2014/main" id="{1E927243-A7F7-20E9-1A9E-6D6C7AC74345}"/>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57" name="Google Shape;145;p13">
            <a:extLst>
              <a:ext uri="{FF2B5EF4-FFF2-40B4-BE49-F238E27FC236}">
                <a16:creationId xmlns:a16="http://schemas.microsoft.com/office/drawing/2014/main" id="{EE134ABE-2105-68D0-DC8C-638B4DCDD02C}"/>
              </a:ext>
            </a:extLst>
          </p:cNvPr>
          <p:cNvGrpSpPr>
            <a:grpSpLocks/>
          </p:cNvGrpSpPr>
          <p:nvPr userDrawn="1"/>
        </p:nvGrpSpPr>
        <p:grpSpPr>
          <a:xfrm rot="10800000" flipH="1">
            <a:off x="11456077" y="3988366"/>
            <a:ext cx="185969" cy="227739"/>
            <a:chOff x="7408700" y="3282360"/>
            <a:chExt cx="219652" cy="268983"/>
          </a:xfrm>
          <a:solidFill>
            <a:schemeClr val="accent3"/>
          </a:solidFill>
        </p:grpSpPr>
        <p:sp>
          <p:nvSpPr>
            <p:cNvPr id="58" name="Google Shape;146;p13">
              <a:extLst>
                <a:ext uri="{FF2B5EF4-FFF2-40B4-BE49-F238E27FC236}">
                  <a16:creationId xmlns:a16="http://schemas.microsoft.com/office/drawing/2014/main" id="{FDCADCA6-2EF2-FB21-D387-17172442F334}"/>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9" name="Google Shape;147;p13">
              <a:extLst>
                <a:ext uri="{FF2B5EF4-FFF2-40B4-BE49-F238E27FC236}">
                  <a16:creationId xmlns:a16="http://schemas.microsoft.com/office/drawing/2014/main" id="{7CFADF5D-CE0B-90F8-02BB-48F476DFF79F}"/>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0" name="Google Shape;148;p13">
              <a:extLst>
                <a:ext uri="{FF2B5EF4-FFF2-40B4-BE49-F238E27FC236}">
                  <a16:creationId xmlns:a16="http://schemas.microsoft.com/office/drawing/2014/main" id="{382E703C-8123-0EDE-BCBC-B9F3A828B58E}"/>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61" name="Google Shape;145;p13">
            <a:extLst>
              <a:ext uri="{FF2B5EF4-FFF2-40B4-BE49-F238E27FC236}">
                <a16:creationId xmlns:a16="http://schemas.microsoft.com/office/drawing/2014/main" id="{FDE4C570-86A6-FDEF-719F-28088C59FE2A}"/>
              </a:ext>
            </a:extLst>
          </p:cNvPr>
          <p:cNvGrpSpPr>
            <a:grpSpLocks/>
          </p:cNvGrpSpPr>
          <p:nvPr userDrawn="1"/>
        </p:nvGrpSpPr>
        <p:grpSpPr>
          <a:xfrm rot="10800000" flipH="1">
            <a:off x="11456077" y="4850644"/>
            <a:ext cx="185969" cy="227739"/>
            <a:chOff x="7408700" y="3282360"/>
            <a:chExt cx="219652" cy="268983"/>
          </a:xfrm>
          <a:solidFill>
            <a:schemeClr val="accent6"/>
          </a:solidFill>
        </p:grpSpPr>
        <p:sp>
          <p:nvSpPr>
            <p:cNvPr id="62" name="Google Shape;146;p13">
              <a:extLst>
                <a:ext uri="{FF2B5EF4-FFF2-40B4-BE49-F238E27FC236}">
                  <a16:creationId xmlns:a16="http://schemas.microsoft.com/office/drawing/2014/main" id="{B7954BFE-DD28-83CC-67FD-C3632ABC896A}"/>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3" name="Google Shape;147;p13">
              <a:extLst>
                <a:ext uri="{FF2B5EF4-FFF2-40B4-BE49-F238E27FC236}">
                  <a16:creationId xmlns:a16="http://schemas.microsoft.com/office/drawing/2014/main" id="{8DEF152C-DD64-429B-1D36-C920DD19A432}"/>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4" name="Google Shape;148;p13">
              <a:extLst>
                <a:ext uri="{FF2B5EF4-FFF2-40B4-BE49-F238E27FC236}">
                  <a16:creationId xmlns:a16="http://schemas.microsoft.com/office/drawing/2014/main" id="{CE4E48D4-7024-D968-3DD8-36661E754ED9}"/>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65" name="Google Shape;145;p13">
            <a:extLst>
              <a:ext uri="{FF2B5EF4-FFF2-40B4-BE49-F238E27FC236}">
                <a16:creationId xmlns:a16="http://schemas.microsoft.com/office/drawing/2014/main" id="{522101A1-2863-3498-DD84-DA6CE156C5BB}"/>
              </a:ext>
            </a:extLst>
          </p:cNvPr>
          <p:cNvGrpSpPr>
            <a:grpSpLocks/>
          </p:cNvGrpSpPr>
          <p:nvPr userDrawn="1"/>
        </p:nvGrpSpPr>
        <p:grpSpPr>
          <a:xfrm rot="10800000" flipH="1">
            <a:off x="11456077" y="5712922"/>
            <a:ext cx="185969" cy="227739"/>
            <a:chOff x="7408700" y="3282360"/>
            <a:chExt cx="219652" cy="268983"/>
          </a:xfrm>
          <a:solidFill>
            <a:schemeClr val="accent2"/>
          </a:solidFill>
        </p:grpSpPr>
        <p:sp>
          <p:nvSpPr>
            <p:cNvPr id="66" name="Google Shape;146;p13">
              <a:extLst>
                <a:ext uri="{FF2B5EF4-FFF2-40B4-BE49-F238E27FC236}">
                  <a16:creationId xmlns:a16="http://schemas.microsoft.com/office/drawing/2014/main" id="{2F7F10A2-DF0A-0F9A-F912-712E6BFE6AF8}"/>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7" name="Google Shape;147;p13">
              <a:extLst>
                <a:ext uri="{FF2B5EF4-FFF2-40B4-BE49-F238E27FC236}">
                  <a16:creationId xmlns:a16="http://schemas.microsoft.com/office/drawing/2014/main" id="{8CEF657A-EF3D-BFDE-BAC7-CBBA749DDBB1}"/>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8" name="Google Shape;148;p13">
              <a:extLst>
                <a:ext uri="{FF2B5EF4-FFF2-40B4-BE49-F238E27FC236}">
                  <a16:creationId xmlns:a16="http://schemas.microsoft.com/office/drawing/2014/main" id="{25F2D036-DFAF-74E4-6CF5-12AC58E106BA}"/>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pic>
        <p:nvPicPr>
          <p:cNvPr id="72" name="Picture 71" descr="A logo with a black background&#10;&#10;AI-generated content may be incorrect.">
            <a:extLst>
              <a:ext uri="{FF2B5EF4-FFF2-40B4-BE49-F238E27FC236}">
                <a16:creationId xmlns:a16="http://schemas.microsoft.com/office/drawing/2014/main" id="{B707A58A-AA4A-80CD-5E6D-06A35C5C62C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89428" y="388673"/>
            <a:ext cx="1015044" cy="647682"/>
          </a:xfrm>
          <a:prstGeom prst="rect">
            <a:avLst/>
          </a:prstGeom>
        </p:spPr>
      </p:pic>
    </p:spTree>
    <p:extLst>
      <p:ext uri="{BB962C8B-B14F-4D97-AF65-F5344CB8AC3E}">
        <p14:creationId xmlns:p14="http://schemas.microsoft.com/office/powerpoint/2010/main" val="1589098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Agenda">
    <p:bg>
      <p:bgPr>
        <a:solidFill>
          <a:srgbClr val="000000"/>
        </a:solidFill>
        <a:effectLst/>
      </p:bgPr>
    </p:bg>
    <p:spTree>
      <p:nvGrpSpPr>
        <p:cNvPr id="1" name=""/>
        <p:cNvGrpSpPr/>
        <p:nvPr/>
      </p:nvGrpSpPr>
      <p:grpSpPr>
        <a:xfrm>
          <a:off x="0" y="0"/>
          <a:ext cx="0" cy="0"/>
          <a:chOff x="0" y="0"/>
          <a:chExt cx="0" cy="0"/>
        </a:xfrm>
      </p:grpSpPr>
      <p:sp>
        <p:nvSpPr>
          <p:cNvPr id="26" name="Picture Placeholder 12">
            <a:extLst>
              <a:ext uri="{FF2B5EF4-FFF2-40B4-BE49-F238E27FC236}">
                <a16:creationId xmlns:a16="http://schemas.microsoft.com/office/drawing/2014/main" id="{6B0BAB38-2FD9-DFAC-4C58-878F038C661D}"/>
              </a:ext>
            </a:extLst>
          </p:cNvPr>
          <p:cNvSpPr>
            <a:spLocks noGrp="1"/>
          </p:cNvSpPr>
          <p:nvPr>
            <p:ph type="pic" sz="quarter" idx="10"/>
          </p:nvPr>
        </p:nvSpPr>
        <p:spPr>
          <a:xfrm>
            <a:off x="4059296" y="1096996"/>
            <a:ext cx="2266449" cy="2360587"/>
          </a:xfrm>
          <a:custGeom>
            <a:avLst/>
            <a:gdLst>
              <a:gd name="connsiteX0" fmla="*/ 910642 w 5463745"/>
              <a:gd name="connsiteY0" fmla="*/ 0 h 5690685"/>
              <a:gd name="connsiteX1" fmla="*/ 4553102 w 5463745"/>
              <a:gd name="connsiteY1" fmla="*/ 0 h 5690685"/>
              <a:gd name="connsiteX2" fmla="*/ 5463745 w 5463745"/>
              <a:gd name="connsiteY2" fmla="*/ 910642 h 5690685"/>
              <a:gd name="connsiteX3" fmla="*/ 5463745 w 5463745"/>
              <a:gd name="connsiteY3" fmla="*/ 4780043 h 5690685"/>
              <a:gd name="connsiteX4" fmla="*/ 4553102 w 5463745"/>
              <a:gd name="connsiteY4" fmla="*/ 5690685 h 5690685"/>
              <a:gd name="connsiteX5" fmla="*/ 910642 w 5463745"/>
              <a:gd name="connsiteY5" fmla="*/ 5690685 h 5690685"/>
              <a:gd name="connsiteX6" fmla="*/ 0 w 5463745"/>
              <a:gd name="connsiteY6" fmla="*/ 4780043 h 5690685"/>
              <a:gd name="connsiteX7" fmla="*/ 0 w 5463745"/>
              <a:gd name="connsiteY7" fmla="*/ 910642 h 5690685"/>
              <a:gd name="connsiteX8" fmla="*/ 910642 w 5463745"/>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5" h="5690685">
                <a:moveTo>
                  <a:pt x="910642" y="0"/>
                </a:moveTo>
                <a:lnTo>
                  <a:pt x="4553102" y="0"/>
                </a:lnTo>
                <a:cubicBezTo>
                  <a:pt x="5056036" y="0"/>
                  <a:pt x="5463745" y="407708"/>
                  <a:pt x="5463745" y="910642"/>
                </a:cubicBezTo>
                <a:lnTo>
                  <a:pt x="5463745" y="4780043"/>
                </a:lnTo>
                <a:cubicBezTo>
                  <a:pt x="5463745" y="5282977"/>
                  <a:pt x="5056036" y="5690685"/>
                  <a:pt x="4553102" y="5690685"/>
                </a:cubicBezTo>
                <a:lnTo>
                  <a:pt x="910642" y="5690685"/>
                </a:lnTo>
                <a:cubicBezTo>
                  <a:pt x="407708" y="5690685"/>
                  <a:pt x="0" y="5282977"/>
                  <a:pt x="0" y="4780043"/>
                </a:cubicBezTo>
                <a:lnTo>
                  <a:pt x="0" y="910642"/>
                </a:lnTo>
                <a:cubicBezTo>
                  <a:pt x="0" y="407708"/>
                  <a:pt x="407708" y="0"/>
                  <a:pt x="910642" y="0"/>
                </a:cubicBezTo>
                <a:close/>
              </a:path>
            </a:pathLst>
          </a:custGeom>
          <a:pattFill prst="pct40">
            <a:fgClr>
              <a:srgbClr val="000000"/>
            </a:fgClr>
            <a:bgClr>
              <a:schemeClr val="accent4">
                <a:lumMod val="25000"/>
              </a:schemeClr>
            </a:bgClr>
          </a:pattFill>
        </p:spPr>
        <p:txBody>
          <a:bodyPr wrap="square">
            <a:noAutofit/>
          </a:bodyPr>
          <a:lstStyle>
            <a:lvl1pPr>
              <a:defRPr sz="3200"/>
            </a:lvl1pPr>
          </a:lstStyle>
          <a:p>
            <a:endParaRPr lang="id-ID"/>
          </a:p>
        </p:txBody>
      </p:sp>
      <p:sp>
        <p:nvSpPr>
          <p:cNvPr id="27" name="Picture Placeholder 16">
            <a:extLst>
              <a:ext uri="{FF2B5EF4-FFF2-40B4-BE49-F238E27FC236}">
                <a16:creationId xmlns:a16="http://schemas.microsoft.com/office/drawing/2014/main" id="{31FA6B9C-5207-F2EB-5F4E-8644050FD2E8}"/>
              </a:ext>
            </a:extLst>
          </p:cNvPr>
          <p:cNvSpPr>
            <a:spLocks noGrp="1"/>
          </p:cNvSpPr>
          <p:nvPr>
            <p:ph type="pic" sz="quarter" idx="11"/>
          </p:nvPr>
        </p:nvSpPr>
        <p:spPr>
          <a:xfrm>
            <a:off x="6581447" y="1096996"/>
            <a:ext cx="2266448" cy="2360587"/>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pattFill prst="pct40">
            <a:fgClr>
              <a:srgbClr val="000000"/>
            </a:fgClr>
            <a:bgClr>
              <a:schemeClr val="accent4">
                <a:lumMod val="25000"/>
              </a:schemeClr>
            </a:bgClr>
          </a:pattFill>
        </p:spPr>
        <p:txBody>
          <a:bodyPr wrap="square">
            <a:noAutofit/>
          </a:bodyPr>
          <a:lstStyle>
            <a:lvl1pPr>
              <a:defRPr sz="3200"/>
            </a:lvl1pPr>
          </a:lstStyle>
          <a:p>
            <a:endParaRPr lang="id-ID"/>
          </a:p>
        </p:txBody>
      </p:sp>
      <p:sp>
        <p:nvSpPr>
          <p:cNvPr id="28" name="Rectangle: Rounded Corners 27">
            <a:extLst>
              <a:ext uri="{FF2B5EF4-FFF2-40B4-BE49-F238E27FC236}">
                <a16:creationId xmlns:a16="http://schemas.microsoft.com/office/drawing/2014/main" id="{E09638EF-F32B-7178-CF43-66C62D34A300}"/>
              </a:ext>
            </a:extLst>
          </p:cNvPr>
          <p:cNvSpPr/>
          <p:nvPr userDrawn="1"/>
        </p:nvSpPr>
        <p:spPr>
          <a:xfrm>
            <a:off x="-738187" y="1096995"/>
            <a:ext cx="4541782" cy="2360587"/>
          </a:xfrm>
          <a:prstGeom prst="roundRect">
            <a:avLst/>
          </a:prstGeom>
          <a:gradFill>
            <a:gsLst>
              <a:gs pos="88000">
                <a:srgbClr val="120B3E"/>
              </a:gs>
              <a:gs pos="17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 name="Picture Placeholder 18">
            <a:extLst>
              <a:ext uri="{FF2B5EF4-FFF2-40B4-BE49-F238E27FC236}">
                <a16:creationId xmlns:a16="http://schemas.microsoft.com/office/drawing/2014/main" id="{4ED87C51-3A53-F637-62E3-006DDD812BB2}"/>
              </a:ext>
            </a:extLst>
          </p:cNvPr>
          <p:cNvSpPr>
            <a:spLocks noGrp="1"/>
          </p:cNvSpPr>
          <p:nvPr>
            <p:ph type="pic" sz="quarter" idx="12"/>
          </p:nvPr>
        </p:nvSpPr>
        <p:spPr>
          <a:xfrm>
            <a:off x="9103597" y="1096996"/>
            <a:ext cx="2266448" cy="2360587"/>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pattFill prst="pct40">
            <a:fgClr>
              <a:srgbClr val="000000"/>
            </a:fgClr>
            <a:bgClr>
              <a:schemeClr val="accent4">
                <a:lumMod val="25000"/>
              </a:schemeClr>
            </a:bgClr>
          </a:pattFill>
        </p:spPr>
        <p:txBody>
          <a:bodyPr wrap="square">
            <a:noAutofit/>
          </a:bodyPr>
          <a:lstStyle>
            <a:lvl1pPr>
              <a:defRPr sz="3200"/>
            </a:lvl1pPr>
          </a:lstStyle>
          <a:p>
            <a:endParaRPr lang="id-ID"/>
          </a:p>
        </p:txBody>
      </p:sp>
      <p:sp>
        <p:nvSpPr>
          <p:cNvPr id="34" name="Picture Placeholder 12">
            <a:extLst>
              <a:ext uri="{FF2B5EF4-FFF2-40B4-BE49-F238E27FC236}">
                <a16:creationId xmlns:a16="http://schemas.microsoft.com/office/drawing/2014/main" id="{F2789B88-D614-F369-4CD7-B8A0887E13C3}"/>
              </a:ext>
            </a:extLst>
          </p:cNvPr>
          <p:cNvSpPr>
            <a:spLocks noGrp="1"/>
          </p:cNvSpPr>
          <p:nvPr>
            <p:ph type="pic" sz="quarter" idx="13"/>
          </p:nvPr>
        </p:nvSpPr>
        <p:spPr>
          <a:xfrm>
            <a:off x="383033" y="3776662"/>
            <a:ext cx="2266449" cy="2360587"/>
          </a:xfrm>
          <a:custGeom>
            <a:avLst/>
            <a:gdLst>
              <a:gd name="connsiteX0" fmla="*/ 910642 w 5463745"/>
              <a:gd name="connsiteY0" fmla="*/ 0 h 5690685"/>
              <a:gd name="connsiteX1" fmla="*/ 4553102 w 5463745"/>
              <a:gd name="connsiteY1" fmla="*/ 0 h 5690685"/>
              <a:gd name="connsiteX2" fmla="*/ 5463745 w 5463745"/>
              <a:gd name="connsiteY2" fmla="*/ 910642 h 5690685"/>
              <a:gd name="connsiteX3" fmla="*/ 5463745 w 5463745"/>
              <a:gd name="connsiteY3" fmla="*/ 4780043 h 5690685"/>
              <a:gd name="connsiteX4" fmla="*/ 4553102 w 5463745"/>
              <a:gd name="connsiteY4" fmla="*/ 5690685 h 5690685"/>
              <a:gd name="connsiteX5" fmla="*/ 910642 w 5463745"/>
              <a:gd name="connsiteY5" fmla="*/ 5690685 h 5690685"/>
              <a:gd name="connsiteX6" fmla="*/ 0 w 5463745"/>
              <a:gd name="connsiteY6" fmla="*/ 4780043 h 5690685"/>
              <a:gd name="connsiteX7" fmla="*/ 0 w 5463745"/>
              <a:gd name="connsiteY7" fmla="*/ 910642 h 5690685"/>
              <a:gd name="connsiteX8" fmla="*/ 910642 w 5463745"/>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5" h="5690685">
                <a:moveTo>
                  <a:pt x="910642" y="0"/>
                </a:moveTo>
                <a:lnTo>
                  <a:pt x="4553102" y="0"/>
                </a:lnTo>
                <a:cubicBezTo>
                  <a:pt x="5056036" y="0"/>
                  <a:pt x="5463745" y="407708"/>
                  <a:pt x="5463745" y="910642"/>
                </a:cubicBezTo>
                <a:lnTo>
                  <a:pt x="5463745" y="4780043"/>
                </a:lnTo>
                <a:cubicBezTo>
                  <a:pt x="5463745" y="5282977"/>
                  <a:pt x="5056036" y="5690685"/>
                  <a:pt x="4553102" y="5690685"/>
                </a:cubicBezTo>
                <a:lnTo>
                  <a:pt x="910642" y="5690685"/>
                </a:lnTo>
                <a:cubicBezTo>
                  <a:pt x="407708" y="5690685"/>
                  <a:pt x="0" y="5282977"/>
                  <a:pt x="0" y="4780043"/>
                </a:cubicBezTo>
                <a:lnTo>
                  <a:pt x="0" y="910642"/>
                </a:lnTo>
                <a:cubicBezTo>
                  <a:pt x="0" y="407708"/>
                  <a:pt x="407708" y="0"/>
                  <a:pt x="910642" y="0"/>
                </a:cubicBezTo>
                <a:close/>
              </a:path>
            </a:pathLst>
          </a:custGeom>
          <a:pattFill prst="pct40">
            <a:fgClr>
              <a:srgbClr val="000000"/>
            </a:fgClr>
            <a:bgClr>
              <a:schemeClr val="accent4">
                <a:lumMod val="25000"/>
              </a:schemeClr>
            </a:bgClr>
          </a:pattFill>
        </p:spPr>
        <p:txBody>
          <a:bodyPr wrap="square">
            <a:noAutofit/>
          </a:bodyPr>
          <a:lstStyle>
            <a:lvl1pPr>
              <a:defRPr sz="3200"/>
            </a:lvl1pPr>
          </a:lstStyle>
          <a:p>
            <a:endParaRPr lang="id-ID"/>
          </a:p>
        </p:txBody>
      </p:sp>
      <p:sp>
        <p:nvSpPr>
          <p:cNvPr id="35" name="Picture Placeholder 16">
            <a:extLst>
              <a:ext uri="{FF2B5EF4-FFF2-40B4-BE49-F238E27FC236}">
                <a16:creationId xmlns:a16="http://schemas.microsoft.com/office/drawing/2014/main" id="{F61EB6C3-5134-874F-78B7-B8508247D720}"/>
              </a:ext>
            </a:extLst>
          </p:cNvPr>
          <p:cNvSpPr>
            <a:spLocks noGrp="1"/>
          </p:cNvSpPr>
          <p:nvPr>
            <p:ph type="pic" sz="quarter" idx="14"/>
          </p:nvPr>
        </p:nvSpPr>
        <p:spPr>
          <a:xfrm>
            <a:off x="2905185" y="3776662"/>
            <a:ext cx="2266448" cy="2360587"/>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pattFill prst="pct40">
            <a:fgClr>
              <a:srgbClr val="000000"/>
            </a:fgClr>
            <a:bgClr>
              <a:schemeClr val="accent4">
                <a:lumMod val="25000"/>
              </a:schemeClr>
            </a:bgClr>
          </a:pattFill>
        </p:spPr>
        <p:txBody>
          <a:bodyPr wrap="square">
            <a:noAutofit/>
          </a:bodyPr>
          <a:lstStyle>
            <a:lvl1pPr>
              <a:defRPr sz="3200"/>
            </a:lvl1pPr>
          </a:lstStyle>
          <a:p>
            <a:endParaRPr lang="id-ID"/>
          </a:p>
        </p:txBody>
      </p:sp>
      <p:sp>
        <p:nvSpPr>
          <p:cNvPr id="37" name="Rectangle: Rounded Corners 36">
            <a:extLst>
              <a:ext uri="{FF2B5EF4-FFF2-40B4-BE49-F238E27FC236}">
                <a16:creationId xmlns:a16="http://schemas.microsoft.com/office/drawing/2014/main" id="{911B901F-93E7-1C9C-D93B-4909C3DECD21}"/>
              </a:ext>
            </a:extLst>
          </p:cNvPr>
          <p:cNvSpPr/>
          <p:nvPr userDrawn="1"/>
        </p:nvSpPr>
        <p:spPr>
          <a:xfrm>
            <a:off x="5427336" y="3776662"/>
            <a:ext cx="9395378" cy="2360587"/>
          </a:xfrm>
          <a:prstGeom prst="roundRect">
            <a:avLst/>
          </a:prstGeom>
          <a:gradFill>
            <a:gsLst>
              <a:gs pos="88000">
                <a:schemeClr val="accent5">
                  <a:lumMod val="50000"/>
                </a:schemeClr>
              </a:gs>
              <a:gs pos="17000">
                <a:schemeClr val="accent5"/>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8" name="Title 37">
            <a:extLst>
              <a:ext uri="{FF2B5EF4-FFF2-40B4-BE49-F238E27FC236}">
                <a16:creationId xmlns:a16="http://schemas.microsoft.com/office/drawing/2014/main" id="{FD9B5068-02C3-71DE-C6C1-6FF2C370BF4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48900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520D3-86A1-5E38-57A7-7BC0E7B83BF6}"/>
              </a:ext>
            </a:extLst>
          </p:cNvPr>
          <p:cNvSpPr>
            <a:spLocks noGrp="1"/>
          </p:cNvSpPr>
          <p:nvPr>
            <p:ph type="title"/>
          </p:nvPr>
        </p:nvSpPr>
        <p:spPr/>
        <p:txBody>
          <a:bodyPr/>
          <a:lstStyle/>
          <a:p>
            <a:r>
              <a:rPr lang="en-US"/>
              <a:t>Click to edit Master title style</a:t>
            </a:r>
          </a:p>
        </p:txBody>
      </p:sp>
      <p:sp>
        <p:nvSpPr>
          <p:cNvPr id="3" name="Text Placeholder 55">
            <a:extLst>
              <a:ext uri="{FF2B5EF4-FFF2-40B4-BE49-F238E27FC236}">
                <a16:creationId xmlns:a16="http://schemas.microsoft.com/office/drawing/2014/main" id="{FFC8D7A5-5F04-1A13-FE83-06E5A9DB6A23}"/>
              </a:ext>
            </a:extLst>
          </p:cNvPr>
          <p:cNvSpPr>
            <a:spLocks noGrp="1"/>
          </p:cNvSpPr>
          <p:nvPr>
            <p:ph type="body" sz="quarter" idx="56"/>
          </p:nvPr>
        </p:nvSpPr>
        <p:spPr>
          <a:xfrm>
            <a:off x="246456" y="1151043"/>
            <a:ext cx="2705468" cy="422170"/>
          </a:xfrm>
          <a:prstGeom prst="round2SameRect">
            <a:avLst/>
          </a:prstGeom>
          <a:solidFill>
            <a:schemeClr val="accent3"/>
          </a:solidFill>
          <a:ln w="12700" cap="flat">
            <a:solidFill>
              <a:schemeClr val="accent3"/>
            </a:solidFill>
            <a:miter lim="400000"/>
          </a:ln>
          <a:effectLst/>
        </p:spPr>
        <p:txBody>
          <a:bodyPr wrap="square" lIns="72000" tIns="0" rIns="72000" bIns="0" numCol="1" anchor="ctr">
            <a:noAutofit/>
          </a:bodyPr>
          <a:lstStyle>
            <a:lvl1pPr marL="92075" indent="0" algn="l">
              <a:buNone/>
              <a:defRPr lang="en-US" sz="1200" dirty="0">
                <a:solidFill>
                  <a:schemeClr val="bg1"/>
                </a:solidFill>
                <a:latin typeface="Trade Gothic Next" panose="020B0503040303020004" pitchFamily="34" charset="0"/>
              </a:defRPr>
            </a:lvl1pPr>
          </a:lstStyle>
          <a:p>
            <a:pPr marL="0" lvl="0" defTabSz="914400"/>
            <a:r>
              <a:rPr lang="en-US"/>
              <a:t>Click to edit</a:t>
            </a:r>
          </a:p>
        </p:txBody>
      </p:sp>
      <p:sp>
        <p:nvSpPr>
          <p:cNvPr id="4" name="Text Placeholder 55">
            <a:extLst>
              <a:ext uri="{FF2B5EF4-FFF2-40B4-BE49-F238E27FC236}">
                <a16:creationId xmlns:a16="http://schemas.microsoft.com/office/drawing/2014/main" id="{1B8F4B19-D223-2C05-6EE0-B703A5B39B09}"/>
              </a:ext>
            </a:extLst>
          </p:cNvPr>
          <p:cNvSpPr>
            <a:spLocks noGrp="1"/>
          </p:cNvSpPr>
          <p:nvPr>
            <p:ph type="body" sz="quarter" idx="57"/>
          </p:nvPr>
        </p:nvSpPr>
        <p:spPr>
          <a:xfrm>
            <a:off x="246456" y="1578886"/>
            <a:ext cx="2705468" cy="4498303"/>
          </a:xfrm>
          <a:prstGeom prst="round2SameRect">
            <a:avLst>
              <a:gd name="adj1" fmla="val 0"/>
              <a:gd name="adj2" fmla="val 7573"/>
            </a:avLst>
          </a:prstGeom>
          <a:ln>
            <a:solidFill>
              <a:schemeClr val="accent3"/>
            </a:solidFill>
          </a:ln>
        </p:spPr>
        <p:txBody>
          <a:bodyPr lIns="72000" tIns="72000" rIns="72000" bIns="72000" anchor="t">
            <a:noAutofit/>
          </a:bodyPr>
          <a:lstStyle>
            <a:lvl1pPr marL="0" indent="0">
              <a:buNone/>
              <a:defRPr sz="1100" b="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to edit</a:t>
            </a:r>
          </a:p>
        </p:txBody>
      </p:sp>
      <p:sp>
        <p:nvSpPr>
          <p:cNvPr id="5" name="Text Placeholder 55">
            <a:extLst>
              <a:ext uri="{FF2B5EF4-FFF2-40B4-BE49-F238E27FC236}">
                <a16:creationId xmlns:a16="http://schemas.microsoft.com/office/drawing/2014/main" id="{0754FD34-CE04-3A59-CE54-898A201036EA}"/>
              </a:ext>
            </a:extLst>
          </p:cNvPr>
          <p:cNvSpPr>
            <a:spLocks noGrp="1"/>
          </p:cNvSpPr>
          <p:nvPr>
            <p:ph type="body" sz="quarter" idx="58"/>
          </p:nvPr>
        </p:nvSpPr>
        <p:spPr>
          <a:xfrm>
            <a:off x="3224882" y="1151043"/>
            <a:ext cx="2705468" cy="422170"/>
          </a:xfrm>
          <a:prstGeom prst="round2SameRect">
            <a:avLst/>
          </a:prstGeom>
          <a:solidFill>
            <a:schemeClr val="accent2"/>
          </a:solidFill>
          <a:ln w="12700" cap="flat">
            <a:solidFill>
              <a:schemeClr val="accent2"/>
            </a:solidFill>
            <a:miter lim="400000"/>
          </a:ln>
          <a:effectLst/>
        </p:spPr>
        <p:txBody>
          <a:bodyPr wrap="square" lIns="72000" tIns="0" rIns="72000" bIns="0" numCol="1" anchor="ctr">
            <a:noAutofit/>
          </a:bodyPr>
          <a:lstStyle>
            <a:lvl1pPr marL="92075" indent="0" algn="l">
              <a:buNone/>
              <a:defRPr lang="en-US" sz="1200" dirty="0">
                <a:solidFill>
                  <a:schemeClr val="tx1"/>
                </a:solidFill>
                <a:latin typeface="Trade Gothic Next" panose="020B0503040303020004" pitchFamily="34" charset="0"/>
              </a:defRPr>
            </a:lvl1pPr>
          </a:lstStyle>
          <a:p>
            <a:pPr marL="0" lvl="0" defTabSz="914400"/>
            <a:r>
              <a:rPr lang="en-US"/>
              <a:t>Click to edit</a:t>
            </a:r>
          </a:p>
        </p:txBody>
      </p:sp>
      <p:sp>
        <p:nvSpPr>
          <p:cNvPr id="6" name="Text Placeholder 55">
            <a:extLst>
              <a:ext uri="{FF2B5EF4-FFF2-40B4-BE49-F238E27FC236}">
                <a16:creationId xmlns:a16="http://schemas.microsoft.com/office/drawing/2014/main" id="{E0E89988-C4C5-77AB-4561-D0A136E18E27}"/>
              </a:ext>
            </a:extLst>
          </p:cNvPr>
          <p:cNvSpPr>
            <a:spLocks noGrp="1"/>
          </p:cNvSpPr>
          <p:nvPr>
            <p:ph type="body" sz="quarter" idx="59"/>
          </p:nvPr>
        </p:nvSpPr>
        <p:spPr>
          <a:xfrm>
            <a:off x="3224882" y="1578886"/>
            <a:ext cx="2705468" cy="4498303"/>
          </a:xfrm>
          <a:prstGeom prst="round2SameRect">
            <a:avLst>
              <a:gd name="adj1" fmla="val 0"/>
              <a:gd name="adj2" fmla="val 7573"/>
            </a:avLst>
          </a:prstGeom>
          <a:ln>
            <a:solidFill>
              <a:schemeClr val="accent2"/>
            </a:solidFill>
          </a:ln>
        </p:spPr>
        <p:txBody>
          <a:bodyPr lIns="72000" tIns="72000" rIns="72000" bIns="72000" anchor="t">
            <a:noAutofit/>
          </a:bodyPr>
          <a:lstStyle>
            <a:lvl1pPr marL="0" indent="0">
              <a:buNone/>
              <a:defRPr sz="1100" b="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to edit</a:t>
            </a:r>
          </a:p>
        </p:txBody>
      </p:sp>
      <p:sp>
        <p:nvSpPr>
          <p:cNvPr id="7" name="Text Placeholder 55">
            <a:extLst>
              <a:ext uri="{FF2B5EF4-FFF2-40B4-BE49-F238E27FC236}">
                <a16:creationId xmlns:a16="http://schemas.microsoft.com/office/drawing/2014/main" id="{A854B39A-B9CB-0624-B162-73C241E4C10D}"/>
              </a:ext>
            </a:extLst>
          </p:cNvPr>
          <p:cNvSpPr>
            <a:spLocks noGrp="1"/>
          </p:cNvSpPr>
          <p:nvPr>
            <p:ph type="body" sz="quarter" idx="60"/>
          </p:nvPr>
        </p:nvSpPr>
        <p:spPr>
          <a:xfrm>
            <a:off x="6203308" y="1151043"/>
            <a:ext cx="2705468" cy="422170"/>
          </a:xfrm>
          <a:prstGeom prst="round2SameRect">
            <a:avLst/>
          </a:prstGeom>
          <a:solidFill>
            <a:schemeClr val="accent3"/>
          </a:solidFill>
          <a:ln w="12700" cap="flat">
            <a:solidFill>
              <a:schemeClr val="accent3"/>
            </a:solidFill>
            <a:miter lim="400000"/>
          </a:ln>
          <a:effectLst/>
        </p:spPr>
        <p:txBody>
          <a:bodyPr wrap="square" lIns="72000" tIns="0" rIns="72000" bIns="0" numCol="1" anchor="ctr">
            <a:noAutofit/>
          </a:bodyPr>
          <a:lstStyle>
            <a:lvl1pPr marL="92075" indent="0" algn="l">
              <a:buNone/>
              <a:defRPr lang="en-US" sz="1200" dirty="0">
                <a:solidFill>
                  <a:schemeClr val="bg1"/>
                </a:solidFill>
                <a:latin typeface="Trade Gothic Next" panose="020B0503040303020004" pitchFamily="34" charset="0"/>
              </a:defRPr>
            </a:lvl1pPr>
          </a:lstStyle>
          <a:p>
            <a:pPr marL="0" lvl="0" defTabSz="914400"/>
            <a:r>
              <a:rPr lang="en-US"/>
              <a:t>Click to edit</a:t>
            </a:r>
          </a:p>
        </p:txBody>
      </p:sp>
      <p:sp>
        <p:nvSpPr>
          <p:cNvPr id="8" name="Text Placeholder 55">
            <a:extLst>
              <a:ext uri="{FF2B5EF4-FFF2-40B4-BE49-F238E27FC236}">
                <a16:creationId xmlns:a16="http://schemas.microsoft.com/office/drawing/2014/main" id="{363B94F6-1820-4A5D-3CE7-BC4571698092}"/>
              </a:ext>
            </a:extLst>
          </p:cNvPr>
          <p:cNvSpPr>
            <a:spLocks noGrp="1"/>
          </p:cNvSpPr>
          <p:nvPr>
            <p:ph type="body" sz="quarter" idx="61"/>
          </p:nvPr>
        </p:nvSpPr>
        <p:spPr>
          <a:xfrm>
            <a:off x="6203307" y="1578886"/>
            <a:ext cx="2705468" cy="4498303"/>
          </a:xfrm>
          <a:prstGeom prst="round2SameRect">
            <a:avLst>
              <a:gd name="adj1" fmla="val 0"/>
              <a:gd name="adj2" fmla="val 7573"/>
            </a:avLst>
          </a:prstGeom>
          <a:ln>
            <a:solidFill>
              <a:schemeClr val="accent3"/>
            </a:solidFill>
          </a:ln>
        </p:spPr>
        <p:txBody>
          <a:bodyPr lIns="72000" tIns="72000" rIns="72000" bIns="72000" anchor="t">
            <a:noAutofit/>
          </a:bodyPr>
          <a:lstStyle>
            <a:lvl1pPr marL="0" indent="0">
              <a:buNone/>
              <a:defRPr sz="1100" b="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to edit</a:t>
            </a:r>
          </a:p>
        </p:txBody>
      </p:sp>
      <p:sp>
        <p:nvSpPr>
          <p:cNvPr id="9" name="Text Placeholder 55">
            <a:extLst>
              <a:ext uri="{FF2B5EF4-FFF2-40B4-BE49-F238E27FC236}">
                <a16:creationId xmlns:a16="http://schemas.microsoft.com/office/drawing/2014/main" id="{6F37C961-937F-C6B1-FEBD-0C9B749C1219}"/>
              </a:ext>
            </a:extLst>
          </p:cNvPr>
          <p:cNvSpPr>
            <a:spLocks noGrp="1"/>
          </p:cNvSpPr>
          <p:nvPr>
            <p:ph type="body" sz="quarter" idx="62"/>
          </p:nvPr>
        </p:nvSpPr>
        <p:spPr>
          <a:xfrm>
            <a:off x="9181733" y="1151043"/>
            <a:ext cx="2705468" cy="422170"/>
          </a:xfrm>
          <a:prstGeom prst="round2SameRect">
            <a:avLst/>
          </a:prstGeom>
          <a:solidFill>
            <a:schemeClr val="accent4"/>
          </a:solidFill>
          <a:ln w="12700" cap="flat">
            <a:solidFill>
              <a:schemeClr val="accent4"/>
            </a:solidFill>
            <a:miter lim="400000"/>
          </a:ln>
          <a:effectLst/>
        </p:spPr>
        <p:txBody>
          <a:bodyPr wrap="square" lIns="72000" tIns="0" rIns="72000" bIns="0" numCol="1" anchor="ctr">
            <a:noAutofit/>
          </a:bodyPr>
          <a:lstStyle>
            <a:lvl1pPr marL="92075" indent="0" algn="l">
              <a:buNone/>
              <a:defRPr lang="en-US" sz="1200" dirty="0">
                <a:solidFill>
                  <a:schemeClr val="tx1"/>
                </a:solidFill>
                <a:latin typeface="Trade Gothic Next" panose="020B0503040303020004" pitchFamily="34" charset="0"/>
              </a:defRPr>
            </a:lvl1pPr>
          </a:lstStyle>
          <a:p>
            <a:pPr marL="0" lvl="0" defTabSz="914400"/>
            <a:r>
              <a:rPr lang="en-US"/>
              <a:t>Click to edit</a:t>
            </a:r>
          </a:p>
        </p:txBody>
      </p:sp>
      <p:sp>
        <p:nvSpPr>
          <p:cNvPr id="10" name="Text Placeholder 55">
            <a:extLst>
              <a:ext uri="{FF2B5EF4-FFF2-40B4-BE49-F238E27FC236}">
                <a16:creationId xmlns:a16="http://schemas.microsoft.com/office/drawing/2014/main" id="{634F4350-6298-6670-1656-2E363AD81169}"/>
              </a:ext>
            </a:extLst>
          </p:cNvPr>
          <p:cNvSpPr>
            <a:spLocks noGrp="1"/>
          </p:cNvSpPr>
          <p:nvPr>
            <p:ph type="body" sz="quarter" idx="63"/>
          </p:nvPr>
        </p:nvSpPr>
        <p:spPr>
          <a:xfrm>
            <a:off x="9181733" y="1578886"/>
            <a:ext cx="2705468" cy="4498303"/>
          </a:xfrm>
          <a:prstGeom prst="round2SameRect">
            <a:avLst>
              <a:gd name="adj1" fmla="val 0"/>
              <a:gd name="adj2" fmla="val 7573"/>
            </a:avLst>
          </a:prstGeom>
          <a:ln>
            <a:solidFill>
              <a:schemeClr val="accent4"/>
            </a:solidFill>
          </a:ln>
        </p:spPr>
        <p:txBody>
          <a:bodyPr lIns="72000" tIns="72000" rIns="72000" bIns="72000" anchor="t">
            <a:noAutofit/>
          </a:bodyPr>
          <a:lstStyle>
            <a:lvl1pPr marL="0" indent="0">
              <a:buNone/>
              <a:defRPr sz="1100" b="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to edit</a:t>
            </a:r>
          </a:p>
        </p:txBody>
      </p:sp>
    </p:spTree>
    <p:extLst>
      <p:ext uri="{BB962C8B-B14F-4D97-AF65-F5344CB8AC3E}">
        <p14:creationId xmlns:p14="http://schemas.microsoft.com/office/powerpoint/2010/main" val="1608877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DEFAUL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0ECFD9-3357-C959-A884-BCCCC3EC6337}"/>
              </a:ext>
            </a:extLst>
          </p:cNvPr>
          <p:cNvSpPr>
            <a:spLocks noGrp="1"/>
          </p:cNvSpPr>
          <p:nvPr>
            <p:ph idx="1"/>
          </p:nvPr>
        </p:nvSpPr>
        <p:spPr>
          <a:xfrm>
            <a:off x="256033" y="876585"/>
            <a:ext cx="11631168" cy="4945099"/>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13" name="Title 12">
            <a:extLst>
              <a:ext uri="{FF2B5EF4-FFF2-40B4-BE49-F238E27FC236}">
                <a16:creationId xmlns:a16="http://schemas.microsoft.com/office/drawing/2014/main" id="{ABE035E8-E95C-3D89-C363-567C41E09109}"/>
              </a:ext>
            </a:extLst>
          </p:cNvPr>
          <p:cNvSpPr>
            <a:spLocks noGrp="1"/>
          </p:cNvSpPr>
          <p:nvPr>
            <p:ph type="title"/>
          </p:nvPr>
        </p:nvSpPr>
        <p:spPr>
          <a:xfrm>
            <a:off x="256033" y="237744"/>
            <a:ext cx="11085067" cy="552831"/>
          </a:xfrm>
        </p:spPr>
        <p:txBody>
          <a:bodyPr/>
          <a:lstStyle/>
          <a:p>
            <a:r>
              <a:rPr lang="en-US"/>
              <a:t>Click to edit Master title style</a:t>
            </a:r>
          </a:p>
        </p:txBody>
      </p:sp>
    </p:spTree>
    <p:extLst>
      <p:ext uri="{BB962C8B-B14F-4D97-AF65-F5344CB8AC3E}">
        <p14:creationId xmlns:p14="http://schemas.microsoft.com/office/powerpoint/2010/main" val="19275654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0ECFD9-3357-C959-A884-BCCCC3EC6337}"/>
              </a:ext>
            </a:extLst>
          </p:cNvPr>
          <p:cNvSpPr>
            <a:spLocks noGrp="1"/>
          </p:cNvSpPr>
          <p:nvPr>
            <p:ph idx="1"/>
          </p:nvPr>
        </p:nvSpPr>
        <p:spPr>
          <a:xfrm>
            <a:off x="256033" y="1282056"/>
            <a:ext cx="11631168" cy="453962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13" name="Title 12">
            <a:extLst>
              <a:ext uri="{FF2B5EF4-FFF2-40B4-BE49-F238E27FC236}">
                <a16:creationId xmlns:a16="http://schemas.microsoft.com/office/drawing/2014/main" id="{ABE035E8-E95C-3D89-C363-567C41E09109}"/>
              </a:ext>
            </a:extLst>
          </p:cNvPr>
          <p:cNvSpPr>
            <a:spLocks noGrp="1"/>
          </p:cNvSpPr>
          <p:nvPr>
            <p:ph type="title"/>
          </p:nvPr>
        </p:nvSpPr>
        <p:spPr>
          <a:xfrm>
            <a:off x="256033" y="237744"/>
            <a:ext cx="11631168" cy="552831"/>
          </a:xfrm>
        </p:spPr>
        <p:txBody>
          <a:bodyPr/>
          <a:lstStyle/>
          <a:p>
            <a:r>
              <a:rPr lang="en-US"/>
              <a:t>Click to edit Master title style</a:t>
            </a:r>
          </a:p>
        </p:txBody>
      </p:sp>
      <p:sp>
        <p:nvSpPr>
          <p:cNvPr id="2" name="Text Placeholder 2">
            <a:extLst>
              <a:ext uri="{FF2B5EF4-FFF2-40B4-BE49-F238E27FC236}">
                <a16:creationId xmlns:a16="http://schemas.microsoft.com/office/drawing/2014/main" id="{59E43A4F-3190-F85B-A12F-880BA8039031}"/>
              </a:ext>
            </a:extLst>
          </p:cNvPr>
          <p:cNvSpPr>
            <a:spLocks noGrp="1"/>
          </p:cNvSpPr>
          <p:nvPr>
            <p:ph type="body" sz="quarter" idx="13"/>
          </p:nvPr>
        </p:nvSpPr>
        <p:spPr>
          <a:xfrm>
            <a:off x="255449" y="856134"/>
            <a:ext cx="11631168" cy="360363"/>
          </a:xfrm>
        </p:spPr>
        <p:txBody>
          <a:bodyPr anchor="ctr">
            <a:noAutofit/>
          </a:bodyPr>
          <a:lstStyle>
            <a:lvl1pPr marL="0" indent="0">
              <a:buNone/>
              <a:defRPr sz="1600" b="1">
                <a:solidFill>
                  <a:schemeClr val="accent2"/>
                </a:solidFill>
              </a:defRPr>
            </a:lvl1pPr>
          </a:lstStyle>
          <a:p>
            <a:pPr lvl="0"/>
            <a:r>
              <a:rPr lang="en-US"/>
              <a:t>Click to edit</a:t>
            </a:r>
          </a:p>
        </p:txBody>
      </p:sp>
    </p:spTree>
    <p:extLst>
      <p:ext uri="{BB962C8B-B14F-4D97-AF65-F5344CB8AC3E}">
        <p14:creationId xmlns:p14="http://schemas.microsoft.com/office/powerpoint/2010/main" val="56595580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D5004-5718-6E17-B01C-5039086BEF42}"/>
              </a:ext>
            </a:extLst>
          </p:cNvPr>
          <p:cNvSpPr>
            <a:spLocks noGrp="1"/>
          </p:cNvSpPr>
          <p:nvPr>
            <p:ph sz="half" idx="1"/>
          </p:nvPr>
        </p:nvSpPr>
        <p:spPr>
          <a:xfrm>
            <a:off x="260781" y="950421"/>
            <a:ext cx="5810251" cy="538370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Content Placeholder 3">
            <a:extLst>
              <a:ext uri="{FF2B5EF4-FFF2-40B4-BE49-F238E27FC236}">
                <a16:creationId xmlns:a16="http://schemas.microsoft.com/office/drawing/2014/main" id="{FA7BDD90-FF49-348E-754D-50A37C172380}"/>
              </a:ext>
            </a:extLst>
          </p:cNvPr>
          <p:cNvSpPr>
            <a:spLocks noGrp="1"/>
          </p:cNvSpPr>
          <p:nvPr>
            <p:ph sz="half" idx="2"/>
          </p:nvPr>
        </p:nvSpPr>
        <p:spPr>
          <a:xfrm>
            <a:off x="6172200" y="951922"/>
            <a:ext cx="5715001" cy="4859599"/>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20" name="Title 19">
            <a:extLst>
              <a:ext uri="{FF2B5EF4-FFF2-40B4-BE49-F238E27FC236}">
                <a16:creationId xmlns:a16="http://schemas.microsoft.com/office/drawing/2014/main" id="{6FD904A4-259E-116F-BCA7-F391D4AEDC3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40919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D5004-5718-6E17-B01C-5039086BEF42}"/>
              </a:ext>
            </a:extLst>
          </p:cNvPr>
          <p:cNvSpPr>
            <a:spLocks noGrp="1"/>
          </p:cNvSpPr>
          <p:nvPr>
            <p:ph sz="half" idx="1"/>
          </p:nvPr>
        </p:nvSpPr>
        <p:spPr>
          <a:xfrm>
            <a:off x="260781" y="1363975"/>
            <a:ext cx="5810251" cy="4997861"/>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Content Placeholder 3">
            <a:extLst>
              <a:ext uri="{FF2B5EF4-FFF2-40B4-BE49-F238E27FC236}">
                <a16:creationId xmlns:a16="http://schemas.microsoft.com/office/drawing/2014/main" id="{FA7BDD90-FF49-348E-754D-50A37C172380}"/>
              </a:ext>
            </a:extLst>
          </p:cNvPr>
          <p:cNvSpPr>
            <a:spLocks noGrp="1"/>
          </p:cNvSpPr>
          <p:nvPr>
            <p:ph sz="half" idx="2"/>
          </p:nvPr>
        </p:nvSpPr>
        <p:spPr>
          <a:xfrm>
            <a:off x="6172200" y="1363975"/>
            <a:ext cx="5714699" cy="4475253"/>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2">
            <a:extLst>
              <a:ext uri="{FF2B5EF4-FFF2-40B4-BE49-F238E27FC236}">
                <a16:creationId xmlns:a16="http://schemas.microsoft.com/office/drawing/2014/main" id="{941FDE8F-B456-C9C7-C656-76C269AD5B01}"/>
              </a:ext>
            </a:extLst>
          </p:cNvPr>
          <p:cNvSpPr>
            <a:spLocks noGrp="1"/>
          </p:cNvSpPr>
          <p:nvPr>
            <p:ph type="body" sz="quarter" idx="13"/>
          </p:nvPr>
        </p:nvSpPr>
        <p:spPr>
          <a:xfrm>
            <a:off x="255731" y="926633"/>
            <a:ext cx="11631168" cy="360363"/>
          </a:xfrm>
        </p:spPr>
        <p:txBody>
          <a:bodyPr anchor="ctr">
            <a:noAutofit/>
          </a:bodyPr>
          <a:lstStyle>
            <a:lvl1pPr marL="0" indent="0">
              <a:buNone/>
              <a:defRPr sz="1600" b="1">
                <a:solidFill>
                  <a:schemeClr val="accent2"/>
                </a:solidFill>
              </a:defRPr>
            </a:lvl1pPr>
          </a:lstStyle>
          <a:p>
            <a:pPr lvl="0"/>
            <a:r>
              <a:rPr lang="en-US"/>
              <a:t>Click to edit</a:t>
            </a:r>
          </a:p>
        </p:txBody>
      </p:sp>
      <p:sp>
        <p:nvSpPr>
          <p:cNvPr id="9" name="Title 8">
            <a:extLst>
              <a:ext uri="{FF2B5EF4-FFF2-40B4-BE49-F238E27FC236}">
                <a16:creationId xmlns:a16="http://schemas.microsoft.com/office/drawing/2014/main" id="{992D79F2-BA62-AF20-68FE-DCBAB476EE5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188906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185221-A38C-A70A-949D-CDFC8111357A}"/>
              </a:ext>
            </a:extLst>
          </p:cNvPr>
          <p:cNvSpPr>
            <a:spLocks noGrp="1"/>
          </p:cNvSpPr>
          <p:nvPr>
            <p:ph type="body" idx="1"/>
          </p:nvPr>
        </p:nvSpPr>
        <p:spPr>
          <a:xfrm>
            <a:off x="255733" y="948911"/>
            <a:ext cx="5786377" cy="463098"/>
          </a:xfrm>
          <a:prstGeom prst="rect">
            <a:avLst/>
          </a:prstGeom>
          <a:noFill/>
          <a:ln>
            <a:noFill/>
          </a:ln>
        </p:spPr>
        <p:txBody>
          <a:bodyPr anchor="b">
            <a:normAutofit/>
          </a:bodyPr>
          <a:lstStyle>
            <a:lvl1pPr marL="0" indent="0">
              <a:buNone/>
              <a:defRPr sz="2000" b="1">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544F80-4B0B-1AC0-187E-31E3E922B481}"/>
              </a:ext>
            </a:extLst>
          </p:cNvPr>
          <p:cNvSpPr>
            <a:spLocks noGrp="1"/>
          </p:cNvSpPr>
          <p:nvPr>
            <p:ph sz="half" idx="2"/>
          </p:nvPr>
        </p:nvSpPr>
        <p:spPr>
          <a:xfrm>
            <a:off x="255731" y="1500095"/>
            <a:ext cx="5786376" cy="4629820"/>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a:extLst>
              <a:ext uri="{FF2B5EF4-FFF2-40B4-BE49-F238E27FC236}">
                <a16:creationId xmlns:a16="http://schemas.microsoft.com/office/drawing/2014/main" id="{C57ED4FB-4B73-84A8-5372-E4B6FA3972AC}"/>
              </a:ext>
            </a:extLst>
          </p:cNvPr>
          <p:cNvSpPr>
            <a:spLocks noGrp="1"/>
          </p:cNvSpPr>
          <p:nvPr>
            <p:ph type="body" sz="quarter" idx="3"/>
          </p:nvPr>
        </p:nvSpPr>
        <p:spPr>
          <a:xfrm>
            <a:off x="6149897" y="950055"/>
            <a:ext cx="5739705" cy="463098"/>
          </a:xfrm>
          <a:prstGeom prst="rect">
            <a:avLst/>
          </a:prstGeom>
          <a:noFill/>
          <a:ln>
            <a:noFill/>
          </a:ln>
        </p:spPr>
        <p:txBody>
          <a:bodyPr anchor="b">
            <a:normAutofit/>
          </a:bodyPr>
          <a:lstStyle>
            <a:lvl1pPr marL="0" indent="0">
              <a:buNone/>
              <a:defRPr sz="2000" b="1">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42A6DD-0EAB-9390-6A2F-A5DE17AEE703}"/>
              </a:ext>
            </a:extLst>
          </p:cNvPr>
          <p:cNvSpPr>
            <a:spLocks noGrp="1"/>
          </p:cNvSpPr>
          <p:nvPr>
            <p:ph sz="quarter" idx="4"/>
          </p:nvPr>
        </p:nvSpPr>
        <p:spPr>
          <a:xfrm>
            <a:off x="6149893" y="1505263"/>
            <a:ext cx="5739707" cy="4186880"/>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Title 6">
            <a:extLst>
              <a:ext uri="{FF2B5EF4-FFF2-40B4-BE49-F238E27FC236}">
                <a16:creationId xmlns:a16="http://schemas.microsoft.com/office/drawing/2014/main" id="{3745CE8D-8CD4-1F28-0A08-FC89B27A752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853836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ple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185221-A38C-A70A-949D-CDFC8111357A}"/>
              </a:ext>
            </a:extLst>
          </p:cNvPr>
          <p:cNvSpPr>
            <a:spLocks noGrp="1"/>
          </p:cNvSpPr>
          <p:nvPr>
            <p:ph type="body" idx="1"/>
          </p:nvPr>
        </p:nvSpPr>
        <p:spPr>
          <a:xfrm>
            <a:off x="255732" y="958436"/>
            <a:ext cx="3749040"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74544F80-4B0B-1AC0-187E-31E3E922B481}"/>
              </a:ext>
            </a:extLst>
          </p:cNvPr>
          <p:cNvSpPr>
            <a:spLocks noGrp="1"/>
          </p:cNvSpPr>
          <p:nvPr>
            <p:ph sz="half" idx="2"/>
          </p:nvPr>
        </p:nvSpPr>
        <p:spPr>
          <a:xfrm>
            <a:off x="255731" y="1500384"/>
            <a:ext cx="3749040" cy="4639056"/>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a:extLst>
              <a:ext uri="{FF2B5EF4-FFF2-40B4-BE49-F238E27FC236}">
                <a16:creationId xmlns:a16="http://schemas.microsoft.com/office/drawing/2014/main" id="{C57ED4FB-4B73-84A8-5372-E4B6FA3972AC}"/>
              </a:ext>
            </a:extLst>
          </p:cNvPr>
          <p:cNvSpPr>
            <a:spLocks noGrp="1"/>
          </p:cNvSpPr>
          <p:nvPr>
            <p:ph type="body" sz="quarter" idx="3"/>
          </p:nvPr>
        </p:nvSpPr>
        <p:spPr>
          <a:xfrm>
            <a:off x="4093222" y="958436"/>
            <a:ext cx="3853965"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6" name="Content Placeholder 5">
            <a:extLst>
              <a:ext uri="{FF2B5EF4-FFF2-40B4-BE49-F238E27FC236}">
                <a16:creationId xmlns:a16="http://schemas.microsoft.com/office/drawing/2014/main" id="{7342A6DD-0EAB-9390-6A2F-A5DE17AEE703}"/>
              </a:ext>
            </a:extLst>
          </p:cNvPr>
          <p:cNvSpPr>
            <a:spLocks noGrp="1"/>
          </p:cNvSpPr>
          <p:nvPr>
            <p:ph sz="quarter" idx="4"/>
          </p:nvPr>
        </p:nvSpPr>
        <p:spPr>
          <a:xfrm>
            <a:off x="4093222" y="1501900"/>
            <a:ext cx="3853965" cy="4589686"/>
          </a:xfrm>
          <a:prstGeom prst="rect">
            <a:avLst/>
          </a:prstGeom>
          <a:ln>
            <a:noFill/>
          </a:ln>
        </p:spPr>
        <p:txBody>
          <a:bodyPr vert="horz" lIns="91440" tIns="45720" rIns="91440" bIns="45720" rtlCol="0">
            <a:normAutofit/>
          </a:bodyPr>
          <a:lstStyle>
            <a:lvl1pPr>
              <a:defRPr lang="en-US" sz="1800"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Text Placeholder 4">
            <a:extLst>
              <a:ext uri="{FF2B5EF4-FFF2-40B4-BE49-F238E27FC236}">
                <a16:creationId xmlns:a16="http://schemas.microsoft.com/office/drawing/2014/main" id="{3109D616-4FC5-525E-AAAE-BDF2ACFFB1FA}"/>
              </a:ext>
            </a:extLst>
          </p:cNvPr>
          <p:cNvSpPr>
            <a:spLocks noGrp="1"/>
          </p:cNvSpPr>
          <p:nvPr>
            <p:ph type="body" sz="quarter" idx="13"/>
          </p:nvPr>
        </p:nvSpPr>
        <p:spPr>
          <a:xfrm>
            <a:off x="8035637" y="958436"/>
            <a:ext cx="3853965"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8" name="Content Placeholder 5">
            <a:extLst>
              <a:ext uri="{FF2B5EF4-FFF2-40B4-BE49-F238E27FC236}">
                <a16:creationId xmlns:a16="http://schemas.microsoft.com/office/drawing/2014/main" id="{15635006-677D-4E22-4A1E-481ECFCE0369}"/>
              </a:ext>
            </a:extLst>
          </p:cNvPr>
          <p:cNvSpPr>
            <a:spLocks noGrp="1"/>
          </p:cNvSpPr>
          <p:nvPr>
            <p:ph sz="quarter" idx="14"/>
          </p:nvPr>
        </p:nvSpPr>
        <p:spPr>
          <a:xfrm>
            <a:off x="8035637" y="1515066"/>
            <a:ext cx="3853964" cy="416095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9" name="Title 8">
            <a:extLst>
              <a:ext uri="{FF2B5EF4-FFF2-40B4-BE49-F238E27FC236}">
                <a16:creationId xmlns:a16="http://schemas.microsoft.com/office/drawing/2014/main" id="{793BD321-9513-0497-3C10-3A00143A27A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46361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riple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185221-A38C-A70A-949D-CDFC8111357A}"/>
              </a:ext>
            </a:extLst>
          </p:cNvPr>
          <p:cNvSpPr>
            <a:spLocks noGrp="1"/>
          </p:cNvSpPr>
          <p:nvPr>
            <p:ph type="body" idx="1"/>
          </p:nvPr>
        </p:nvSpPr>
        <p:spPr>
          <a:xfrm>
            <a:off x="255732" y="958436"/>
            <a:ext cx="3749040" cy="453862"/>
          </a:xfrm>
          <a:prstGeom prst="rect">
            <a:avLst/>
          </a:prstGeom>
          <a:noFill/>
          <a:ln>
            <a:noFill/>
          </a:ln>
        </p:spPr>
        <p:txBody>
          <a:bodyPr anchor="ctr">
            <a:normAutofit/>
          </a:bodyPr>
          <a:lstStyle>
            <a:lvl1pPr marL="0" indent="0">
              <a:buNone/>
              <a:defRPr sz="2000" b="1">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74544F80-4B0B-1AC0-187E-31E3E922B481}"/>
              </a:ext>
            </a:extLst>
          </p:cNvPr>
          <p:cNvSpPr>
            <a:spLocks noGrp="1"/>
          </p:cNvSpPr>
          <p:nvPr>
            <p:ph sz="half" idx="2"/>
          </p:nvPr>
        </p:nvSpPr>
        <p:spPr>
          <a:xfrm>
            <a:off x="255731" y="1500384"/>
            <a:ext cx="3749040" cy="4639056"/>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a:extLst>
              <a:ext uri="{FF2B5EF4-FFF2-40B4-BE49-F238E27FC236}">
                <a16:creationId xmlns:a16="http://schemas.microsoft.com/office/drawing/2014/main" id="{C57ED4FB-4B73-84A8-5372-E4B6FA3972AC}"/>
              </a:ext>
            </a:extLst>
          </p:cNvPr>
          <p:cNvSpPr>
            <a:spLocks noGrp="1"/>
          </p:cNvSpPr>
          <p:nvPr>
            <p:ph type="body" sz="quarter" idx="3"/>
          </p:nvPr>
        </p:nvSpPr>
        <p:spPr>
          <a:xfrm>
            <a:off x="4093222" y="958436"/>
            <a:ext cx="3853965" cy="453862"/>
          </a:xfrm>
          <a:prstGeom prst="rect">
            <a:avLst/>
          </a:prstGeom>
          <a:noFill/>
          <a:ln>
            <a:noFill/>
          </a:ln>
        </p:spPr>
        <p:txBody>
          <a:bodyPr anchor="ctr">
            <a:normAutofit/>
          </a:bodyPr>
          <a:lstStyle>
            <a:lvl1pPr marL="0" indent="0">
              <a:buNone/>
              <a:defRPr sz="2000" b="1">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6" name="Content Placeholder 5">
            <a:extLst>
              <a:ext uri="{FF2B5EF4-FFF2-40B4-BE49-F238E27FC236}">
                <a16:creationId xmlns:a16="http://schemas.microsoft.com/office/drawing/2014/main" id="{7342A6DD-0EAB-9390-6A2F-A5DE17AEE703}"/>
              </a:ext>
            </a:extLst>
          </p:cNvPr>
          <p:cNvSpPr>
            <a:spLocks noGrp="1"/>
          </p:cNvSpPr>
          <p:nvPr>
            <p:ph sz="quarter" idx="4"/>
          </p:nvPr>
        </p:nvSpPr>
        <p:spPr>
          <a:xfrm>
            <a:off x="4093222" y="1501900"/>
            <a:ext cx="3853965" cy="4589686"/>
          </a:xfrm>
          <a:prstGeom prst="rect">
            <a:avLst/>
          </a:prstGeom>
          <a:ln>
            <a:noFill/>
          </a:ln>
        </p:spPr>
        <p:txBody>
          <a:bodyPr vert="horz" lIns="91440" tIns="45720" rIns="91440" bIns="45720" rtlCol="0">
            <a:normAutofit/>
          </a:bodyPr>
          <a:lstStyle>
            <a:lvl1pPr>
              <a:defRPr lang="en-US" sz="1800"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Text Placeholder 4">
            <a:extLst>
              <a:ext uri="{FF2B5EF4-FFF2-40B4-BE49-F238E27FC236}">
                <a16:creationId xmlns:a16="http://schemas.microsoft.com/office/drawing/2014/main" id="{3109D616-4FC5-525E-AAAE-BDF2ACFFB1FA}"/>
              </a:ext>
            </a:extLst>
          </p:cNvPr>
          <p:cNvSpPr>
            <a:spLocks noGrp="1"/>
          </p:cNvSpPr>
          <p:nvPr>
            <p:ph type="body" sz="quarter" idx="13"/>
          </p:nvPr>
        </p:nvSpPr>
        <p:spPr>
          <a:xfrm>
            <a:off x="8035637" y="958436"/>
            <a:ext cx="3853965" cy="453862"/>
          </a:xfrm>
          <a:prstGeom prst="rect">
            <a:avLst/>
          </a:prstGeom>
          <a:noFill/>
          <a:ln>
            <a:noFill/>
          </a:ln>
        </p:spPr>
        <p:txBody>
          <a:bodyPr anchor="ctr">
            <a:normAutofit/>
          </a:bodyPr>
          <a:lstStyle>
            <a:lvl1pPr marL="0" indent="0">
              <a:buNone/>
              <a:defRPr sz="2000" b="1">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8" name="Content Placeholder 5">
            <a:extLst>
              <a:ext uri="{FF2B5EF4-FFF2-40B4-BE49-F238E27FC236}">
                <a16:creationId xmlns:a16="http://schemas.microsoft.com/office/drawing/2014/main" id="{15635006-677D-4E22-4A1E-481ECFCE0369}"/>
              </a:ext>
            </a:extLst>
          </p:cNvPr>
          <p:cNvSpPr>
            <a:spLocks noGrp="1"/>
          </p:cNvSpPr>
          <p:nvPr>
            <p:ph sz="quarter" idx="14"/>
          </p:nvPr>
        </p:nvSpPr>
        <p:spPr>
          <a:xfrm>
            <a:off x="8035637" y="1515066"/>
            <a:ext cx="3853964" cy="416095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9" name="Title 8">
            <a:extLst>
              <a:ext uri="{FF2B5EF4-FFF2-40B4-BE49-F238E27FC236}">
                <a16:creationId xmlns:a16="http://schemas.microsoft.com/office/drawing/2014/main" id="{793BD321-9513-0497-3C10-3A00143A27A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43070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Faded Outline Logo">
    <p:spTree>
      <p:nvGrpSpPr>
        <p:cNvPr id="1" name=""/>
        <p:cNvGrpSpPr/>
        <p:nvPr/>
      </p:nvGrpSpPr>
      <p:grpSpPr>
        <a:xfrm>
          <a:off x="0" y="0"/>
          <a:ext cx="0" cy="0"/>
          <a:chOff x="0" y="0"/>
          <a:chExt cx="0" cy="0"/>
        </a:xfrm>
      </p:grpSpPr>
      <p:pic>
        <p:nvPicPr>
          <p:cNvPr id="3" name="Picture 2" descr="A colorful spiral shaped object&#10;&#10;Description automatically generated with medium confidence">
            <a:extLst>
              <a:ext uri="{FF2B5EF4-FFF2-40B4-BE49-F238E27FC236}">
                <a16:creationId xmlns:a16="http://schemas.microsoft.com/office/drawing/2014/main" id="{02C0E91D-401F-6516-D884-E9AC4EA81A5C}"/>
              </a:ext>
            </a:extLst>
          </p:cNvPr>
          <p:cNvPicPr>
            <a:picLocks noChangeAspect="1"/>
          </p:cNvPicPr>
          <p:nvPr userDrawn="1"/>
        </p:nvPicPr>
        <p:blipFill>
          <a:blip r:embed="rId2" cstate="print">
            <a:alphaModFix amt="25000"/>
            <a:extLst>
              <a:ext uri="{28A0092B-C50C-407E-A947-70E740481C1C}">
                <a14:useLocalDpi xmlns:a14="http://schemas.microsoft.com/office/drawing/2010/main"/>
              </a:ext>
            </a:extLst>
          </a:blip>
          <a:stretch>
            <a:fillRect/>
          </a:stretch>
        </p:blipFill>
        <p:spPr>
          <a:xfrm>
            <a:off x="6023037" y="495201"/>
            <a:ext cx="5867975" cy="5197033"/>
          </a:xfrm>
          <a:prstGeom prst="rect">
            <a:avLst/>
          </a:prstGeom>
        </p:spPr>
      </p:pic>
      <p:sp>
        <p:nvSpPr>
          <p:cNvPr id="11" name="Content Placeholder 2">
            <a:extLst>
              <a:ext uri="{FF2B5EF4-FFF2-40B4-BE49-F238E27FC236}">
                <a16:creationId xmlns:a16="http://schemas.microsoft.com/office/drawing/2014/main" id="{2D4E8A63-B778-2853-7DB2-D9787C1EB9FE}"/>
              </a:ext>
            </a:extLst>
          </p:cNvPr>
          <p:cNvSpPr>
            <a:spLocks noGrp="1"/>
          </p:cNvSpPr>
          <p:nvPr>
            <p:ph idx="1"/>
          </p:nvPr>
        </p:nvSpPr>
        <p:spPr>
          <a:xfrm>
            <a:off x="256033" y="942975"/>
            <a:ext cx="11634977" cy="4899029"/>
          </a:xfrm>
          <a:prstGeom prst="rect">
            <a:avLst/>
          </a:prstGeo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
        <p:nvSpPr>
          <p:cNvPr id="5" name="Title 4">
            <a:extLst>
              <a:ext uri="{FF2B5EF4-FFF2-40B4-BE49-F238E27FC236}">
                <a16:creationId xmlns:a16="http://schemas.microsoft.com/office/drawing/2014/main" id="{37B8E551-BA3A-0C8F-F325-B0820BA7BDB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730925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911A6-F2AE-2248-4363-F94276F9B376}"/>
              </a:ext>
            </a:extLst>
          </p:cNvPr>
          <p:cNvSpPr>
            <a:spLocks noGrp="1"/>
          </p:cNvSpPr>
          <p:nvPr>
            <p:ph type="title"/>
          </p:nvPr>
        </p:nvSpPr>
        <p:spPr>
          <a:xfrm>
            <a:off x="274071" y="323277"/>
            <a:ext cx="4712709" cy="997527"/>
          </a:xfrm>
          <a:prstGeom prst="rect">
            <a:avLst/>
          </a:prstGeom>
        </p:spPr>
        <p:txBody>
          <a:bodyPr anchor="t">
            <a:normAutofit/>
          </a:bodyPr>
          <a:lstStyle>
            <a:lvl1pPr>
              <a:defRPr sz="2800" b="1"/>
            </a:lvl1pPr>
          </a:lstStyle>
          <a:p>
            <a:r>
              <a:rPr lang="en-US"/>
              <a:t>Click to edit</a:t>
            </a:r>
          </a:p>
        </p:txBody>
      </p:sp>
      <p:sp>
        <p:nvSpPr>
          <p:cNvPr id="3" name="Content Placeholder 2">
            <a:extLst>
              <a:ext uri="{FF2B5EF4-FFF2-40B4-BE49-F238E27FC236}">
                <a16:creationId xmlns:a16="http://schemas.microsoft.com/office/drawing/2014/main" id="{09B49A9A-6B81-99C0-058B-929A0FE1E3DC}"/>
              </a:ext>
            </a:extLst>
          </p:cNvPr>
          <p:cNvSpPr>
            <a:spLocks noGrp="1"/>
          </p:cNvSpPr>
          <p:nvPr>
            <p:ph idx="1"/>
          </p:nvPr>
        </p:nvSpPr>
        <p:spPr>
          <a:xfrm>
            <a:off x="5101238" y="323276"/>
            <a:ext cx="6738337" cy="5545715"/>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Text Placeholder 3">
            <a:extLst>
              <a:ext uri="{FF2B5EF4-FFF2-40B4-BE49-F238E27FC236}">
                <a16:creationId xmlns:a16="http://schemas.microsoft.com/office/drawing/2014/main" id="{AD30A508-0FB0-62BB-C5FD-6920A4D517B3}"/>
              </a:ext>
            </a:extLst>
          </p:cNvPr>
          <p:cNvSpPr>
            <a:spLocks noGrp="1"/>
          </p:cNvSpPr>
          <p:nvPr>
            <p:ph type="body" sz="half" idx="2"/>
          </p:nvPr>
        </p:nvSpPr>
        <p:spPr>
          <a:xfrm>
            <a:off x="274071" y="1422400"/>
            <a:ext cx="4712709" cy="4813516"/>
          </a:xfrm>
          <a:prstGeom prst="rect">
            <a:avLst/>
          </a:prstGeo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Tree>
    <p:extLst>
      <p:ext uri="{BB962C8B-B14F-4D97-AF65-F5344CB8AC3E}">
        <p14:creationId xmlns:p14="http://schemas.microsoft.com/office/powerpoint/2010/main" val="36301161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77D4C-1C05-8DB2-1932-3EF7F2D3C3FA}"/>
              </a:ext>
            </a:extLst>
          </p:cNvPr>
          <p:cNvSpPr>
            <a:spLocks noGrp="1"/>
          </p:cNvSpPr>
          <p:nvPr>
            <p:ph type="title"/>
          </p:nvPr>
        </p:nvSpPr>
        <p:spPr>
          <a:xfrm>
            <a:off x="288063" y="345990"/>
            <a:ext cx="4745540" cy="808556"/>
          </a:xfrm>
          <a:prstGeom prst="rect">
            <a:avLst/>
          </a:prstGeom>
        </p:spPr>
        <p:txBody>
          <a:bodyPr anchor="t">
            <a:normAutofit/>
          </a:bodyPr>
          <a:lstStyle>
            <a:lvl1pPr>
              <a:defRPr sz="2800" b="1"/>
            </a:lvl1pPr>
          </a:lstStyle>
          <a:p>
            <a:r>
              <a:rPr lang="en-US"/>
              <a:t>Click to edit</a:t>
            </a:r>
          </a:p>
        </p:txBody>
      </p:sp>
      <p:sp>
        <p:nvSpPr>
          <p:cNvPr id="3" name="Picture Placeholder 2">
            <a:extLst>
              <a:ext uri="{FF2B5EF4-FFF2-40B4-BE49-F238E27FC236}">
                <a16:creationId xmlns:a16="http://schemas.microsoft.com/office/drawing/2014/main" id="{FFCCAABE-88B9-2EB5-A1CA-5494D5694075}"/>
              </a:ext>
            </a:extLst>
          </p:cNvPr>
          <p:cNvSpPr>
            <a:spLocks noGrp="1"/>
          </p:cNvSpPr>
          <p:nvPr>
            <p:ph type="pic" idx="1"/>
          </p:nvPr>
        </p:nvSpPr>
        <p:spPr>
          <a:xfrm>
            <a:off x="5162052" y="345987"/>
            <a:ext cx="6741885" cy="5496210"/>
          </a:xfrm>
          <a:prstGeom prst="rect">
            <a:avLst/>
          </a:prstGeom>
          <a:ln>
            <a:noFill/>
          </a:ln>
        </p:spPr>
        <p:txBody>
          <a:bodyPr vert="horz" lIns="91440" tIns="45720" rIns="91440" bIns="45720" rtlCol="0">
            <a:normAutofit/>
          </a:bodyPr>
          <a:lstStyle>
            <a:lvl1pPr>
              <a:defRPr lang="en-US"/>
            </a:lvl1pPr>
          </a:lstStyle>
          <a:p>
            <a:pPr lvl="0">
              <a:lnSpc>
                <a:spcPct val="100000"/>
              </a:lnSpc>
            </a:pPr>
            <a:r>
              <a:rPr lang="en-US"/>
              <a:t>Click icon to add picture</a:t>
            </a:r>
          </a:p>
        </p:txBody>
      </p:sp>
      <p:sp>
        <p:nvSpPr>
          <p:cNvPr id="4" name="Text Placeholder 3">
            <a:extLst>
              <a:ext uri="{FF2B5EF4-FFF2-40B4-BE49-F238E27FC236}">
                <a16:creationId xmlns:a16="http://schemas.microsoft.com/office/drawing/2014/main" id="{005321D7-75F9-A5B6-C681-60E04F1B813A}"/>
              </a:ext>
            </a:extLst>
          </p:cNvPr>
          <p:cNvSpPr>
            <a:spLocks noGrp="1"/>
          </p:cNvSpPr>
          <p:nvPr>
            <p:ph type="body" sz="half" idx="2"/>
          </p:nvPr>
        </p:nvSpPr>
        <p:spPr>
          <a:xfrm>
            <a:off x="288063" y="1256145"/>
            <a:ext cx="4745540" cy="4979771"/>
          </a:xfrm>
          <a:prstGeom prst="rect">
            <a:avLst/>
          </a:prstGeo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Tree>
    <p:extLst>
      <p:ext uri="{BB962C8B-B14F-4D97-AF65-F5344CB8AC3E}">
        <p14:creationId xmlns:p14="http://schemas.microsoft.com/office/powerpoint/2010/main" val="11110083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1AD550-2F3B-F5F0-DAA9-C9248CE401AB}"/>
              </a:ext>
            </a:extLst>
          </p:cNvPr>
          <p:cNvSpPr>
            <a:spLocks noGrp="1"/>
          </p:cNvSpPr>
          <p:nvPr>
            <p:ph type="body" sz="quarter" idx="13"/>
          </p:nvPr>
        </p:nvSpPr>
        <p:spPr>
          <a:xfrm>
            <a:off x="256033" y="907488"/>
            <a:ext cx="11631168" cy="360363"/>
          </a:xfrm>
        </p:spPr>
        <p:txBody>
          <a:bodyPr anchor="ctr">
            <a:noAutofit/>
          </a:bodyPr>
          <a:lstStyle>
            <a:lvl1pPr marL="0" indent="0">
              <a:buNone/>
              <a:defRPr sz="1800" b="1">
                <a:solidFill>
                  <a:schemeClr val="accent2"/>
                </a:solidFill>
              </a:defRPr>
            </a:lvl1pPr>
          </a:lstStyle>
          <a:p>
            <a:pPr lvl="0"/>
            <a:r>
              <a:rPr lang="en-US"/>
              <a:t>Click to edit</a:t>
            </a:r>
          </a:p>
        </p:txBody>
      </p:sp>
      <p:sp>
        <p:nvSpPr>
          <p:cNvPr id="4" name="Title 3">
            <a:extLst>
              <a:ext uri="{FF2B5EF4-FFF2-40B4-BE49-F238E27FC236}">
                <a16:creationId xmlns:a16="http://schemas.microsoft.com/office/drawing/2014/main" id="{0CCB9AE9-61F4-0B83-6EF8-B39D5D943A0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07478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1AD550-2F3B-F5F0-DAA9-C9248CE401AB}"/>
              </a:ext>
            </a:extLst>
          </p:cNvPr>
          <p:cNvSpPr>
            <a:spLocks noGrp="1"/>
          </p:cNvSpPr>
          <p:nvPr>
            <p:ph type="body" sz="quarter" idx="13"/>
          </p:nvPr>
        </p:nvSpPr>
        <p:spPr>
          <a:xfrm>
            <a:off x="256033" y="907488"/>
            <a:ext cx="11631168" cy="360363"/>
          </a:xfrm>
        </p:spPr>
        <p:txBody>
          <a:bodyPr anchor="ctr">
            <a:noAutofit/>
          </a:bodyPr>
          <a:lstStyle>
            <a:lvl1pPr marL="0" indent="0" algn="ctr">
              <a:buNone/>
              <a:defRPr sz="1800" b="1">
                <a:solidFill>
                  <a:schemeClr val="accent3"/>
                </a:solidFill>
              </a:defRPr>
            </a:lvl1pPr>
          </a:lstStyle>
          <a:p>
            <a:pPr lvl="0"/>
            <a:r>
              <a:rPr lang="en-US"/>
              <a:t>Click to edit</a:t>
            </a:r>
          </a:p>
        </p:txBody>
      </p:sp>
      <p:sp>
        <p:nvSpPr>
          <p:cNvPr id="2" name="Picture Placeholder 2">
            <a:extLst>
              <a:ext uri="{FF2B5EF4-FFF2-40B4-BE49-F238E27FC236}">
                <a16:creationId xmlns:a16="http://schemas.microsoft.com/office/drawing/2014/main" id="{8531849E-F42E-A806-81BB-55680DCCAAB2}"/>
              </a:ext>
            </a:extLst>
          </p:cNvPr>
          <p:cNvSpPr>
            <a:spLocks noGrp="1"/>
          </p:cNvSpPr>
          <p:nvPr>
            <p:ph type="pic" sz="quarter" idx="14"/>
          </p:nvPr>
        </p:nvSpPr>
        <p:spPr>
          <a:xfrm>
            <a:off x="1558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5" name="Picture Placeholder 2">
            <a:extLst>
              <a:ext uri="{FF2B5EF4-FFF2-40B4-BE49-F238E27FC236}">
                <a16:creationId xmlns:a16="http://schemas.microsoft.com/office/drawing/2014/main" id="{724036E8-81ED-0DA1-8612-058B8EB342F6}"/>
              </a:ext>
            </a:extLst>
          </p:cNvPr>
          <p:cNvSpPr>
            <a:spLocks noGrp="1"/>
          </p:cNvSpPr>
          <p:nvPr>
            <p:ph type="pic" sz="quarter" idx="15"/>
          </p:nvPr>
        </p:nvSpPr>
        <p:spPr>
          <a:xfrm>
            <a:off x="3971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6" name="Picture Placeholder 2">
            <a:extLst>
              <a:ext uri="{FF2B5EF4-FFF2-40B4-BE49-F238E27FC236}">
                <a16:creationId xmlns:a16="http://schemas.microsoft.com/office/drawing/2014/main" id="{8A0481DF-1990-F900-9EDC-AEE5FCF40237}"/>
              </a:ext>
            </a:extLst>
          </p:cNvPr>
          <p:cNvSpPr>
            <a:spLocks noGrp="1"/>
          </p:cNvSpPr>
          <p:nvPr>
            <p:ph type="pic" sz="quarter" idx="16"/>
          </p:nvPr>
        </p:nvSpPr>
        <p:spPr>
          <a:xfrm>
            <a:off x="6384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7" name="Picture Placeholder 2">
            <a:extLst>
              <a:ext uri="{FF2B5EF4-FFF2-40B4-BE49-F238E27FC236}">
                <a16:creationId xmlns:a16="http://schemas.microsoft.com/office/drawing/2014/main" id="{D5498499-FB15-EA0A-A309-451922BB40CB}"/>
              </a:ext>
            </a:extLst>
          </p:cNvPr>
          <p:cNvSpPr>
            <a:spLocks noGrp="1"/>
          </p:cNvSpPr>
          <p:nvPr>
            <p:ph type="pic" sz="quarter" idx="17"/>
          </p:nvPr>
        </p:nvSpPr>
        <p:spPr>
          <a:xfrm>
            <a:off x="8797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9" name="Picture Placeholder 2">
            <a:extLst>
              <a:ext uri="{FF2B5EF4-FFF2-40B4-BE49-F238E27FC236}">
                <a16:creationId xmlns:a16="http://schemas.microsoft.com/office/drawing/2014/main" id="{07DA0B40-6DF1-FA44-8C65-F1406E2E9500}"/>
              </a:ext>
            </a:extLst>
          </p:cNvPr>
          <p:cNvSpPr>
            <a:spLocks noGrp="1"/>
          </p:cNvSpPr>
          <p:nvPr>
            <p:ph type="pic" sz="quarter" idx="18"/>
          </p:nvPr>
        </p:nvSpPr>
        <p:spPr>
          <a:xfrm>
            <a:off x="2767079" y="1603236"/>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11" name="Picture Placeholder 2">
            <a:extLst>
              <a:ext uri="{FF2B5EF4-FFF2-40B4-BE49-F238E27FC236}">
                <a16:creationId xmlns:a16="http://schemas.microsoft.com/office/drawing/2014/main" id="{166B0A5A-E45B-0AAC-1EF5-C32C3201F00D}"/>
              </a:ext>
            </a:extLst>
          </p:cNvPr>
          <p:cNvSpPr>
            <a:spLocks noGrp="1"/>
          </p:cNvSpPr>
          <p:nvPr>
            <p:ph type="pic" sz="quarter" idx="19"/>
          </p:nvPr>
        </p:nvSpPr>
        <p:spPr>
          <a:xfrm>
            <a:off x="5177664" y="1603236"/>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12" name="Picture Placeholder 2">
            <a:extLst>
              <a:ext uri="{FF2B5EF4-FFF2-40B4-BE49-F238E27FC236}">
                <a16:creationId xmlns:a16="http://schemas.microsoft.com/office/drawing/2014/main" id="{AB9EA7A6-EEA8-3553-3434-599B7CA0EAC9}"/>
              </a:ext>
            </a:extLst>
          </p:cNvPr>
          <p:cNvSpPr>
            <a:spLocks noGrp="1"/>
          </p:cNvSpPr>
          <p:nvPr>
            <p:ph type="pic" sz="quarter" idx="20"/>
          </p:nvPr>
        </p:nvSpPr>
        <p:spPr>
          <a:xfrm>
            <a:off x="7590665" y="1603236"/>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16" name="Title 3">
            <a:extLst>
              <a:ext uri="{FF2B5EF4-FFF2-40B4-BE49-F238E27FC236}">
                <a16:creationId xmlns:a16="http://schemas.microsoft.com/office/drawing/2014/main" id="{0CCB9AE9-61F4-0B83-6EF8-B39D5D943A03}"/>
              </a:ext>
            </a:extLst>
          </p:cNvPr>
          <p:cNvSpPr>
            <a:spLocks noGrp="1"/>
          </p:cNvSpPr>
          <p:nvPr>
            <p:ph type="title"/>
          </p:nvPr>
        </p:nvSpPr>
        <p:spPr>
          <a:xfrm>
            <a:off x="256033" y="237744"/>
            <a:ext cx="11631168" cy="612959"/>
          </a:xfrm>
        </p:spPr>
        <p:txBody>
          <a:bodyPr/>
          <a:lstStyle>
            <a:lvl1pPr algn="ctr">
              <a:defRPr/>
            </a:lvl1pPr>
          </a:lstStyle>
          <a:p>
            <a:r>
              <a:rPr lang="en-US"/>
              <a:t>Click to edit Master title style</a:t>
            </a:r>
          </a:p>
        </p:txBody>
      </p:sp>
      <p:sp>
        <p:nvSpPr>
          <p:cNvPr id="23" name="Text Placeholder 22">
            <a:extLst>
              <a:ext uri="{FF2B5EF4-FFF2-40B4-BE49-F238E27FC236}">
                <a16:creationId xmlns:a16="http://schemas.microsoft.com/office/drawing/2014/main" id="{25C1D309-AAEE-6327-655D-2037C6A9FA87}"/>
              </a:ext>
            </a:extLst>
          </p:cNvPr>
          <p:cNvSpPr>
            <a:spLocks noGrp="1"/>
          </p:cNvSpPr>
          <p:nvPr>
            <p:ph type="body" sz="quarter" idx="21" hasCustomPrompt="1"/>
          </p:nvPr>
        </p:nvSpPr>
        <p:spPr>
          <a:xfrm>
            <a:off x="2493328" y="3025197"/>
            <a:ext cx="1930082" cy="194253"/>
          </a:xfrm>
        </p:spPr>
        <p:txBody>
          <a:bodyPr anchor="ctr">
            <a:normAutofit/>
          </a:bodyPr>
          <a:lstStyle>
            <a:lvl1pPr marL="0" indent="0" algn="ctr">
              <a:buNone/>
              <a:defRPr sz="1200" b="1"/>
            </a:lvl1pPr>
          </a:lstStyle>
          <a:p>
            <a:pPr lvl="0"/>
            <a:r>
              <a:rPr lang="en-US"/>
              <a:t>Name</a:t>
            </a:r>
          </a:p>
        </p:txBody>
      </p:sp>
      <p:sp>
        <p:nvSpPr>
          <p:cNvPr id="24" name="Text Placeholder 22">
            <a:extLst>
              <a:ext uri="{FF2B5EF4-FFF2-40B4-BE49-F238E27FC236}">
                <a16:creationId xmlns:a16="http://schemas.microsoft.com/office/drawing/2014/main" id="{8681265B-C8C5-95F5-C577-0676075E06BA}"/>
              </a:ext>
            </a:extLst>
          </p:cNvPr>
          <p:cNvSpPr>
            <a:spLocks noGrp="1"/>
          </p:cNvSpPr>
          <p:nvPr>
            <p:ph type="body" sz="quarter" idx="22" hasCustomPrompt="1"/>
          </p:nvPr>
        </p:nvSpPr>
        <p:spPr>
          <a:xfrm>
            <a:off x="2493328" y="3253902"/>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25" name="Text Placeholder 22">
            <a:extLst>
              <a:ext uri="{FF2B5EF4-FFF2-40B4-BE49-F238E27FC236}">
                <a16:creationId xmlns:a16="http://schemas.microsoft.com/office/drawing/2014/main" id="{B6391AA2-C3FD-0620-C40E-61040EBC88DC}"/>
              </a:ext>
            </a:extLst>
          </p:cNvPr>
          <p:cNvSpPr>
            <a:spLocks noGrp="1"/>
          </p:cNvSpPr>
          <p:nvPr>
            <p:ph type="body" sz="quarter" idx="23" hasCustomPrompt="1"/>
          </p:nvPr>
        </p:nvSpPr>
        <p:spPr>
          <a:xfrm>
            <a:off x="4928755" y="3025197"/>
            <a:ext cx="1930082" cy="194253"/>
          </a:xfrm>
        </p:spPr>
        <p:txBody>
          <a:bodyPr anchor="ctr">
            <a:normAutofit/>
          </a:bodyPr>
          <a:lstStyle>
            <a:lvl1pPr marL="0" indent="0" algn="ctr">
              <a:buNone/>
              <a:defRPr sz="1200" b="1"/>
            </a:lvl1pPr>
          </a:lstStyle>
          <a:p>
            <a:pPr lvl="0"/>
            <a:r>
              <a:rPr lang="en-US"/>
              <a:t>Name</a:t>
            </a:r>
          </a:p>
        </p:txBody>
      </p:sp>
      <p:sp>
        <p:nvSpPr>
          <p:cNvPr id="26" name="Text Placeholder 22">
            <a:extLst>
              <a:ext uri="{FF2B5EF4-FFF2-40B4-BE49-F238E27FC236}">
                <a16:creationId xmlns:a16="http://schemas.microsoft.com/office/drawing/2014/main" id="{1A5E2C2A-0B02-9273-D84F-53D19103FDC6}"/>
              </a:ext>
            </a:extLst>
          </p:cNvPr>
          <p:cNvSpPr>
            <a:spLocks noGrp="1"/>
          </p:cNvSpPr>
          <p:nvPr>
            <p:ph type="body" sz="quarter" idx="24" hasCustomPrompt="1"/>
          </p:nvPr>
        </p:nvSpPr>
        <p:spPr>
          <a:xfrm>
            <a:off x="4928755" y="3253902"/>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27" name="Text Placeholder 22">
            <a:extLst>
              <a:ext uri="{FF2B5EF4-FFF2-40B4-BE49-F238E27FC236}">
                <a16:creationId xmlns:a16="http://schemas.microsoft.com/office/drawing/2014/main" id="{41046EE2-483D-9B54-F0F2-B2E06A531084}"/>
              </a:ext>
            </a:extLst>
          </p:cNvPr>
          <p:cNvSpPr>
            <a:spLocks noGrp="1"/>
          </p:cNvSpPr>
          <p:nvPr>
            <p:ph type="body" sz="quarter" idx="25" hasCustomPrompt="1"/>
          </p:nvPr>
        </p:nvSpPr>
        <p:spPr>
          <a:xfrm>
            <a:off x="7364182" y="3025197"/>
            <a:ext cx="1930082" cy="194253"/>
          </a:xfrm>
        </p:spPr>
        <p:txBody>
          <a:bodyPr anchor="ctr">
            <a:normAutofit/>
          </a:bodyPr>
          <a:lstStyle>
            <a:lvl1pPr marL="0" indent="0" algn="ctr">
              <a:buNone/>
              <a:defRPr sz="1200" b="1"/>
            </a:lvl1pPr>
          </a:lstStyle>
          <a:p>
            <a:pPr lvl="0"/>
            <a:r>
              <a:rPr lang="en-US"/>
              <a:t>Name</a:t>
            </a:r>
          </a:p>
        </p:txBody>
      </p:sp>
      <p:sp>
        <p:nvSpPr>
          <p:cNvPr id="28" name="Text Placeholder 22">
            <a:extLst>
              <a:ext uri="{FF2B5EF4-FFF2-40B4-BE49-F238E27FC236}">
                <a16:creationId xmlns:a16="http://schemas.microsoft.com/office/drawing/2014/main" id="{4869DC5D-9007-D262-6CC6-1DDC5C7D044D}"/>
              </a:ext>
            </a:extLst>
          </p:cNvPr>
          <p:cNvSpPr>
            <a:spLocks noGrp="1"/>
          </p:cNvSpPr>
          <p:nvPr>
            <p:ph type="body" sz="quarter" idx="26" hasCustomPrompt="1"/>
          </p:nvPr>
        </p:nvSpPr>
        <p:spPr>
          <a:xfrm>
            <a:off x="7364182" y="3253902"/>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29" name="Text Placeholder 22">
            <a:extLst>
              <a:ext uri="{FF2B5EF4-FFF2-40B4-BE49-F238E27FC236}">
                <a16:creationId xmlns:a16="http://schemas.microsoft.com/office/drawing/2014/main" id="{1875C7FE-3C20-B57A-C577-D81074FA072C}"/>
              </a:ext>
            </a:extLst>
          </p:cNvPr>
          <p:cNvSpPr>
            <a:spLocks noGrp="1"/>
          </p:cNvSpPr>
          <p:nvPr>
            <p:ph type="body" sz="quarter" idx="27" hasCustomPrompt="1"/>
          </p:nvPr>
        </p:nvSpPr>
        <p:spPr>
          <a:xfrm>
            <a:off x="1293457" y="5375874"/>
            <a:ext cx="1930082" cy="194253"/>
          </a:xfrm>
        </p:spPr>
        <p:txBody>
          <a:bodyPr anchor="ctr">
            <a:normAutofit/>
          </a:bodyPr>
          <a:lstStyle>
            <a:lvl1pPr marL="0" indent="0" algn="ctr">
              <a:buNone/>
              <a:defRPr sz="1200" b="1"/>
            </a:lvl1pPr>
          </a:lstStyle>
          <a:p>
            <a:pPr lvl="0"/>
            <a:r>
              <a:rPr lang="en-US"/>
              <a:t>Name</a:t>
            </a:r>
          </a:p>
        </p:txBody>
      </p:sp>
      <p:sp>
        <p:nvSpPr>
          <p:cNvPr id="30" name="Text Placeholder 22">
            <a:extLst>
              <a:ext uri="{FF2B5EF4-FFF2-40B4-BE49-F238E27FC236}">
                <a16:creationId xmlns:a16="http://schemas.microsoft.com/office/drawing/2014/main" id="{0A60A4A4-D183-4F5C-4E03-EC59A18F8350}"/>
              </a:ext>
            </a:extLst>
          </p:cNvPr>
          <p:cNvSpPr>
            <a:spLocks noGrp="1"/>
          </p:cNvSpPr>
          <p:nvPr>
            <p:ph type="body" sz="quarter" idx="28" hasCustomPrompt="1"/>
          </p:nvPr>
        </p:nvSpPr>
        <p:spPr>
          <a:xfrm>
            <a:off x="1293457"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31" name="Text Placeholder 22">
            <a:extLst>
              <a:ext uri="{FF2B5EF4-FFF2-40B4-BE49-F238E27FC236}">
                <a16:creationId xmlns:a16="http://schemas.microsoft.com/office/drawing/2014/main" id="{A7043F41-79E2-9602-C451-95DC29036AEA}"/>
              </a:ext>
            </a:extLst>
          </p:cNvPr>
          <p:cNvSpPr>
            <a:spLocks noGrp="1"/>
          </p:cNvSpPr>
          <p:nvPr>
            <p:ph type="body" sz="quarter" idx="29" hasCustomPrompt="1"/>
          </p:nvPr>
        </p:nvSpPr>
        <p:spPr>
          <a:xfrm>
            <a:off x="3697659" y="5375874"/>
            <a:ext cx="1930082" cy="194253"/>
          </a:xfrm>
        </p:spPr>
        <p:txBody>
          <a:bodyPr anchor="ctr">
            <a:normAutofit/>
          </a:bodyPr>
          <a:lstStyle>
            <a:lvl1pPr marL="0" indent="0" algn="ctr">
              <a:buNone/>
              <a:defRPr sz="1200" b="1"/>
            </a:lvl1pPr>
          </a:lstStyle>
          <a:p>
            <a:pPr lvl="0"/>
            <a:r>
              <a:rPr lang="en-US"/>
              <a:t>Name</a:t>
            </a:r>
          </a:p>
        </p:txBody>
      </p:sp>
      <p:sp>
        <p:nvSpPr>
          <p:cNvPr id="32" name="Text Placeholder 22">
            <a:extLst>
              <a:ext uri="{FF2B5EF4-FFF2-40B4-BE49-F238E27FC236}">
                <a16:creationId xmlns:a16="http://schemas.microsoft.com/office/drawing/2014/main" id="{B570A5F3-EC03-A782-5E72-351830233029}"/>
              </a:ext>
            </a:extLst>
          </p:cNvPr>
          <p:cNvSpPr>
            <a:spLocks noGrp="1"/>
          </p:cNvSpPr>
          <p:nvPr>
            <p:ph type="body" sz="quarter" idx="30" hasCustomPrompt="1"/>
          </p:nvPr>
        </p:nvSpPr>
        <p:spPr>
          <a:xfrm>
            <a:off x="3697659"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33" name="Text Placeholder 22">
            <a:extLst>
              <a:ext uri="{FF2B5EF4-FFF2-40B4-BE49-F238E27FC236}">
                <a16:creationId xmlns:a16="http://schemas.microsoft.com/office/drawing/2014/main" id="{CE884788-749A-5DD6-13E0-FE5BB25D72DE}"/>
              </a:ext>
            </a:extLst>
          </p:cNvPr>
          <p:cNvSpPr>
            <a:spLocks noGrp="1"/>
          </p:cNvSpPr>
          <p:nvPr>
            <p:ph type="body" sz="quarter" idx="31" hasCustomPrompt="1"/>
          </p:nvPr>
        </p:nvSpPr>
        <p:spPr>
          <a:xfrm>
            <a:off x="6137546" y="5375874"/>
            <a:ext cx="1930082" cy="194253"/>
          </a:xfrm>
        </p:spPr>
        <p:txBody>
          <a:bodyPr anchor="ctr">
            <a:normAutofit/>
          </a:bodyPr>
          <a:lstStyle>
            <a:lvl1pPr marL="0" indent="0" algn="ctr">
              <a:buNone/>
              <a:defRPr sz="1200" b="1"/>
            </a:lvl1pPr>
          </a:lstStyle>
          <a:p>
            <a:pPr lvl="0"/>
            <a:r>
              <a:rPr lang="en-US"/>
              <a:t>Name</a:t>
            </a:r>
          </a:p>
        </p:txBody>
      </p:sp>
      <p:sp>
        <p:nvSpPr>
          <p:cNvPr id="34" name="Text Placeholder 22">
            <a:extLst>
              <a:ext uri="{FF2B5EF4-FFF2-40B4-BE49-F238E27FC236}">
                <a16:creationId xmlns:a16="http://schemas.microsoft.com/office/drawing/2014/main" id="{F1AC9B3F-E94A-9D36-C08B-E46BDC1AA49F}"/>
              </a:ext>
            </a:extLst>
          </p:cNvPr>
          <p:cNvSpPr>
            <a:spLocks noGrp="1"/>
          </p:cNvSpPr>
          <p:nvPr>
            <p:ph type="body" sz="quarter" idx="32" hasCustomPrompt="1"/>
          </p:nvPr>
        </p:nvSpPr>
        <p:spPr>
          <a:xfrm>
            <a:off x="6137546"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35" name="Text Placeholder 22">
            <a:extLst>
              <a:ext uri="{FF2B5EF4-FFF2-40B4-BE49-F238E27FC236}">
                <a16:creationId xmlns:a16="http://schemas.microsoft.com/office/drawing/2014/main" id="{AEAFC818-C41B-08F2-E697-BABF1219BCB0}"/>
              </a:ext>
            </a:extLst>
          </p:cNvPr>
          <p:cNvSpPr>
            <a:spLocks noGrp="1"/>
          </p:cNvSpPr>
          <p:nvPr>
            <p:ph type="body" sz="quarter" idx="33" hasCustomPrompt="1"/>
          </p:nvPr>
        </p:nvSpPr>
        <p:spPr>
          <a:xfrm>
            <a:off x="8575996" y="5375874"/>
            <a:ext cx="1930082" cy="194253"/>
          </a:xfrm>
        </p:spPr>
        <p:txBody>
          <a:bodyPr anchor="ctr">
            <a:normAutofit/>
          </a:bodyPr>
          <a:lstStyle>
            <a:lvl1pPr marL="0" indent="0" algn="ctr">
              <a:buNone/>
              <a:defRPr sz="1200" b="1"/>
            </a:lvl1pPr>
          </a:lstStyle>
          <a:p>
            <a:pPr lvl="0"/>
            <a:r>
              <a:rPr lang="en-US"/>
              <a:t>Name</a:t>
            </a:r>
          </a:p>
        </p:txBody>
      </p:sp>
      <p:sp>
        <p:nvSpPr>
          <p:cNvPr id="36" name="Text Placeholder 22">
            <a:extLst>
              <a:ext uri="{FF2B5EF4-FFF2-40B4-BE49-F238E27FC236}">
                <a16:creationId xmlns:a16="http://schemas.microsoft.com/office/drawing/2014/main" id="{99F6FC27-A605-803F-7622-388D7FF9F1E6}"/>
              </a:ext>
            </a:extLst>
          </p:cNvPr>
          <p:cNvSpPr>
            <a:spLocks noGrp="1"/>
          </p:cNvSpPr>
          <p:nvPr>
            <p:ph type="body" sz="quarter" idx="34" hasCustomPrompt="1"/>
          </p:nvPr>
        </p:nvSpPr>
        <p:spPr>
          <a:xfrm>
            <a:off x="8575996"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Tree>
    <p:extLst>
      <p:ext uri="{BB962C8B-B14F-4D97-AF65-F5344CB8AC3E}">
        <p14:creationId xmlns:p14="http://schemas.microsoft.com/office/powerpoint/2010/main" val="10292523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9" name="Text Placeholder 15">
            <a:extLst>
              <a:ext uri="{FF2B5EF4-FFF2-40B4-BE49-F238E27FC236}">
                <a16:creationId xmlns:a16="http://schemas.microsoft.com/office/drawing/2014/main" id="{3654F789-D8D4-0D58-8DDB-D71CDF13134F}"/>
              </a:ext>
            </a:extLst>
          </p:cNvPr>
          <p:cNvSpPr>
            <a:spLocks noGrp="1"/>
          </p:cNvSpPr>
          <p:nvPr>
            <p:ph type="body" sz="quarter" idx="15"/>
          </p:nvPr>
        </p:nvSpPr>
        <p:spPr>
          <a:xfrm>
            <a:off x="8254947" y="1501775"/>
            <a:ext cx="3295650" cy="4216400"/>
          </a:xfrm>
          <a:prstGeom prst="round2SameRect">
            <a:avLst>
              <a:gd name="adj1" fmla="val 0"/>
              <a:gd name="adj2" fmla="val 6792"/>
            </a:avLst>
          </a:prstGeom>
          <a:ln>
            <a:solidFill>
              <a:schemeClr val="accent3"/>
            </a:solidFill>
          </a:ln>
        </p:spPr>
        <p:txBody>
          <a:bodyPr lIns="72000" tIns="914400" rIns="72000" bIns="72000" anchor="t">
            <a:noAutofit/>
          </a:bodyPr>
          <a:lstStyle>
            <a:lvl1pPr marL="180975" marR="0" indent="-180975" algn="l" defTabSz="914377" rtl="0" eaLnBrk="1" fontAlgn="auto" latinLnBrk="0" hangingPunct="1">
              <a:lnSpc>
                <a:spcPct val="90000"/>
              </a:lnSpc>
              <a:spcBef>
                <a:spcPts val="0"/>
              </a:spcBef>
              <a:spcAft>
                <a:spcPts val="600"/>
              </a:spcAft>
              <a:buClrTx/>
              <a:buSzTx/>
              <a:buFont typeface="Arial" panose="020B0604020202020204" pitchFamily="34" charset="0"/>
              <a:buChar char="•"/>
              <a:tabLst/>
              <a:defRPr kumimoji="0" lang="en-US" sz="1600" b="1" i="0" u="none" strike="noStrike" cap="none" spc="0" normalizeH="0" baseline="0">
                <a:ln>
                  <a:noFill/>
                </a:ln>
                <a:effectLst/>
                <a:uLnTx/>
                <a:uFillTx/>
                <a:latin typeface="Trade Gothic Next"/>
              </a:defRPr>
            </a:lvl1pPr>
            <a:lvl2pPr>
              <a:defRPr lang="en-US" smtClean="0">
                <a:solidFill>
                  <a:schemeClr val="tx1">
                    <a:lumMod val="65000"/>
                    <a:lumOff val="35000"/>
                  </a:schemeClr>
                </a:solidFill>
                <a:latin typeface="+mn-lt"/>
              </a:defRPr>
            </a:lvl2pPr>
            <a:lvl3pPr>
              <a:defRPr lang="en-US" smtClean="0">
                <a:solidFill>
                  <a:schemeClr val="tx1">
                    <a:lumMod val="65000"/>
                    <a:lumOff val="35000"/>
                  </a:schemeClr>
                </a:solidFill>
                <a:latin typeface="+mn-lt"/>
              </a:defRPr>
            </a:lvl3pPr>
            <a:lvl4pPr>
              <a:defRPr lang="en-US" smtClean="0">
                <a:solidFill>
                  <a:schemeClr val="tx1">
                    <a:lumMod val="65000"/>
                    <a:lumOff val="35000"/>
                  </a:schemeClr>
                </a:solidFill>
                <a:latin typeface="+mn-lt"/>
              </a:defRPr>
            </a:lvl4pPr>
            <a:lvl5pPr>
              <a:defRPr lang="en-US">
                <a:solidFill>
                  <a:schemeClr val="tx1">
                    <a:lumMod val="65000"/>
                    <a:lumOff val="35000"/>
                  </a:schemeClr>
                </a:solidFill>
                <a:latin typeface="+mn-lt"/>
              </a:defRPr>
            </a:lvl5pPr>
          </a:lstStyle>
          <a:p>
            <a:pPr marL="0" marR="0" lvl="0" indent="0" fontAlgn="auto">
              <a:lnSpc>
                <a:spcPct val="100000"/>
              </a:lnSpc>
              <a:spcAft>
                <a:spcPts val="0"/>
              </a:spcAft>
              <a:buClrTx/>
              <a:buSzTx/>
              <a:buFontTx/>
              <a:buNone/>
              <a:tabLst>
                <a:tab pos="45719" algn="l"/>
              </a:tabLst>
            </a:pPr>
            <a:endParaRPr lang="en-US"/>
          </a:p>
        </p:txBody>
      </p:sp>
      <p:sp>
        <p:nvSpPr>
          <p:cNvPr id="18" name="Text Placeholder 15">
            <a:extLst>
              <a:ext uri="{FF2B5EF4-FFF2-40B4-BE49-F238E27FC236}">
                <a16:creationId xmlns:a16="http://schemas.microsoft.com/office/drawing/2014/main" id="{A80FA706-1ED5-D900-1B12-B75282A3445A}"/>
              </a:ext>
            </a:extLst>
          </p:cNvPr>
          <p:cNvSpPr>
            <a:spLocks noGrp="1"/>
          </p:cNvSpPr>
          <p:nvPr>
            <p:ph type="body" sz="quarter" idx="14"/>
          </p:nvPr>
        </p:nvSpPr>
        <p:spPr>
          <a:xfrm>
            <a:off x="4448225" y="1501775"/>
            <a:ext cx="3295650" cy="4216400"/>
          </a:xfrm>
          <a:prstGeom prst="round2SameRect">
            <a:avLst>
              <a:gd name="adj1" fmla="val 0"/>
              <a:gd name="adj2" fmla="val 6792"/>
            </a:avLst>
          </a:prstGeom>
          <a:ln>
            <a:solidFill>
              <a:schemeClr val="accent2"/>
            </a:solidFill>
          </a:ln>
        </p:spPr>
        <p:txBody>
          <a:bodyPr lIns="72000" tIns="914400" rIns="72000" bIns="72000" anchor="t">
            <a:noAutofit/>
          </a:bodyPr>
          <a:lstStyle>
            <a:lvl1pPr>
              <a:defRPr kumimoji="0" lang="en-US" sz="1600" b="1" i="0" u="none" strike="noStrike" cap="none" spc="0" normalizeH="0" baseline="0" dirty="0">
                <a:ln>
                  <a:noFill/>
                </a:ln>
                <a:effectLst/>
                <a:uLnTx/>
                <a:uFillTx/>
                <a:latin typeface="Trade Gothic Next"/>
              </a:defRPr>
            </a:lvl1pPr>
          </a:lstStyle>
          <a:p>
            <a:pPr marL="0" marR="0" lvl="0" indent="0" fontAlgn="auto">
              <a:lnSpc>
                <a:spcPct val="100000"/>
              </a:lnSpc>
              <a:spcAft>
                <a:spcPts val="0"/>
              </a:spcAft>
              <a:buClrTx/>
              <a:buSzTx/>
              <a:buFontTx/>
              <a:buNone/>
              <a:tabLst>
                <a:tab pos="45719" algn="l"/>
              </a:tabLst>
            </a:pPr>
            <a:endParaRPr lang="en-US"/>
          </a:p>
        </p:txBody>
      </p:sp>
      <p:sp>
        <p:nvSpPr>
          <p:cNvPr id="17" name="Text Placeholder 15">
            <a:extLst>
              <a:ext uri="{FF2B5EF4-FFF2-40B4-BE49-F238E27FC236}">
                <a16:creationId xmlns:a16="http://schemas.microsoft.com/office/drawing/2014/main" id="{26D8DD72-D884-E08D-B15C-9BCE079ED196}"/>
              </a:ext>
            </a:extLst>
          </p:cNvPr>
          <p:cNvSpPr>
            <a:spLocks noGrp="1"/>
          </p:cNvSpPr>
          <p:nvPr>
            <p:ph type="body" sz="quarter" idx="13"/>
          </p:nvPr>
        </p:nvSpPr>
        <p:spPr>
          <a:xfrm>
            <a:off x="561975" y="1501775"/>
            <a:ext cx="3295650" cy="4216400"/>
          </a:xfrm>
          <a:prstGeom prst="round2SameRect">
            <a:avLst>
              <a:gd name="adj1" fmla="val 0"/>
              <a:gd name="adj2" fmla="val 6792"/>
            </a:avLst>
          </a:prstGeom>
          <a:ln>
            <a:solidFill>
              <a:schemeClr val="accent1"/>
            </a:solidFill>
          </a:ln>
        </p:spPr>
        <p:txBody>
          <a:bodyPr lIns="72000" tIns="914400" rIns="72000" bIns="72000" anchor="t">
            <a:noAutofit/>
          </a:bodyPr>
          <a:lstStyle>
            <a:lvl1pPr marL="180975" marR="0" indent="-180975" algn="l" defTabSz="914377" rtl="0" eaLnBrk="1" fontAlgn="auto" latinLnBrk="0" hangingPunct="1">
              <a:lnSpc>
                <a:spcPct val="90000"/>
              </a:lnSpc>
              <a:spcBef>
                <a:spcPts val="0"/>
              </a:spcBef>
              <a:spcAft>
                <a:spcPts val="600"/>
              </a:spcAft>
              <a:buClrTx/>
              <a:buSzTx/>
              <a:buFont typeface="Arial" panose="020B0604020202020204" pitchFamily="34" charset="0"/>
              <a:buChar char="•"/>
              <a:tabLst/>
              <a:defRPr kumimoji="0" lang="en-US" sz="1600" b="1" i="0" u="none" strike="noStrike" cap="none" spc="0" normalizeH="0" baseline="0">
                <a:ln>
                  <a:noFill/>
                </a:ln>
                <a:effectLst/>
                <a:uLnTx/>
                <a:uFillTx/>
                <a:latin typeface="Trade Gothic Next"/>
              </a:defRPr>
            </a:lvl1pPr>
            <a:lvl2pPr>
              <a:defRPr lang="en-US" smtClean="0">
                <a:solidFill>
                  <a:schemeClr val="tx1">
                    <a:lumMod val="65000"/>
                    <a:lumOff val="35000"/>
                  </a:schemeClr>
                </a:solidFill>
                <a:latin typeface="+mn-lt"/>
              </a:defRPr>
            </a:lvl2pPr>
            <a:lvl3pPr>
              <a:defRPr lang="en-US" smtClean="0">
                <a:solidFill>
                  <a:schemeClr val="tx1">
                    <a:lumMod val="65000"/>
                    <a:lumOff val="35000"/>
                  </a:schemeClr>
                </a:solidFill>
                <a:latin typeface="+mn-lt"/>
              </a:defRPr>
            </a:lvl3pPr>
            <a:lvl4pPr>
              <a:defRPr lang="en-US" smtClean="0">
                <a:solidFill>
                  <a:schemeClr val="tx1">
                    <a:lumMod val="65000"/>
                    <a:lumOff val="35000"/>
                  </a:schemeClr>
                </a:solidFill>
                <a:latin typeface="+mn-lt"/>
              </a:defRPr>
            </a:lvl4pPr>
            <a:lvl5pPr>
              <a:defRPr lang="en-US">
                <a:solidFill>
                  <a:schemeClr val="tx1">
                    <a:lumMod val="65000"/>
                    <a:lumOff val="35000"/>
                  </a:schemeClr>
                </a:solidFill>
                <a:latin typeface="+mn-lt"/>
              </a:defRPr>
            </a:lvl5pPr>
          </a:lstStyle>
          <a:p>
            <a:pPr marL="0" marR="0" lvl="0" indent="0" fontAlgn="auto">
              <a:lnSpc>
                <a:spcPct val="100000"/>
              </a:lnSpc>
              <a:spcAft>
                <a:spcPts val="0"/>
              </a:spcAft>
              <a:buClrTx/>
              <a:buSzTx/>
              <a:buFontTx/>
              <a:buNone/>
              <a:tabLst>
                <a:tab pos="45719" algn="l"/>
              </a:tabLst>
            </a:pPr>
            <a:endParaRPr lang="en-US"/>
          </a:p>
        </p:txBody>
      </p:sp>
      <p:sp>
        <p:nvSpPr>
          <p:cNvPr id="2" name="Title 1">
            <a:extLst>
              <a:ext uri="{FF2B5EF4-FFF2-40B4-BE49-F238E27FC236}">
                <a16:creationId xmlns:a16="http://schemas.microsoft.com/office/drawing/2014/main" id="{20AD750B-8444-B5D5-2581-2BBF193A6C5D}"/>
              </a:ext>
            </a:extLst>
          </p:cNvPr>
          <p:cNvSpPr>
            <a:spLocks noGrp="1"/>
          </p:cNvSpPr>
          <p:nvPr>
            <p:ph type="title"/>
          </p:nvPr>
        </p:nvSpPr>
        <p:spPr/>
        <p:txBody>
          <a:bodyPr/>
          <a:lstStyle/>
          <a:p>
            <a:r>
              <a:rPr lang="en-US"/>
              <a:t>Click to edit Master title style</a:t>
            </a:r>
          </a:p>
        </p:txBody>
      </p:sp>
      <p:cxnSp>
        <p:nvCxnSpPr>
          <p:cNvPr id="6" name="Straight Connector 5">
            <a:extLst>
              <a:ext uri="{FF2B5EF4-FFF2-40B4-BE49-F238E27FC236}">
                <a16:creationId xmlns:a16="http://schemas.microsoft.com/office/drawing/2014/main" id="{F75885F4-423D-D1E4-EF27-5A1F6906E846}"/>
              </a:ext>
            </a:extLst>
          </p:cNvPr>
          <p:cNvCxnSpPr/>
          <p:nvPr userDrawn="1"/>
        </p:nvCxnSpPr>
        <p:spPr>
          <a:xfrm>
            <a:off x="545581" y="1501181"/>
            <a:ext cx="3328709"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762FB7FC-4420-2113-73F9-BEC1FF716744}"/>
              </a:ext>
            </a:extLst>
          </p:cNvPr>
          <p:cNvSpPr/>
          <p:nvPr userDrawn="1"/>
        </p:nvSpPr>
        <p:spPr>
          <a:xfrm>
            <a:off x="2380918" y="1501176"/>
            <a:ext cx="1400485" cy="617261"/>
          </a:xfrm>
          <a:custGeom>
            <a:avLst/>
            <a:gdLst>
              <a:gd name="connsiteX0" fmla="*/ 0 w 1140787"/>
              <a:gd name="connsiteY0" fmla="*/ 0 h 502800"/>
              <a:gd name="connsiteX1" fmla="*/ 1140787 w 1140787"/>
              <a:gd name="connsiteY1" fmla="*/ 0 h 502800"/>
              <a:gd name="connsiteX2" fmla="*/ 685781 w 1140787"/>
              <a:gd name="connsiteY2" fmla="*/ 455006 h 502800"/>
              <a:gd name="connsiteX3" fmla="*/ 455005 w 1140787"/>
              <a:gd name="connsiteY3" fmla="*/ 455006 h 502800"/>
              <a:gd name="connsiteX4" fmla="*/ 0 w 1140787"/>
              <a:gd name="connsiteY4" fmla="*/ 0 h 50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787" h="502800">
                <a:moveTo>
                  <a:pt x="0" y="0"/>
                </a:moveTo>
                <a:lnTo>
                  <a:pt x="1140787" y="0"/>
                </a:lnTo>
                <a:lnTo>
                  <a:pt x="685781" y="455006"/>
                </a:lnTo>
                <a:cubicBezTo>
                  <a:pt x="622054" y="518732"/>
                  <a:pt x="518732" y="518732"/>
                  <a:pt x="455005" y="455006"/>
                </a:cubicBezTo>
                <a:lnTo>
                  <a:pt x="0" y="0"/>
                </a:lnTo>
                <a:close/>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bg1"/>
              </a:solidFill>
            </a:endParaRPr>
          </a:p>
        </p:txBody>
      </p:sp>
      <p:sp>
        <p:nvSpPr>
          <p:cNvPr id="8" name="Picture Placeholder 70">
            <a:extLst>
              <a:ext uri="{FF2B5EF4-FFF2-40B4-BE49-F238E27FC236}">
                <a16:creationId xmlns:a16="http://schemas.microsoft.com/office/drawing/2014/main" id="{9D653EEC-6B0E-8E35-30B7-F7EC615276D1}"/>
              </a:ext>
            </a:extLst>
          </p:cNvPr>
          <p:cNvSpPr>
            <a:spLocks noGrp="1"/>
          </p:cNvSpPr>
          <p:nvPr>
            <p:ph type="pic" sz="quarter" idx="10" hasCustomPrompt="1"/>
          </p:nvPr>
        </p:nvSpPr>
        <p:spPr>
          <a:xfrm>
            <a:off x="2799378" y="1503172"/>
            <a:ext cx="563563" cy="563562"/>
          </a:xfrm>
          <a:prstGeom prst="rect">
            <a:avLst/>
          </a:prstGeom>
        </p:spPr>
        <p:txBody>
          <a:bodyPr anchor="ctr"/>
          <a:lstStyle>
            <a:lvl1pPr marL="0" indent="0" algn="ctr">
              <a:buNone/>
              <a:defRPr lang="en-IN" sz="1200">
                <a:solidFill>
                  <a:schemeClr val="bg1"/>
                </a:solidFill>
                <a:latin typeface="+mj-lt"/>
              </a:defRPr>
            </a:lvl1pPr>
          </a:lstStyle>
          <a:p>
            <a:r>
              <a:rPr lang="en-US"/>
              <a:t>icon</a:t>
            </a:r>
            <a:endParaRPr lang="en-IN"/>
          </a:p>
        </p:txBody>
      </p:sp>
      <p:cxnSp>
        <p:nvCxnSpPr>
          <p:cNvPr id="9" name="Straight Connector 8">
            <a:extLst>
              <a:ext uri="{FF2B5EF4-FFF2-40B4-BE49-F238E27FC236}">
                <a16:creationId xmlns:a16="http://schemas.microsoft.com/office/drawing/2014/main" id="{3FA56349-541A-58F8-C2CC-F4696B31E69B}"/>
              </a:ext>
            </a:extLst>
          </p:cNvPr>
          <p:cNvCxnSpPr>
            <a:cxnSpLocks/>
          </p:cNvCxnSpPr>
          <p:nvPr userDrawn="1"/>
        </p:nvCxnSpPr>
        <p:spPr>
          <a:xfrm>
            <a:off x="4431646" y="1501181"/>
            <a:ext cx="3328709"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B9F7CF11-B6AC-950A-FC4D-E5365C20527B}"/>
              </a:ext>
            </a:extLst>
          </p:cNvPr>
          <p:cNvSpPr/>
          <p:nvPr userDrawn="1"/>
        </p:nvSpPr>
        <p:spPr>
          <a:xfrm>
            <a:off x="6265564" y="1501176"/>
            <a:ext cx="1400485" cy="617261"/>
          </a:xfrm>
          <a:custGeom>
            <a:avLst/>
            <a:gdLst>
              <a:gd name="connsiteX0" fmla="*/ 0 w 1140787"/>
              <a:gd name="connsiteY0" fmla="*/ 0 h 502800"/>
              <a:gd name="connsiteX1" fmla="*/ 1140787 w 1140787"/>
              <a:gd name="connsiteY1" fmla="*/ 0 h 502800"/>
              <a:gd name="connsiteX2" fmla="*/ 685781 w 1140787"/>
              <a:gd name="connsiteY2" fmla="*/ 455006 h 502800"/>
              <a:gd name="connsiteX3" fmla="*/ 455005 w 1140787"/>
              <a:gd name="connsiteY3" fmla="*/ 455006 h 502800"/>
              <a:gd name="connsiteX4" fmla="*/ 0 w 1140787"/>
              <a:gd name="connsiteY4" fmla="*/ 0 h 50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787" h="502800">
                <a:moveTo>
                  <a:pt x="0" y="0"/>
                </a:moveTo>
                <a:lnTo>
                  <a:pt x="1140787" y="0"/>
                </a:lnTo>
                <a:lnTo>
                  <a:pt x="685781" y="455006"/>
                </a:lnTo>
                <a:cubicBezTo>
                  <a:pt x="622054" y="518732"/>
                  <a:pt x="518732" y="518732"/>
                  <a:pt x="455005" y="455006"/>
                </a:cubicBezTo>
                <a:lnTo>
                  <a:pt x="0" y="0"/>
                </a:lnTo>
                <a:close/>
              </a:path>
            </a:pathLst>
          </a:cu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bg1"/>
              </a:solidFill>
            </a:endParaRPr>
          </a:p>
        </p:txBody>
      </p:sp>
      <p:sp>
        <p:nvSpPr>
          <p:cNvPr id="11" name="Picture Placeholder 70">
            <a:extLst>
              <a:ext uri="{FF2B5EF4-FFF2-40B4-BE49-F238E27FC236}">
                <a16:creationId xmlns:a16="http://schemas.microsoft.com/office/drawing/2014/main" id="{465F72E5-2384-5320-5BA5-DEDCDFFF1BBE}"/>
              </a:ext>
            </a:extLst>
          </p:cNvPr>
          <p:cNvSpPr>
            <a:spLocks noGrp="1"/>
          </p:cNvSpPr>
          <p:nvPr>
            <p:ph type="pic" sz="quarter" idx="11" hasCustomPrompt="1"/>
          </p:nvPr>
        </p:nvSpPr>
        <p:spPr>
          <a:xfrm>
            <a:off x="6684024" y="1503172"/>
            <a:ext cx="563563" cy="563562"/>
          </a:xfrm>
          <a:prstGeom prst="rect">
            <a:avLst/>
          </a:prstGeom>
        </p:spPr>
        <p:txBody>
          <a:bodyPr anchor="ctr"/>
          <a:lstStyle>
            <a:lvl1pPr marL="0" indent="0" algn="ctr">
              <a:buNone/>
              <a:defRPr lang="en-IN" sz="1200">
                <a:solidFill>
                  <a:schemeClr val="bg1"/>
                </a:solidFill>
                <a:latin typeface="+mj-lt"/>
              </a:defRPr>
            </a:lvl1pPr>
          </a:lstStyle>
          <a:p>
            <a:r>
              <a:rPr lang="en-US"/>
              <a:t>icon</a:t>
            </a:r>
            <a:endParaRPr lang="en-IN"/>
          </a:p>
        </p:txBody>
      </p:sp>
      <p:cxnSp>
        <p:nvCxnSpPr>
          <p:cNvPr id="12" name="Straight Connector 11">
            <a:extLst>
              <a:ext uri="{FF2B5EF4-FFF2-40B4-BE49-F238E27FC236}">
                <a16:creationId xmlns:a16="http://schemas.microsoft.com/office/drawing/2014/main" id="{693F26B4-3130-13B3-2BDE-3A87278E9C00}"/>
              </a:ext>
            </a:extLst>
          </p:cNvPr>
          <p:cNvCxnSpPr/>
          <p:nvPr userDrawn="1"/>
        </p:nvCxnSpPr>
        <p:spPr>
          <a:xfrm>
            <a:off x="8238469" y="1501181"/>
            <a:ext cx="3328709"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8DBF4496-5195-A36C-3B79-1DE7FE70B8EE}"/>
              </a:ext>
            </a:extLst>
          </p:cNvPr>
          <p:cNvSpPr/>
          <p:nvPr userDrawn="1"/>
        </p:nvSpPr>
        <p:spPr>
          <a:xfrm>
            <a:off x="10073806" y="1501176"/>
            <a:ext cx="1400485" cy="617261"/>
          </a:xfrm>
          <a:custGeom>
            <a:avLst/>
            <a:gdLst>
              <a:gd name="connsiteX0" fmla="*/ 0 w 1140787"/>
              <a:gd name="connsiteY0" fmla="*/ 0 h 502800"/>
              <a:gd name="connsiteX1" fmla="*/ 1140787 w 1140787"/>
              <a:gd name="connsiteY1" fmla="*/ 0 h 502800"/>
              <a:gd name="connsiteX2" fmla="*/ 685781 w 1140787"/>
              <a:gd name="connsiteY2" fmla="*/ 455006 h 502800"/>
              <a:gd name="connsiteX3" fmla="*/ 455005 w 1140787"/>
              <a:gd name="connsiteY3" fmla="*/ 455006 h 502800"/>
              <a:gd name="connsiteX4" fmla="*/ 0 w 1140787"/>
              <a:gd name="connsiteY4" fmla="*/ 0 h 50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787" h="502800">
                <a:moveTo>
                  <a:pt x="0" y="0"/>
                </a:moveTo>
                <a:lnTo>
                  <a:pt x="1140787" y="0"/>
                </a:lnTo>
                <a:lnTo>
                  <a:pt x="685781" y="455006"/>
                </a:lnTo>
                <a:cubicBezTo>
                  <a:pt x="622054" y="518732"/>
                  <a:pt x="518732" y="518732"/>
                  <a:pt x="455005" y="455006"/>
                </a:cubicBezTo>
                <a:lnTo>
                  <a:pt x="0" y="0"/>
                </a:lnTo>
                <a:close/>
              </a:path>
            </a:pathLst>
          </a:cu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solidFill>
                <a:schemeClr val="bg1"/>
              </a:solidFill>
            </a:endParaRPr>
          </a:p>
        </p:txBody>
      </p:sp>
      <p:sp>
        <p:nvSpPr>
          <p:cNvPr id="14" name="Picture Placeholder 70">
            <a:extLst>
              <a:ext uri="{FF2B5EF4-FFF2-40B4-BE49-F238E27FC236}">
                <a16:creationId xmlns:a16="http://schemas.microsoft.com/office/drawing/2014/main" id="{0E91279C-6430-F58A-9FFA-C58760ED0AEA}"/>
              </a:ext>
            </a:extLst>
          </p:cNvPr>
          <p:cNvSpPr>
            <a:spLocks noGrp="1"/>
          </p:cNvSpPr>
          <p:nvPr>
            <p:ph type="pic" sz="quarter" idx="12" hasCustomPrompt="1"/>
          </p:nvPr>
        </p:nvSpPr>
        <p:spPr>
          <a:xfrm>
            <a:off x="10492266" y="1503172"/>
            <a:ext cx="563563" cy="563562"/>
          </a:xfrm>
          <a:prstGeom prst="rect">
            <a:avLst/>
          </a:prstGeom>
        </p:spPr>
        <p:txBody>
          <a:bodyPr anchor="ctr"/>
          <a:lstStyle>
            <a:lvl1pPr marL="0" indent="0" algn="ctr">
              <a:buNone/>
              <a:defRPr lang="en-IN" sz="1200">
                <a:solidFill>
                  <a:schemeClr val="bg1"/>
                </a:solidFill>
                <a:latin typeface="+mj-lt"/>
              </a:defRPr>
            </a:lvl1pPr>
          </a:lstStyle>
          <a:p>
            <a:r>
              <a:rPr lang="en-US"/>
              <a:t>icon</a:t>
            </a:r>
            <a:endParaRPr lang="en-IN"/>
          </a:p>
        </p:txBody>
      </p:sp>
    </p:spTree>
    <p:extLst>
      <p:ext uri="{BB962C8B-B14F-4D97-AF65-F5344CB8AC3E}">
        <p14:creationId xmlns:p14="http://schemas.microsoft.com/office/powerpoint/2010/main" val="18454349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D6B45-CAB2-45E4-7B16-BB21305D251D}"/>
              </a:ext>
            </a:extLst>
          </p:cNvPr>
          <p:cNvSpPr>
            <a:spLocks noGrp="1"/>
          </p:cNvSpPr>
          <p:nvPr>
            <p:ph type="title"/>
          </p:nvPr>
        </p:nvSpPr>
        <p:spPr/>
        <p:txBody>
          <a:bodyPr/>
          <a:lstStyle/>
          <a:p>
            <a:r>
              <a:rPr lang="en-US"/>
              <a:t>Click to edit Master title style</a:t>
            </a:r>
          </a:p>
        </p:txBody>
      </p:sp>
      <p:grpSp>
        <p:nvGrpSpPr>
          <p:cNvPr id="4" name="Group 3">
            <a:extLst>
              <a:ext uri="{FF2B5EF4-FFF2-40B4-BE49-F238E27FC236}">
                <a16:creationId xmlns:a16="http://schemas.microsoft.com/office/drawing/2014/main" id="{3DDDC9E0-2059-30D0-D47B-1257626CA3B1}"/>
              </a:ext>
            </a:extLst>
          </p:cNvPr>
          <p:cNvGrpSpPr/>
          <p:nvPr userDrawn="1"/>
        </p:nvGrpSpPr>
        <p:grpSpPr>
          <a:xfrm>
            <a:off x="3403747" y="1148421"/>
            <a:ext cx="5384507" cy="4561158"/>
            <a:chOff x="3403747" y="1485215"/>
            <a:chExt cx="5384507" cy="4561158"/>
          </a:xfrm>
        </p:grpSpPr>
        <p:grpSp>
          <p:nvGrpSpPr>
            <p:cNvPr id="5" name="Group 4">
              <a:extLst>
                <a:ext uri="{FF2B5EF4-FFF2-40B4-BE49-F238E27FC236}">
                  <a16:creationId xmlns:a16="http://schemas.microsoft.com/office/drawing/2014/main" id="{7BF892B6-C94D-0E45-9FE2-806226454890}"/>
                </a:ext>
              </a:extLst>
            </p:cNvPr>
            <p:cNvGrpSpPr/>
            <p:nvPr userDrawn="1"/>
          </p:nvGrpSpPr>
          <p:grpSpPr>
            <a:xfrm>
              <a:off x="3815421" y="1485215"/>
              <a:ext cx="4561159" cy="4561158"/>
              <a:chOff x="8691808" y="3478991"/>
              <a:chExt cx="7000384" cy="7000383"/>
            </a:xfrm>
          </p:grpSpPr>
          <p:sp>
            <p:nvSpPr>
              <p:cNvPr id="12" name="Shape 707">
                <a:extLst>
                  <a:ext uri="{FF2B5EF4-FFF2-40B4-BE49-F238E27FC236}">
                    <a16:creationId xmlns:a16="http://schemas.microsoft.com/office/drawing/2014/main" id="{509C9963-FD94-2C02-A07B-961FD559D8C8}"/>
                  </a:ext>
                </a:extLst>
              </p:cNvPr>
              <p:cNvSpPr/>
              <p:nvPr userDrawn="1"/>
            </p:nvSpPr>
            <p:spPr>
              <a:xfrm>
                <a:off x="10141453" y="4928635"/>
                <a:ext cx="4101094" cy="4101095"/>
              </a:xfrm>
              <a:prstGeom prst="ellipse">
                <a:avLst/>
              </a:prstGeom>
              <a:solidFill>
                <a:srgbClr val="FFFFFF"/>
              </a:solidFill>
              <a:ln w="38100">
                <a:solidFill>
                  <a:srgbClr val="6C87AD"/>
                </a:solidFill>
                <a:miter lim="400000"/>
              </a:ln>
            </p:spPr>
            <p:txBody>
              <a:bodyPr lIns="71437" tIns="71437" rIns="71437" bIns="71437" anchor="ctr"/>
              <a:lstStyle/>
              <a:p>
                <a:pPr algn="ctr">
                  <a:lnSpc>
                    <a:spcPct val="100000"/>
                  </a:lnSpc>
                  <a:defRPr sz="3200" spc="0">
                    <a:solidFill>
                      <a:srgbClr val="FFFFFF"/>
                    </a:solidFill>
                    <a:latin typeface="Helvetica Light"/>
                    <a:ea typeface="Helvetica Light"/>
                    <a:cs typeface="Helvetica Light"/>
                    <a:sym typeface="Helvetica Light"/>
                  </a:defRPr>
                </a:pPr>
                <a:endParaRPr/>
              </a:p>
            </p:txBody>
          </p:sp>
          <p:sp>
            <p:nvSpPr>
              <p:cNvPr id="13" name="Shape 708">
                <a:extLst>
                  <a:ext uri="{FF2B5EF4-FFF2-40B4-BE49-F238E27FC236}">
                    <a16:creationId xmlns:a16="http://schemas.microsoft.com/office/drawing/2014/main" id="{2CFF50B3-117E-7D1D-DFDB-F45FCE50D1F0}"/>
                  </a:ext>
                </a:extLst>
              </p:cNvPr>
              <p:cNvSpPr/>
              <p:nvPr userDrawn="1"/>
            </p:nvSpPr>
            <p:spPr>
              <a:xfrm>
                <a:off x="9749643" y="4536826"/>
                <a:ext cx="4884714" cy="4884714"/>
              </a:xfrm>
              <a:prstGeom prst="ellipse">
                <a:avLst/>
              </a:prstGeom>
              <a:ln w="38100">
                <a:solidFill>
                  <a:srgbClr val="ABBFD8"/>
                </a:solidFill>
                <a:miter lim="400000"/>
              </a:ln>
            </p:spPr>
            <p:txBody>
              <a:bodyPr lIns="71437" tIns="71437" rIns="71437" bIns="71437" anchor="ctr"/>
              <a:lstStyle/>
              <a:p>
                <a:pPr algn="ctr">
                  <a:lnSpc>
                    <a:spcPct val="100000"/>
                  </a:lnSpc>
                  <a:defRPr sz="3200" spc="0">
                    <a:solidFill>
                      <a:srgbClr val="FFFFFF"/>
                    </a:solidFill>
                    <a:latin typeface="Helvetica Light"/>
                    <a:ea typeface="Helvetica Light"/>
                    <a:cs typeface="Helvetica Light"/>
                    <a:sym typeface="Helvetica Light"/>
                  </a:defRPr>
                </a:pPr>
                <a:endParaRPr/>
              </a:p>
            </p:txBody>
          </p:sp>
          <p:sp>
            <p:nvSpPr>
              <p:cNvPr id="14" name="Shape 709">
                <a:extLst>
                  <a:ext uri="{FF2B5EF4-FFF2-40B4-BE49-F238E27FC236}">
                    <a16:creationId xmlns:a16="http://schemas.microsoft.com/office/drawing/2014/main" id="{15FDFCFA-CA00-34A6-1082-23B8A9808544}"/>
                  </a:ext>
                </a:extLst>
              </p:cNvPr>
              <p:cNvSpPr/>
              <p:nvPr userDrawn="1"/>
            </p:nvSpPr>
            <p:spPr>
              <a:xfrm>
                <a:off x="9269764" y="4056947"/>
                <a:ext cx="5844471" cy="5844472"/>
              </a:xfrm>
              <a:prstGeom prst="ellipse">
                <a:avLst/>
              </a:prstGeom>
              <a:ln w="38100">
                <a:solidFill>
                  <a:srgbClr val="ABBFD8">
                    <a:alpha val="46208"/>
                  </a:srgbClr>
                </a:solidFill>
                <a:miter lim="400000"/>
              </a:ln>
            </p:spPr>
            <p:txBody>
              <a:bodyPr lIns="71437" tIns="71437" rIns="71437" bIns="71437" anchor="ctr"/>
              <a:lstStyle/>
              <a:p>
                <a:pPr algn="ctr">
                  <a:lnSpc>
                    <a:spcPct val="100000"/>
                  </a:lnSpc>
                  <a:defRPr sz="3200" spc="0">
                    <a:solidFill>
                      <a:srgbClr val="FFFFFF"/>
                    </a:solidFill>
                    <a:latin typeface="Helvetica Light"/>
                    <a:ea typeface="Helvetica Light"/>
                    <a:cs typeface="Helvetica Light"/>
                    <a:sym typeface="Helvetica Light"/>
                  </a:defRPr>
                </a:pPr>
                <a:endParaRPr/>
              </a:p>
            </p:txBody>
          </p:sp>
          <p:sp>
            <p:nvSpPr>
              <p:cNvPr id="15" name="Shape 710">
                <a:extLst>
                  <a:ext uri="{FF2B5EF4-FFF2-40B4-BE49-F238E27FC236}">
                    <a16:creationId xmlns:a16="http://schemas.microsoft.com/office/drawing/2014/main" id="{E8B9D941-ED12-CBD9-D526-9667F261AC69}"/>
                  </a:ext>
                </a:extLst>
              </p:cNvPr>
              <p:cNvSpPr/>
              <p:nvPr userDrawn="1"/>
            </p:nvSpPr>
            <p:spPr>
              <a:xfrm>
                <a:off x="8691808" y="3478991"/>
                <a:ext cx="7000384" cy="7000383"/>
              </a:xfrm>
              <a:prstGeom prst="ellipse">
                <a:avLst/>
              </a:prstGeom>
              <a:ln w="38100">
                <a:solidFill>
                  <a:srgbClr val="ABBFD8">
                    <a:alpha val="10784"/>
                  </a:srgbClr>
                </a:solidFill>
                <a:miter lim="400000"/>
              </a:ln>
            </p:spPr>
            <p:txBody>
              <a:bodyPr lIns="71437" tIns="71437" rIns="71437" bIns="71437" anchor="ctr"/>
              <a:lstStyle/>
              <a:p>
                <a:pPr algn="ctr">
                  <a:lnSpc>
                    <a:spcPct val="100000"/>
                  </a:lnSpc>
                  <a:defRPr sz="3200" spc="0">
                    <a:solidFill>
                      <a:srgbClr val="FFFFFF"/>
                    </a:solidFill>
                    <a:latin typeface="Helvetica Light"/>
                    <a:ea typeface="Helvetica Light"/>
                    <a:cs typeface="Helvetica Light"/>
                    <a:sym typeface="Helvetica Light"/>
                  </a:defRPr>
                </a:pPr>
                <a:endParaRPr/>
              </a:p>
            </p:txBody>
          </p:sp>
        </p:grpSp>
        <p:sp>
          <p:nvSpPr>
            <p:cNvPr id="6" name="Freeform: Shape 5">
              <a:extLst>
                <a:ext uri="{FF2B5EF4-FFF2-40B4-BE49-F238E27FC236}">
                  <a16:creationId xmlns:a16="http://schemas.microsoft.com/office/drawing/2014/main" id="{E4333E05-563C-7440-1C2D-04814A86AD3F}"/>
                </a:ext>
              </a:extLst>
            </p:cNvPr>
            <p:cNvSpPr/>
            <p:nvPr/>
          </p:nvSpPr>
          <p:spPr>
            <a:xfrm rot="5400000">
              <a:off x="8173942" y="3458638"/>
              <a:ext cx="614312" cy="614312"/>
            </a:xfrm>
            <a:custGeom>
              <a:avLst/>
              <a:gdLst>
                <a:gd name="connsiteX0" fmla="*/ 0 w 1316831"/>
                <a:gd name="connsiteY0" fmla="*/ 658416 h 1316831"/>
                <a:gd name="connsiteX1" fmla="*/ 658416 w 1316831"/>
                <a:gd name="connsiteY1" fmla="*/ 0 h 1316831"/>
                <a:gd name="connsiteX2" fmla="*/ 1316832 w 1316831"/>
                <a:gd name="connsiteY2" fmla="*/ 658416 h 1316831"/>
                <a:gd name="connsiteX3" fmla="*/ 658416 w 1316831"/>
                <a:gd name="connsiteY3" fmla="*/ 1316832 h 1316831"/>
                <a:gd name="connsiteX4" fmla="*/ 0 w 1316831"/>
                <a:gd name="connsiteY4" fmla="*/ 658416 h 1316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31" h="1316831">
                  <a:moveTo>
                    <a:pt x="0" y="658416"/>
                  </a:moveTo>
                  <a:cubicBezTo>
                    <a:pt x="0" y="294783"/>
                    <a:pt x="294783" y="0"/>
                    <a:pt x="658416" y="0"/>
                  </a:cubicBezTo>
                  <a:cubicBezTo>
                    <a:pt x="1022049" y="0"/>
                    <a:pt x="1316832" y="294783"/>
                    <a:pt x="1316832" y="658416"/>
                  </a:cubicBezTo>
                  <a:cubicBezTo>
                    <a:pt x="1316832" y="1022049"/>
                    <a:pt x="1022049" y="1316832"/>
                    <a:pt x="658416" y="1316832"/>
                  </a:cubicBezTo>
                  <a:cubicBezTo>
                    <a:pt x="294783" y="1316832"/>
                    <a:pt x="0" y="1022049"/>
                    <a:pt x="0" y="658416"/>
                  </a:cubicBezTo>
                  <a:close/>
                </a:path>
              </a:pathLst>
            </a:custGeom>
            <a:solidFill>
              <a:schemeClr val="accent4"/>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405" tIns="228405" rIns="228405" bIns="228405"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7" name="Freeform: Shape 6">
              <a:extLst>
                <a:ext uri="{FF2B5EF4-FFF2-40B4-BE49-F238E27FC236}">
                  <a16:creationId xmlns:a16="http://schemas.microsoft.com/office/drawing/2014/main" id="{7B416255-EBAF-4E8F-89E3-EDF5A47BF5F6}"/>
                </a:ext>
              </a:extLst>
            </p:cNvPr>
            <p:cNvSpPr/>
            <p:nvPr/>
          </p:nvSpPr>
          <p:spPr>
            <a:xfrm rot="5400000">
              <a:off x="7149162" y="5357132"/>
              <a:ext cx="614312" cy="614312"/>
            </a:xfrm>
            <a:custGeom>
              <a:avLst/>
              <a:gdLst>
                <a:gd name="connsiteX0" fmla="*/ 0 w 1316831"/>
                <a:gd name="connsiteY0" fmla="*/ 658416 h 1316831"/>
                <a:gd name="connsiteX1" fmla="*/ 658416 w 1316831"/>
                <a:gd name="connsiteY1" fmla="*/ 0 h 1316831"/>
                <a:gd name="connsiteX2" fmla="*/ 1316832 w 1316831"/>
                <a:gd name="connsiteY2" fmla="*/ 658416 h 1316831"/>
                <a:gd name="connsiteX3" fmla="*/ 658416 w 1316831"/>
                <a:gd name="connsiteY3" fmla="*/ 1316832 h 1316831"/>
                <a:gd name="connsiteX4" fmla="*/ 0 w 1316831"/>
                <a:gd name="connsiteY4" fmla="*/ 658416 h 1316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31" h="1316831">
                  <a:moveTo>
                    <a:pt x="0" y="658416"/>
                  </a:moveTo>
                  <a:cubicBezTo>
                    <a:pt x="0" y="294783"/>
                    <a:pt x="294783" y="0"/>
                    <a:pt x="658416" y="0"/>
                  </a:cubicBezTo>
                  <a:cubicBezTo>
                    <a:pt x="1022049" y="0"/>
                    <a:pt x="1316832" y="294783"/>
                    <a:pt x="1316832" y="658416"/>
                  </a:cubicBezTo>
                  <a:cubicBezTo>
                    <a:pt x="1316832" y="1022049"/>
                    <a:pt x="1022049" y="1316832"/>
                    <a:pt x="658416" y="1316832"/>
                  </a:cubicBezTo>
                  <a:cubicBezTo>
                    <a:pt x="294783" y="1316832"/>
                    <a:pt x="0" y="1022049"/>
                    <a:pt x="0" y="658416"/>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7615" tIns="257615" rIns="257615" bIns="257615" numCol="1" spcCol="1270" anchor="ctr" anchorCtr="0">
              <a:noAutofit/>
            </a:bodyPr>
            <a:lstStyle/>
            <a:p>
              <a:pPr marL="0" lvl="0" indent="0" algn="ctr" defTabSz="2266950">
                <a:lnSpc>
                  <a:spcPct val="90000"/>
                </a:lnSpc>
                <a:spcBef>
                  <a:spcPct val="0"/>
                </a:spcBef>
                <a:spcAft>
                  <a:spcPct val="35000"/>
                </a:spcAft>
                <a:buNone/>
              </a:pPr>
              <a:endParaRPr lang="en-IN" sz="5100" kern="1200">
                <a:ln>
                  <a:noFill/>
                </a:ln>
              </a:endParaRPr>
            </a:p>
          </p:txBody>
        </p:sp>
        <p:sp>
          <p:nvSpPr>
            <p:cNvPr id="8" name="Freeform: Shape 7">
              <a:extLst>
                <a:ext uri="{FF2B5EF4-FFF2-40B4-BE49-F238E27FC236}">
                  <a16:creationId xmlns:a16="http://schemas.microsoft.com/office/drawing/2014/main" id="{AB673315-7DC9-97B4-7F7A-3A257C00A7B8}"/>
                </a:ext>
              </a:extLst>
            </p:cNvPr>
            <p:cNvSpPr/>
            <p:nvPr/>
          </p:nvSpPr>
          <p:spPr>
            <a:xfrm rot="5400000">
              <a:off x="4428527" y="5357132"/>
              <a:ext cx="614312" cy="614312"/>
            </a:xfrm>
            <a:custGeom>
              <a:avLst/>
              <a:gdLst>
                <a:gd name="connsiteX0" fmla="*/ 0 w 1316831"/>
                <a:gd name="connsiteY0" fmla="*/ 658416 h 1316831"/>
                <a:gd name="connsiteX1" fmla="*/ 658416 w 1316831"/>
                <a:gd name="connsiteY1" fmla="*/ 0 h 1316831"/>
                <a:gd name="connsiteX2" fmla="*/ 1316832 w 1316831"/>
                <a:gd name="connsiteY2" fmla="*/ 658416 h 1316831"/>
                <a:gd name="connsiteX3" fmla="*/ 658416 w 1316831"/>
                <a:gd name="connsiteY3" fmla="*/ 1316832 h 1316831"/>
                <a:gd name="connsiteX4" fmla="*/ 0 w 1316831"/>
                <a:gd name="connsiteY4" fmla="*/ 658416 h 1316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31" h="1316831">
                  <a:moveTo>
                    <a:pt x="0" y="658416"/>
                  </a:moveTo>
                  <a:cubicBezTo>
                    <a:pt x="0" y="294783"/>
                    <a:pt x="294783" y="0"/>
                    <a:pt x="658416" y="0"/>
                  </a:cubicBezTo>
                  <a:cubicBezTo>
                    <a:pt x="1022049" y="0"/>
                    <a:pt x="1316832" y="294783"/>
                    <a:pt x="1316832" y="658416"/>
                  </a:cubicBezTo>
                  <a:cubicBezTo>
                    <a:pt x="1316832" y="1022049"/>
                    <a:pt x="1022049" y="1316832"/>
                    <a:pt x="658416" y="1316832"/>
                  </a:cubicBezTo>
                  <a:cubicBezTo>
                    <a:pt x="294783" y="1316832"/>
                    <a:pt x="0" y="1022049"/>
                    <a:pt x="0" y="658416"/>
                  </a:cubicBez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7615" tIns="257615" rIns="257615" bIns="257615" numCol="1" spcCol="1270" anchor="ctr" anchorCtr="0">
              <a:noAutofit/>
            </a:bodyPr>
            <a:lstStyle/>
            <a:p>
              <a:pPr marL="0" lvl="0" indent="0" algn="ctr" defTabSz="2266950">
                <a:lnSpc>
                  <a:spcPct val="90000"/>
                </a:lnSpc>
                <a:spcBef>
                  <a:spcPct val="0"/>
                </a:spcBef>
                <a:spcAft>
                  <a:spcPct val="35000"/>
                </a:spcAft>
                <a:buNone/>
              </a:pPr>
              <a:endParaRPr lang="en-IN" sz="5100" kern="1200"/>
            </a:p>
          </p:txBody>
        </p:sp>
        <p:sp>
          <p:nvSpPr>
            <p:cNvPr id="9" name="Freeform: Shape 8">
              <a:extLst>
                <a:ext uri="{FF2B5EF4-FFF2-40B4-BE49-F238E27FC236}">
                  <a16:creationId xmlns:a16="http://schemas.microsoft.com/office/drawing/2014/main" id="{912E2D8F-50B0-99F2-9600-26AE5E7230F2}"/>
                </a:ext>
              </a:extLst>
            </p:cNvPr>
            <p:cNvSpPr/>
            <p:nvPr/>
          </p:nvSpPr>
          <p:spPr>
            <a:xfrm rot="5400000">
              <a:off x="3403747" y="3458638"/>
              <a:ext cx="614312" cy="614312"/>
            </a:xfrm>
            <a:custGeom>
              <a:avLst/>
              <a:gdLst>
                <a:gd name="connsiteX0" fmla="*/ 0 w 1316831"/>
                <a:gd name="connsiteY0" fmla="*/ 658416 h 1316831"/>
                <a:gd name="connsiteX1" fmla="*/ 658416 w 1316831"/>
                <a:gd name="connsiteY1" fmla="*/ 0 h 1316831"/>
                <a:gd name="connsiteX2" fmla="*/ 1316832 w 1316831"/>
                <a:gd name="connsiteY2" fmla="*/ 658416 h 1316831"/>
                <a:gd name="connsiteX3" fmla="*/ 658416 w 1316831"/>
                <a:gd name="connsiteY3" fmla="*/ 1316832 h 1316831"/>
                <a:gd name="connsiteX4" fmla="*/ 0 w 1316831"/>
                <a:gd name="connsiteY4" fmla="*/ 658416 h 1316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31" h="1316831">
                  <a:moveTo>
                    <a:pt x="0" y="658416"/>
                  </a:moveTo>
                  <a:cubicBezTo>
                    <a:pt x="0" y="294783"/>
                    <a:pt x="294783" y="0"/>
                    <a:pt x="658416" y="0"/>
                  </a:cubicBezTo>
                  <a:cubicBezTo>
                    <a:pt x="1022049" y="0"/>
                    <a:pt x="1316832" y="294783"/>
                    <a:pt x="1316832" y="658416"/>
                  </a:cubicBezTo>
                  <a:cubicBezTo>
                    <a:pt x="1316832" y="1022049"/>
                    <a:pt x="1022049" y="1316832"/>
                    <a:pt x="658416" y="1316832"/>
                  </a:cubicBezTo>
                  <a:cubicBezTo>
                    <a:pt x="294783" y="1316832"/>
                    <a:pt x="0" y="1022049"/>
                    <a:pt x="0" y="658416"/>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7615" tIns="257615" rIns="257615" bIns="257615" numCol="1" spcCol="1270" anchor="ctr" anchorCtr="0">
              <a:noAutofit/>
            </a:bodyPr>
            <a:lstStyle/>
            <a:p>
              <a:pPr marL="0" lvl="0" indent="0" algn="ctr" defTabSz="2266950">
                <a:lnSpc>
                  <a:spcPct val="90000"/>
                </a:lnSpc>
                <a:spcBef>
                  <a:spcPct val="0"/>
                </a:spcBef>
                <a:spcAft>
                  <a:spcPct val="35000"/>
                </a:spcAft>
                <a:buNone/>
              </a:pPr>
              <a:endParaRPr lang="en-IN" sz="5100" kern="1200"/>
            </a:p>
          </p:txBody>
        </p:sp>
        <p:sp>
          <p:nvSpPr>
            <p:cNvPr id="10" name="Freeform: Shape 9">
              <a:extLst>
                <a:ext uri="{FF2B5EF4-FFF2-40B4-BE49-F238E27FC236}">
                  <a16:creationId xmlns:a16="http://schemas.microsoft.com/office/drawing/2014/main" id="{056FA77F-23EF-888D-B211-4EC3B76B6014}"/>
                </a:ext>
              </a:extLst>
            </p:cNvPr>
            <p:cNvSpPr/>
            <p:nvPr/>
          </p:nvSpPr>
          <p:spPr>
            <a:xfrm rot="5400000">
              <a:off x="4428527" y="1485215"/>
              <a:ext cx="614312" cy="614312"/>
            </a:xfrm>
            <a:custGeom>
              <a:avLst/>
              <a:gdLst>
                <a:gd name="connsiteX0" fmla="*/ 0 w 1316831"/>
                <a:gd name="connsiteY0" fmla="*/ 658416 h 1316831"/>
                <a:gd name="connsiteX1" fmla="*/ 658416 w 1316831"/>
                <a:gd name="connsiteY1" fmla="*/ 0 h 1316831"/>
                <a:gd name="connsiteX2" fmla="*/ 1316832 w 1316831"/>
                <a:gd name="connsiteY2" fmla="*/ 658416 h 1316831"/>
                <a:gd name="connsiteX3" fmla="*/ 658416 w 1316831"/>
                <a:gd name="connsiteY3" fmla="*/ 1316832 h 1316831"/>
                <a:gd name="connsiteX4" fmla="*/ 0 w 1316831"/>
                <a:gd name="connsiteY4" fmla="*/ 658416 h 1316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31" h="1316831">
                  <a:moveTo>
                    <a:pt x="0" y="658416"/>
                  </a:moveTo>
                  <a:cubicBezTo>
                    <a:pt x="0" y="294783"/>
                    <a:pt x="294783" y="0"/>
                    <a:pt x="658416" y="0"/>
                  </a:cubicBezTo>
                  <a:cubicBezTo>
                    <a:pt x="1022049" y="0"/>
                    <a:pt x="1316832" y="294783"/>
                    <a:pt x="1316832" y="658416"/>
                  </a:cubicBezTo>
                  <a:cubicBezTo>
                    <a:pt x="1316832" y="1022049"/>
                    <a:pt x="1022049" y="1316832"/>
                    <a:pt x="658416" y="1316832"/>
                  </a:cubicBezTo>
                  <a:cubicBezTo>
                    <a:pt x="294783" y="1316832"/>
                    <a:pt x="0" y="1022049"/>
                    <a:pt x="0" y="658416"/>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7615" tIns="257615" rIns="257615" bIns="257615" numCol="1" spcCol="1270" anchor="ctr" anchorCtr="0">
              <a:noAutofit/>
            </a:bodyPr>
            <a:lstStyle/>
            <a:p>
              <a:pPr marL="0" lvl="0" indent="0" algn="ctr" defTabSz="2266950">
                <a:lnSpc>
                  <a:spcPct val="90000"/>
                </a:lnSpc>
                <a:spcBef>
                  <a:spcPct val="0"/>
                </a:spcBef>
                <a:spcAft>
                  <a:spcPct val="35000"/>
                </a:spcAft>
                <a:buNone/>
              </a:pPr>
              <a:endParaRPr lang="en-IN" sz="5100" kern="1200">
                <a:ln>
                  <a:noFill/>
                </a:ln>
              </a:endParaRPr>
            </a:p>
          </p:txBody>
        </p:sp>
        <p:sp>
          <p:nvSpPr>
            <p:cNvPr id="11" name="Freeform: Shape 10">
              <a:extLst>
                <a:ext uri="{FF2B5EF4-FFF2-40B4-BE49-F238E27FC236}">
                  <a16:creationId xmlns:a16="http://schemas.microsoft.com/office/drawing/2014/main" id="{E9518950-ED63-37AB-E38A-BFF390548677}"/>
                </a:ext>
              </a:extLst>
            </p:cNvPr>
            <p:cNvSpPr/>
            <p:nvPr/>
          </p:nvSpPr>
          <p:spPr>
            <a:xfrm rot="5400000">
              <a:off x="7149162" y="1485215"/>
              <a:ext cx="614312" cy="614312"/>
            </a:xfrm>
            <a:custGeom>
              <a:avLst/>
              <a:gdLst>
                <a:gd name="connsiteX0" fmla="*/ 0 w 1316831"/>
                <a:gd name="connsiteY0" fmla="*/ 658416 h 1316831"/>
                <a:gd name="connsiteX1" fmla="*/ 658416 w 1316831"/>
                <a:gd name="connsiteY1" fmla="*/ 0 h 1316831"/>
                <a:gd name="connsiteX2" fmla="*/ 1316832 w 1316831"/>
                <a:gd name="connsiteY2" fmla="*/ 658416 h 1316831"/>
                <a:gd name="connsiteX3" fmla="*/ 658416 w 1316831"/>
                <a:gd name="connsiteY3" fmla="*/ 1316832 h 1316831"/>
                <a:gd name="connsiteX4" fmla="*/ 0 w 1316831"/>
                <a:gd name="connsiteY4" fmla="*/ 658416 h 1316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6831" h="1316831">
                  <a:moveTo>
                    <a:pt x="0" y="658416"/>
                  </a:moveTo>
                  <a:cubicBezTo>
                    <a:pt x="0" y="294783"/>
                    <a:pt x="294783" y="0"/>
                    <a:pt x="658416" y="0"/>
                  </a:cubicBezTo>
                  <a:cubicBezTo>
                    <a:pt x="1022049" y="0"/>
                    <a:pt x="1316832" y="294783"/>
                    <a:pt x="1316832" y="658416"/>
                  </a:cubicBezTo>
                  <a:cubicBezTo>
                    <a:pt x="1316832" y="1022049"/>
                    <a:pt x="1022049" y="1316832"/>
                    <a:pt x="658416" y="1316832"/>
                  </a:cubicBezTo>
                  <a:cubicBezTo>
                    <a:pt x="294783" y="1316832"/>
                    <a:pt x="0" y="1022049"/>
                    <a:pt x="0" y="658416"/>
                  </a:cubicBezTo>
                  <a:close/>
                </a:path>
              </a:pathLst>
            </a:cu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7615" tIns="257615" rIns="257615" bIns="257615" numCol="1" spcCol="1270" anchor="ctr" anchorCtr="0">
              <a:noAutofit/>
            </a:bodyPr>
            <a:lstStyle/>
            <a:p>
              <a:pPr marL="0" lvl="0" indent="0" algn="ctr" defTabSz="2266950">
                <a:lnSpc>
                  <a:spcPct val="90000"/>
                </a:lnSpc>
                <a:spcBef>
                  <a:spcPct val="0"/>
                </a:spcBef>
                <a:spcAft>
                  <a:spcPct val="35000"/>
                </a:spcAft>
                <a:buNone/>
              </a:pPr>
              <a:endParaRPr lang="en-IN" sz="5100" kern="1200"/>
            </a:p>
          </p:txBody>
        </p:sp>
      </p:grpSp>
      <p:sp>
        <p:nvSpPr>
          <p:cNvPr id="16" name="Text Placeholder 76">
            <a:extLst>
              <a:ext uri="{FF2B5EF4-FFF2-40B4-BE49-F238E27FC236}">
                <a16:creationId xmlns:a16="http://schemas.microsoft.com/office/drawing/2014/main" id="{91DA6086-8E71-8CDD-7FB0-BC6282EBAEAA}"/>
              </a:ext>
            </a:extLst>
          </p:cNvPr>
          <p:cNvSpPr>
            <a:spLocks noGrp="1"/>
          </p:cNvSpPr>
          <p:nvPr>
            <p:ph type="body" sz="quarter" idx="20" hasCustomPrompt="1"/>
          </p:nvPr>
        </p:nvSpPr>
        <p:spPr>
          <a:xfrm>
            <a:off x="2533650" y="1331897"/>
            <a:ext cx="1809814" cy="247359"/>
          </a:xfrm>
          <a:prstGeom prst="rect">
            <a:avLst/>
          </a:prstGeom>
        </p:spPr>
        <p:txBody>
          <a:bodyPr lIns="36000" tIns="36000" rIns="36000" bIns="36000"/>
          <a:lstStyle>
            <a:lvl1pPr marL="0" indent="0" algn="r">
              <a:buNone/>
              <a:defRPr sz="1400" b="1">
                <a:solidFill>
                  <a:schemeClr val="bg1"/>
                </a:solidFill>
                <a:latin typeface="+mn-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Text Placeholder</a:t>
            </a:r>
          </a:p>
        </p:txBody>
      </p:sp>
      <p:sp>
        <p:nvSpPr>
          <p:cNvPr id="17" name="Text Placeholder 76">
            <a:extLst>
              <a:ext uri="{FF2B5EF4-FFF2-40B4-BE49-F238E27FC236}">
                <a16:creationId xmlns:a16="http://schemas.microsoft.com/office/drawing/2014/main" id="{0F01A80B-BA0F-78E4-1E1B-B709C82F6173}"/>
              </a:ext>
            </a:extLst>
          </p:cNvPr>
          <p:cNvSpPr>
            <a:spLocks noGrp="1"/>
          </p:cNvSpPr>
          <p:nvPr>
            <p:ph type="body" sz="quarter" idx="21" hasCustomPrompt="1"/>
          </p:nvPr>
        </p:nvSpPr>
        <p:spPr>
          <a:xfrm>
            <a:off x="1472464" y="3305320"/>
            <a:ext cx="1809814" cy="247359"/>
          </a:xfrm>
          <a:prstGeom prst="rect">
            <a:avLst/>
          </a:prstGeom>
        </p:spPr>
        <p:txBody>
          <a:bodyPr lIns="36000" tIns="36000" rIns="36000" bIns="36000"/>
          <a:lstStyle>
            <a:lvl1pPr marL="0" indent="0" algn="r">
              <a:buNone/>
              <a:defRPr sz="1400" b="1">
                <a:solidFill>
                  <a:schemeClr val="bg1"/>
                </a:solidFill>
                <a:latin typeface="+mn-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Text Placeholder</a:t>
            </a:r>
          </a:p>
        </p:txBody>
      </p:sp>
      <p:sp>
        <p:nvSpPr>
          <p:cNvPr id="18" name="Text Placeholder 76">
            <a:extLst>
              <a:ext uri="{FF2B5EF4-FFF2-40B4-BE49-F238E27FC236}">
                <a16:creationId xmlns:a16="http://schemas.microsoft.com/office/drawing/2014/main" id="{FDD8BD9C-FCE4-AB14-08C5-C31CCE5C81A5}"/>
              </a:ext>
            </a:extLst>
          </p:cNvPr>
          <p:cNvSpPr>
            <a:spLocks noGrp="1"/>
          </p:cNvSpPr>
          <p:nvPr>
            <p:ph type="body" sz="quarter" idx="22" hasCustomPrompt="1"/>
          </p:nvPr>
        </p:nvSpPr>
        <p:spPr>
          <a:xfrm>
            <a:off x="2527385" y="5214861"/>
            <a:ext cx="1809814" cy="247359"/>
          </a:xfrm>
          <a:prstGeom prst="rect">
            <a:avLst/>
          </a:prstGeom>
        </p:spPr>
        <p:txBody>
          <a:bodyPr/>
          <a:lstStyle>
            <a:lvl1pPr marL="0" indent="0" algn="r">
              <a:buNone/>
              <a:defRPr sz="1400" b="1">
                <a:solidFill>
                  <a:schemeClr val="bg1"/>
                </a:solidFill>
                <a:latin typeface="+mn-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Text Placeholder</a:t>
            </a:r>
          </a:p>
        </p:txBody>
      </p:sp>
      <p:sp>
        <p:nvSpPr>
          <p:cNvPr id="19" name="Text Placeholder 76">
            <a:extLst>
              <a:ext uri="{FF2B5EF4-FFF2-40B4-BE49-F238E27FC236}">
                <a16:creationId xmlns:a16="http://schemas.microsoft.com/office/drawing/2014/main" id="{DC3E2A4A-E6DC-678E-A133-BC45AC95FAB4}"/>
              </a:ext>
            </a:extLst>
          </p:cNvPr>
          <p:cNvSpPr>
            <a:spLocks noGrp="1"/>
          </p:cNvSpPr>
          <p:nvPr>
            <p:ph type="body" sz="quarter" idx="23" hasCustomPrompt="1"/>
          </p:nvPr>
        </p:nvSpPr>
        <p:spPr>
          <a:xfrm>
            <a:off x="7823194" y="1331897"/>
            <a:ext cx="1809814" cy="247359"/>
          </a:xfrm>
          <a:prstGeom prst="rect">
            <a:avLst/>
          </a:prstGeom>
        </p:spPr>
        <p:txBody>
          <a:bodyPr lIns="36000" tIns="36000" rIns="36000" bIns="36000"/>
          <a:lstStyle>
            <a:lvl1pPr marL="0" indent="0" algn="l">
              <a:buNone/>
              <a:defRPr sz="1400" b="1">
                <a:solidFill>
                  <a:schemeClr val="bg1"/>
                </a:solidFill>
                <a:latin typeface="+mn-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Text Placeholder</a:t>
            </a:r>
          </a:p>
        </p:txBody>
      </p:sp>
      <p:sp>
        <p:nvSpPr>
          <p:cNvPr id="20" name="Text Placeholder 76">
            <a:extLst>
              <a:ext uri="{FF2B5EF4-FFF2-40B4-BE49-F238E27FC236}">
                <a16:creationId xmlns:a16="http://schemas.microsoft.com/office/drawing/2014/main" id="{6A33E826-6C9B-AFFC-F33B-96E4E06109A8}"/>
              </a:ext>
            </a:extLst>
          </p:cNvPr>
          <p:cNvSpPr>
            <a:spLocks noGrp="1"/>
          </p:cNvSpPr>
          <p:nvPr>
            <p:ph type="body" sz="quarter" idx="24" hasCustomPrompt="1"/>
          </p:nvPr>
        </p:nvSpPr>
        <p:spPr>
          <a:xfrm>
            <a:off x="8909722" y="3305320"/>
            <a:ext cx="1809814" cy="247359"/>
          </a:xfrm>
          <a:prstGeom prst="rect">
            <a:avLst/>
          </a:prstGeom>
        </p:spPr>
        <p:txBody>
          <a:bodyPr lIns="36000" tIns="36000" rIns="36000" bIns="36000"/>
          <a:lstStyle>
            <a:lvl1pPr marL="0" indent="0" algn="l">
              <a:buNone/>
              <a:defRPr sz="1400" b="1">
                <a:solidFill>
                  <a:schemeClr val="bg1"/>
                </a:solidFill>
                <a:latin typeface="+mn-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Text Placeholder</a:t>
            </a:r>
          </a:p>
        </p:txBody>
      </p:sp>
      <p:sp>
        <p:nvSpPr>
          <p:cNvPr id="21" name="Text Placeholder 76">
            <a:extLst>
              <a:ext uri="{FF2B5EF4-FFF2-40B4-BE49-F238E27FC236}">
                <a16:creationId xmlns:a16="http://schemas.microsoft.com/office/drawing/2014/main" id="{DAAA718E-7328-436C-5E86-5C9425E5FE50}"/>
              </a:ext>
            </a:extLst>
          </p:cNvPr>
          <p:cNvSpPr>
            <a:spLocks noGrp="1"/>
          </p:cNvSpPr>
          <p:nvPr>
            <p:ph type="body" sz="quarter" idx="25" hasCustomPrompt="1"/>
          </p:nvPr>
        </p:nvSpPr>
        <p:spPr>
          <a:xfrm>
            <a:off x="7851739" y="5214861"/>
            <a:ext cx="1809814" cy="247359"/>
          </a:xfrm>
          <a:prstGeom prst="rect">
            <a:avLst/>
          </a:prstGeom>
        </p:spPr>
        <p:txBody>
          <a:bodyPr lIns="36000" tIns="36000" rIns="36000" bIns="36000"/>
          <a:lstStyle>
            <a:lvl1pPr marL="0" indent="0" algn="l">
              <a:buNone/>
              <a:defRPr sz="1400" b="1">
                <a:solidFill>
                  <a:schemeClr val="bg1"/>
                </a:solidFill>
                <a:latin typeface="+mn-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Text Placeholder</a:t>
            </a:r>
          </a:p>
        </p:txBody>
      </p:sp>
      <p:sp>
        <p:nvSpPr>
          <p:cNvPr id="22" name="Text Placeholder 10">
            <a:extLst>
              <a:ext uri="{FF2B5EF4-FFF2-40B4-BE49-F238E27FC236}">
                <a16:creationId xmlns:a16="http://schemas.microsoft.com/office/drawing/2014/main" id="{FF55B8D9-B737-8AEF-EC7C-1698B550CC28}"/>
              </a:ext>
            </a:extLst>
          </p:cNvPr>
          <p:cNvSpPr>
            <a:spLocks noGrp="1"/>
          </p:cNvSpPr>
          <p:nvPr>
            <p:ph idx="26" hasCustomPrompt="1"/>
          </p:nvPr>
        </p:nvSpPr>
        <p:spPr>
          <a:xfrm>
            <a:off x="1327741" y="1642940"/>
            <a:ext cx="3015723" cy="750351"/>
          </a:xfrm>
          <a:prstGeom prst="rect">
            <a:avLst/>
          </a:prstGeom>
        </p:spPr>
        <p:txBody>
          <a:bodyPr vert="horz" lIns="36000" tIns="36000" rIns="36000" bIns="36000" rtlCol="0">
            <a:noAutofit/>
          </a:bodyPr>
          <a:lstStyle>
            <a:lvl1pPr marL="0" indent="0" algn="r">
              <a:buNone/>
              <a:defRPr sz="1200"/>
            </a:lvl1pPr>
            <a:lvl2pPr marL="457189" indent="0">
              <a:buNone/>
              <a:defRPr sz="1400"/>
            </a:lvl2pPr>
            <a:lvl3pPr marL="914377" indent="0">
              <a:buNone/>
              <a:defRPr sz="1200"/>
            </a:lvl3pPr>
          </a:lstStyle>
          <a:p>
            <a:pPr lvl="0"/>
            <a:r>
              <a:rPr lang="en-US"/>
              <a:t>Main Content</a:t>
            </a:r>
          </a:p>
        </p:txBody>
      </p:sp>
      <p:sp>
        <p:nvSpPr>
          <p:cNvPr id="23" name="Text Placeholder 10">
            <a:extLst>
              <a:ext uri="{FF2B5EF4-FFF2-40B4-BE49-F238E27FC236}">
                <a16:creationId xmlns:a16="http://schemas.microsoft.com/office/drawing/2014/main" id="{728D436D-259F-E59B-0B69-11DFEEAF554E}"/>
              </a:ext>
            </a:extLst>
          </p:cNvPr>
          <p:cNvSpPr>
            <a:spLocks noGrp="1"/>
          </p:cNvSpPr>
          <p:nvPr>
            <p:ph idx="27" hasCustomPrompt="1"/>
          </p:nvPr>
        </p:nvSpPr>
        <p:spPr>
          <a:xfrm>
            <a:off x="266555" y="3609100"/>
            <a:ext cx="3015723" cy="750351"/>
          </a:xfrm>
          <a:prstGeom prst="rect">
            <a:avLst/>
          </a:prstGeom>
        </p:spPr>
        <p:txBody>
          <a:bodyPr vert="horz" lIns="36000" tIns="36000" rIns="36000" bIns="36000" rtlCol="0">
            <a:noAutofit/>
          </a:bodyPr>
          <a:lstStyle>
            <a:lvl1pPr marL="0" indent="0" algn="r">
              <a:buNone/>
              <a:defRPr sz="1200"/>
            </a:lvl1pPr>
            <a:lvl2pPr marL="457189" indent="0">
              <a:buNone/>
              <a:defRPr sz="1400"/>
            </a:lvl2pPr>
            <a:lvl3pPr marL="914377" indent="0">
              <a:buNone/>
              <a:defRPr sz="1200"/>
            </a:lvl3pPr>
          </a:lstStyle>
          <a:p>
            <a:pPr lvl="0"/>
            <a:r>
              <a:rPr lang="en-US"/>
              <a:t>Main Content</a:t>
            </a:r>
          </a:p>
        </p:txBody>
      </p:sp>
      <p:sp>
        <p:nvSpPr>
          <p:cNvPr id="24" name="Text Placeholder 10">
            <a:extLst>
              <a:ext uri="{FF2B5EF4-FFF2-40B4-BE49-F238E27FC236}">
                <a16:creationId xmlns:a16="http://schemas.microsoft.com/office/drawing/2014/main" id="{87D4AA92-E7B1-18E3-CF12-9840BECF7440}"/>
              </a:ext>
            </a:extLst>
          </p:cNvPr>
          <p:cNvSpPr>
            <a:spLocks noGrp="1"/>
          </p:cNvSpPr>
          <p:nvPr>
            <p:ph idx="28" hasCustomPrompt="1"/>
          </p:nvPr>
        </p:nvSpPr>
        <p:spPr>
          <a:xfrm>
            <a:off x="1321476" y="5526103"/>
            <a:ext cx="3015723" cy="750351"/>
          </a:xfrm>
          <a:prstGeom prst="rect">
            <a:avLst/>
          </a:prstGeom>
        </p:spPr>
        <p:txBody>
          <a:bodyPr vert="horz" lIns="36000" tIns="36000" rIns="36000" bIns="36000" rtlCol="0">
            <a:noAutofit/>
          </a:bodyPr>
          <a:lstStyle>
            <a:lvl1pPr marL="0" indent="0" algn="r">
              <a:buNone/>
              <a:defRPr sz="1200"/>
            </a:lvl1pPr>
            <a:lvl2pPr marL="457189" indent="0">
              <a:buNone/>
              <a:defRPr sz="1400"/>
            </a:lvl2pPr>
            <a:lvl3pPr marL="914377" indent="0">
              <a:buNone/>
              <a:defRPr sz="1200"/>
            </a:lvl3pPr>
          </a:lstStyle>
          <a:p>
            <a:pPr lvl="0"/>
            <a:r>
              <a:rPr lang="en-US"/>
              <a:t>Main Content</a:t>
            </a:r>
          </a:p>
        </p:txBody>
      </p:sp>
      <p:sp>
        <p:nvSpPr>
          <p:cNvPr id="25" name="Text Placeholder 10">
            <a:extLst>
              <a:ext uri="{FF2B5EF4-FFF2-40B4-BE49-F238E27FC236}">
                <a16:creationId xmlns:a16="http://schemas.microsoft.com/office/drawing/2014/main" id="{5EFB1EE9-EB52-4480-8744-AD26EF83C7B3}"/>
              </a:ext>
            </a:extLst>
          </p:cNvPr>
          <p:cNvSpPr>
            <a:spLocks noGrp="1"/>
          </p:cNvSpPr>
          <p:nvPr>
            <p:ph idx="29" hasCustomPrompt="1"/>
          </p:nvPr>
        </p:nvSpPr>
        <p:spPr>
          <a:xfrm>
            <a:off x="7785509" y="1642940"/>
            <a:ext cx="3015723" cy="750351"/>
          </a:xfrm>
          <a:prstGeom prst="rect">
            <a:avLst/>
          </a:prstGeom>
        </p:spPr>
        <p:txBody>
          <a:bodyPr vert="horz" lIns="36000" tIns="36000" rIns="36000" bIns="36000" rtlCol="0">
            <a:noAutofit/>
          </a:bodyPr>
          <a:lstStyle>
            <a:lvl1pPr marL="0" indent="0" algn="l">
              <a:buNone/>
              <a:defRPr sz="1200"/>
            </a:lvl1pPr>
            <a:lvl2pPr marL="457189" indent="0">
              <a:buNone/>
              <a:defRPr sz="1400"/>
            </a:lvl2pPr>
            <a:lvl3pPr marL="914377" indent="0">
              <a:buNone/>
              <a:defRPr sz="1200"/>
            </a:lvl3pPr>
          </a:lstStyle>
          <a:p>
            <a:pPr lvl="0"/>
            <a:r>
              <a:rPr lang="en-US"/>
              <a:t>Main Content</a:t>
            </a:r>
          </a:p>
        </p:txBody>
      </p:sp>
      <p:sp>
        <p:nvSpPr>
          <p:cNvPr id="26" name="Text Placeholder 10">
            <a:extLst>
              <a:ext uri="{FF2B5EF4-FFF2-40B4-BE49-F238E27FC236}">
                <a16:creationId xmlns:a16="http://schemas.microsoft.com/office/drawing/2014/main" id="{22FEF955-13F2-BFFB-EBCD-B09A7956FD06}"/>
              </a:ext>
            </a:extLst>
          </p:cNvPr>
          <p:cNvSpPr>
            <a:spLocks noGrp="1"/>
          </p:cNvSpPr>
          <p:nvPr>
            <p:ph idx="30" hasCustomPrompt="1"/>
          </p:nvPr>
        </p:nvSpPr>
        <p:spPr>
          <a:xfrm>
            <a:off x="8909722" y="3609100"/>
            <a:ext cx="3015723" cy="750351"/>
          </a:xfrm>
          <a:prstGeom prst="rect">
            <a:avLst/>
          </a:prstGeom>
        </p:spPr>
        <p:txBody>
          <a:bodyPr vert="horz" lIns="36000" tIns="36000" rIns="36000" bIns="36000" rtlCol="0">
            <a:noAutofit/>
          </a:bodyPr>
          <a:lstStyle>
            <a:lvl1pPr marL="0" indent="0" algn="l">
              <a:buNone/>
              <a:defRPr sz="1200"/>
            </a:lvl1pPr>
            <a:lvl2pPr marL="457189" indent="0">
              <a:buNone/>
              <a:defRPr sz="1400"/>
            </a:lvl2pPr>
            <a:lvl3pPr marL="914377" indent="0">
              <a:buNone/>
              <a:defRPr sz="1200"/>
            </a:lvl3pPr>
          </a:lstStyle>
          <a:p>
            <a:pPr lvl="0"/>
            <a:r>
              <a:rPr lang="en-US"/>
              <a:t>Main Content</a:t>
            </a:r>
          </a:p>
        </p:txBody>
      </p:sp>
      <p:sp>
        <p:nvSpPr>
          <p:cNvPr id="27" name="Text Placeholder 10">
            <a:extLst>
              <a:ext uri="{FF2B5EF4-FFF2-40B4-BE49-F238E27FC236}">
                <a16:creationId xmlns:a16="http://schemas.microsoft.com/office/drawing/2014/main" id="{59A1696E-BBB4-515D-EA4D-E5193E32D911}"/>
              </a:ext>
            </a:extLst>
          </p:cNvPr>
          <p:cNvSpPr>
            <a:spLocks noGrp="1"/>
          </p:cNvSpPr>
          <p:nvPr>
            <p:ph idx="31" hasCustomPrompt="1"/>
          </p:nvPr>
        </p:nvSpPr>
        <p:spPr>
          <a:xfrm>
            <a:off x="7854801" y="5526103"/>
            <a:ext cx="3015723" cy="750351"/>
          </a:xfrm>
          <a:prstGeom prst="rect">
            <a:avLst/>
          </a:prstGeom>
        </p:spPr>
        <p:txBody>
          <a:bodyPr vert="horz" lIns="36000" tIns="36000" rIns="36000" bIns="36000" rtlCol="0">
            <a:noAutofit/>
          </a:bodyPr>
          <a:lstStyle>
            <a:lvl1pPr marL="0" indent="0" algn="l">
              <a:buNone/>
              <a:defRPr sz="1200"/>
            </a:lvl1pPr>
            <a:lvl2pPr marL="457189" indent="0">
              <a:buNone/>
              <a:defRPr sz="1400"/>
            </a:lvl2pPr>
            <a:lvl3pPr marL="914377" indent="0">
              <a:buNone/>
              <a:defRPr sz="1200"/>
            </a:lvl3pPr>
          </a:lstStyle>
          <a:p>
            <a:pPr lvl="0"/>
            <a:r>
              <a:rPr lang="en-US"/>
              <a:t>Main Content</a:t>
            </a:r>
          </a:p>
        </p:txBody>
      </p:sp>
    </p:spTree>
    <p:extLst>
      <p:ext uri="{BB962C8B-B14F-4D97-AF65-F5344CB8AC3E}">
        <p14:creationId xmlns:p14="http://schemas.microsoft.com/office/powerpoint/2010/main" val="31272518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with Bor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23103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with Border no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9573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6A0514-1ECB-74B0-0319-90CDB66390AC}"/>
              </a:ext>
            </a:extLst>
          </p:cNvPr>
          <p:cNvSpPr>
            <a:spLocks noGrp="1"/>
          </p:cNvSpPr>
          <p:nvPr>
            <p:ph type="title"/>
          </p:nvPr>
        </p:nvSpPr>
        <p:spPr>
          <a:xfrm>
            <a:off x="256033" y="237744"/>
            <a:ext cx="11635075" cy="612959"/>
          </a:xfrm>
        </p:spPr>
        <p:txBody>
          <a:bodyPr/>
          <a:lstStyle/>
          <a:p>
            <a:r>
              <a:rPr lang="en-US"/>
              <a:t>Click to edit Master title style</a:t>
            </a:r>
          </a:p>
        </p:txBody>
      </p:sp>
    </p:spTree>
    <p:extLst>
      <p:ext uri="{BB962C8B-B14F-4D97-AF65-F5344CB8AC3E}">
        <p14:creationId xmlns:p14="http://schemas.microsoft.com/office/powerpoint/2010/main" val="23642999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6A0514-1ECB-74B0-0319-90CDB66390AC}"/>
              </a:ext>
            </a:extLst>
          </p:cNvPr>
          <p:cNvSpPr>
            <a:spLocks noGrp="1"/>
          </p:cNvSpPr>
          <p:nvPr>
            <p:ph type="title"/>
          </p:nvPr>
        </p:nvSpPr>
        <p:spPr>
          <a:xfrm>
            <a:off x="256033" y="237744"/>
            <a:ext cx="11635075" cy="612959"/>
          </a:xfrm>
        </p:spPr>
        <p:txBody>
          <a:bodyPr/>
          <a:lstStyle/>
          <a:p>
            <a:r>
              <a:rPr lang="en-US"/>
              <a:t>Click to edit Master title style</a:t>
            </a:r>
          </a:p>
        </p:txBody>
      </p:sp>
    </p:spTree>
    <p:extLst>
      <p:ext uri="{BB962C8B-B14F-4D97-AF65-F5344CB8AC3E}">
        <p14:creationId xmlns:p14="http://schemas.microsoft.com/office/powerpoint/2010/main" val="21087219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F8A71D-481D-DCF8-BE35-EF9C3D098EC6}"/>
              </a:ext>
            </a:extLst>
          </p:cNvPr>
          <p:cNvSpPr>
            <a:spLocks noGrp="1"/>
          </p:cNvSpPr>
          <p:nvPr>
            <p:ph type="title"/>
          </p:nvPr>
        </p:nvSpPr>
        <p:spPr>
          <a:xfrm>
            <a:off x="256033" y="237744"/>
            <a:ext cx="11642890" cy="612959"/>
          </a:xfrm>
        </p:spPr>
        <p:txBody>
          <a:bodyPr anchor="ctr" anchorCtr="0">
            <a:noAutofit/>
          </a:bodyPr>
          <a:lstStyle/>
          <a:p>
            <a:r>
              <a:rPr lang="en-US"/>
              <a:t>Click to edit Master title style</a:t>
            </a:r>
          </a:p>
        </p:txBody>
      </p:sp>
    </p:spTree>
    <p:extLst>
      <p:ext uri="{BB962C8B-B14F-4D97-AF65-F5344CB8AC3E}">
        <p14:creationId xmlns:p14="http://schemas.microsoft.com/office/powerpoint/2010/main" val="109383412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F8A71D-481D-DCF8-BE35-EF9C3D098EC6}"/>
              </a:ext>
            </a:extLst>
          </p:cNvPr>
          <p:cNvSpPr>
            <a:spLocks noGrp="1"/>
          </p:cNvSpPr>
          <p:nvPr>
            <p:ph type="title"/>
          </p:nvPr>
        </p:nvSpPr>
        <p:spPr>
          <a:xfrm>
            <a:off x="1017017" y="237744"/>
            <a:ext cx="10157967" cy="612959"/>
          </a:xfrm>
        </p:spPr>
        <p:txBody>
          <a:bodyPr anchor="ctr" anchorCtr="0">
            <a:noAutofit/>
          </a:bodyPr>
          <a:lstStyle>
            <a:lvl1pPr algn="ctr">
              <a:defRPr/>
            </a:lvl1pPr>
          </a:lstStyle>
          <a:p>
            <a:r>
              <a:rPr lang="en-US"/>
              <a:t>Click to edit Master title style</a:t>
            </a:r>
          </a:p>
        </p:txBody>
      </p:sp>
    </p:spTree>
    <p:extLst>
      <p:ext uri="{BB962C8B-B14F-4D97-AF65-F5344CB8AC3E}">
        <p14:creationId xmlns:p14="http://schemas.microsoft.com/office/powerpoint/2010/main" val="29336517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Title Only 2">
    <p:spTree>
      <p:nvGrpSpPr>
        <p:cNvPr id="1" name=""/>
        <p:cNvGrpSpPr/>
        <p:nvPr/>
      </p:nvGrpSpPr>
      <p:grpSpPr>
        <a:xfrm>
          <a:off x="0" y="0"/>
          <a:ext cx="0" cy="0"/>
          <a:chOff x="0" y="0"/>
          <a:chExt cx="0" cy="0"/>
        </a:xfrm>
      </p:grpSpPr>
      <p:sp>
        <p:nvSpPr>
          <p:cNvPr id="2" name="Free-form: Shape 81">
            <a:extLst>
              <a:ext uri="{FF2B5EF4-FFF2-40B4-BE49-F238E27FC236}">
                <a16:creationId xmlns:a16="http://schemas.microsoft.com/office/drawing/2014/main" id="{B1B941AA-6E75-3096-B4CD-36A1BD6795ED}"/>
              </a:ext>
            </a:extLst>
          </p:cNvPr>
          <p:cNvSpPr/>
          <p:nvPr userDrawn="1"/>
        </p:nvSpPr>
        <p:spPr>
          <a:xfrm flipH="1" flipV="1">
            <a:off x="9186320" y="746502"/>
            <a:ext cx="3005680" cy="4736223"/>
          </a:xfrm>
          <a:custGeom>
            <a:avLst/>
            <a:gdLst>
              <a:gd name="connsiteX0" fmla="*/ 1173480 w 2346960"/>
              <a:gd name="connsiteY0" fmla="*/ 3698240 h 3698240"/>
              <a:gd name="connsiteX1" fmla="*/ 2346960 w 2346960"/>
              <a:gd name="connsiteY1" fmla="*/ 2524760 h 3698240"/>
              <a:gd name="connsiteX2" fmla="*/ 2346960 w 2346960"/>
              <a:gd name="connsiteY2" fmla="*/ 1173480 h 3698240"/>
              <a:gd name="connsiteX3" fmla="*/ 2346960 w 2346960"/>
              <a:gd name="connsiteY3" fmla="*/ 0 h 3698240"/>
              <a:gd name="connsiteX4" fmla="*/ 1173480 w 2346960"/>
              <a:gd name="connsiteY4" fmla="*/ 0 h 3698240"/>
              <a:gd name="connsiteX5" fmla="*/ 0 w 2346960"/>
              <a:gd name="connsiteY5" fmla="*/ 1173480 h 3698240"/>
              <a:gd name="connsiteX6" fmla="*/ 0 w 2346960"/>
              <a:gd name="connsiteY6" fmla="*/ 2524760 h 3698240"/>
              <a:gd name="connsiteX7" fmla="*/ 1173480 w 2346960"/>
              <a:gd name="connsiteY7" fmla="*/ 3698240 h 36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6960" h="3698240">
                <a:moveTo>
                  <a:pt x="1173480" y="3698240"/>
                </a:moveTo>
                <a:cubicBezTo>
                  <a:pt x="1821575" y="3698240"/>
                  <a:pt x="2346960" y="3172855"/>
                  <a:pt x="2346960" y="2524760"/>
                </a:cubicBezTo>
                <a:lnTo>
                  <a:pt x="2346960" y="1173480"/>
                </a:lnTo>
                <a:lnTo>
                  <a:pt x="2346960" y="0"/>
                </a:lnTo>
                <a:lnTo>
                  <a:pt x="1173480" y="0"/>
                </a:lnTo>
                <a:cubicBezTo>
                  <a:pt x="525385" y="0"/>
                  <a:pt x="0" y="525385"/>
                  <a:pt x="0" y="1173480"/>
                </a:cubicBezTo>
                <a:lnTo>
                  <a:pt x="0" y="2524760"/>
                </a:lnTo>
                <a:cubicBezTo>
                  <a:pt x="0" y="3172855"/>
                  <a:pt x="525385" y="3698240"/>
                  <a:pt x="1173480" y="3698240"/>
                </a:cubicBezTo>
                <a:close/>
              </a:path>
            </a:pathLst>
          </a:custGeom>
          <a:gradFill>
            <a:gsLst>
              <a:gs pos="0">
                <a:schemeClr val="accent1">
                  <a:lumMod val="90000"/>
                  <a:lumOff val="10000"/>
                  <a:alpha val="45000"/>
                </a:schemeClr>
              </a:gs>
              <a:gs pos="91000">
                <a:srgbClr val="0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3" name="Free-form: Shape 89">
            <a:extLst>
              <a:ext uri="{FF2B5EF4-FFF2-40B4-BE49-F238E27FC236}">
                <a16:creationId xmlns:a16="http://schemas.microsoft.com/office/drawing/2014/main" id="{ED8134C3-53A9-A581-109B-0F56D190758C}"/>
              </a:ext>
            </a:extLst>
          </p:cNvPr>
          <p:cNvSpPr/>
          <p:nvPr userDrawn="1"/>
        </p:nvSpPr>
        <p:spPr>
          <a:xfrm flipH="1" flipV="1">
            <a:off x="6489419" y="0"/>
            <a:ext cx="3005680" cy="1789377"/>
          </a:xfrm>
          <a:custGeom>
            <a:avLst/>
            <a:gdLst>
              <a:gd name="connsiteX0" fmla="*/ 3005680 w 3005680"/>
              <a:gd name="connsiteY0" fmla="*/ 1789377 h 1789377"/>
              <a:gd name="connsiteX1" fmla="*/ 0 w 3005680"/>
              <a:gd name="connsiteY1" fmla="*/ 1789377 h 1789377"/>
              <a:gd name="connsiteX2" fmla="*/ 0 w 3005680"/>
              <a:gd name="connsiteY2" fmla="*/ 1502840 h 1789377"/>
              <a:gd name="connsiteX3" fmla="*/ 1502840 w 3005680"/>
              <a:gd name="connsiteY3" fmla="*/ 0 h 1789377"/>
              <a:gd name="connsiteX4" fmla="*/ 3005680 w 3005680"/>
              <a:gd name="connsiteY4" fmla="*/ 0 h 1789377"/>
              <a:gd name="connsiteX5" fmla="*/ 3005680 w 3005680"/>
              <a:gd name="connsiteY5" fmla="*/ 1502840 h 178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5680" h="1789377">
                <a:moveTo>
                  <a:pt x="3005680" y="1789377"/>
                </a:moveTo>
                <a:lnTo>
                  <a:pt x="0" y="1789377"/>
                </a:lnTo>
                <a:lnTo>
                  <a:pt x="0" y="1502840"/>
                </a:lnTo>
                <a:cubicBezTo>
                  <a:pt x="0" y="672845"/>
                  <a:pt x="672845" y="0"/>
                  <a:pt x="1502840" y="0"/>
                </a:cubicBezTo>
                <a:lnTo>
                  <a:pt x="3005680" y="0"/>
                </a:lnTo>
                <a:lnTo>
                  <a:pt x="3005680" y="1502840"/>
                </a:lnTo>
                <a:close/>
              </a:path>
            </a:pathLst>
          </a:custGeom>
          <a:gradFill>
            <a:gsLst>
              <a:gs pos="17000">
                <a:schemeClr val="accent1">
                  <a:lumMod val="90000"/>
                  <a:lumOff val="10000"/>
                  <a:alpha val="16000"/>
                </a:schemeClr>
              </a:gs>
              <a:gs pos="100000">
                <a:srgbClr val="0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4" name="Free-form: Shape 84">
            <a:extLst>
              <a:ext uri="{FF2B5EF4-FFF2-40B4-BE49-F238E27FC236}">
                <a16:creationId xmlns:a16="http://schemas.microsoft.com/office/drawing/2014/main" id="{D8CF51F3-0A5C-FA9B-EDD5-058146DAA3AB}"/>
              </a:ext>
            </a:extLst>
          </p:cNvPr>
          <p:cNvSpPr/>
          <p:nvPr userDrawn="1"/>
        </p:nvSpPr>
        <p:spPr>
          <a:xfrm>
            <a:off x="0" y="2075770"/>
            <a:ext cx="3005680" cy="4736223"/>
          </a:xfrm>
          <a:custGeom>
            <a:avLst/>
            <a:gdLst>
              <a:gd name="connsiteX0" fmla="*/ 1173480 w 2346960"/>
              <a:gd name="connsiteY0" fmla="*/ 3698240 h 3698240"/>
              <a:gd name="connsiteX1" fmla="*/ 2346960 w 2346960"/>
              <a:gd name="connsiteY1" fmla="*/ 2524760 h 3698240"/>
              <a:gd name="connsiteX2" fmla="*/ 2346960 w 2346960"/>
              <a:gd name="connsiteY2" fmla="*/ 1173480 h 3698240"/>
              <a:gd name="connsiteX3" fmla="*/ 2346960 w 2346960"/>
              <a:gd name="connsiteY3" fmla="*/ 0 h 3698240"/>
              <a:gd name="connsiteX4" fmla="*/ 1173480 w 2346960"/>
              <a:gd name="connsiteY4" fmla="*/ 0 h 3698240"/>
              <a:gd name="connsiteX5" fmla="*/ 0 w 2346960"/>
              <a:gd name="connsiteY5" fmla="*/ 1173480 h 3698240"/>
              <a:gd name="connsiteX6" fmla="*/ 0 w 2346960"/>
              <a:gd name="connsiteY6" fmla="*/ 2524760 h 3698240"/>
              <a:gd name="connsiteX7" fmla="*/ 1173480 w 2346960"/>
              <a:gd name="connsiteY7" fmla="*/ 3698240 h 36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6960" h="3698240">
                <a:moveTo>
                  <a:pt x="1173480" y="3698240"/>
                </a:moveTo>
                <a:cubicBezTo>
                  <a:pt x="1821575" y="3698240"/>
                  <a:pt x="2346960" y="3172855"/>
                  <a:pt x="2346960" y="2524760"/>
                </a:cubicBezTo>
                <a:lnTo>
                  <a:pt x="2346960" y="1173480"/>
                </a:lnTo>
                <a:lnTo>
                  <a:pt x="2346960" y="0"/>
                </a:lnTo>
                <a:lnTo>
                  <a:pt x="1173480" y="0"/>
                </a:lnTo>
                <a:cubicBezTo>
                  <a:pt x="525385" y="0"/>
                  <a:pt x="0" y="525385"/>
                  <a:pt x="0" y="1173480"/>
                </a:cubicBezTo>
                <a:lnTo>
                  <a:pt x="0" y="2524760"/>
                </a:lnTo>
                <a:cubicBezTo>
                  <a:pt x="0" y="3172855"/>
                  <a:pt x="525385" y="3698240"/>
                  <a:pt x="1173480" y="3698240"/>
                </a:cubicBezTo>
                <a:close/>
              </a:path>
            </a:pathLst>
          </a:custGeom>
          <a:gradFill>
            <a:gsLst>
              <a:gs pos="0">
                <a:schemeClr val="accent1">
                  <a:lumMod val="90000"/>
                  <a:lumOff val="10000"/>
                  <a:alpha val="37000"/>
                </a:schemeClr>
              </a:gs>
              <a:gs pos="81000">
                <a:srgbClr val="0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5" name="Free-form: Shape 90">
            <a:extLst>
              <a:ext uri="{FF2B5EF4-FFF2-40B4-BE49-F238E27FC236}">
                <a16:creationId xmlns:a16="http://schemas.microsoft.com/office/drawing/2014/main" id="{B8543059-71A6-485E-8DBD-4B7597C26B3C}"/>
              </a:ext>
            </a:extLst>
          </p:cNvPr>
          <p:cNvSpPr/>
          <p:nvPr userDrawn="1"/>
        </p:nvSpPr>
        <p:spPr>
          <a:xfrm flipH="1">
            <a:off x="3375827" y="4819241"/>
            <a:ext cx="3005680" cy="2038759"/>
          </a:xfrm>
          <a:custGeom>
            <a:avLst/>
            <a:gdLst>
              <a:gd name="connsiteX0" fmla="*/ 3005680 w 3005680"/>
              <a:gd name="connsiteY0" fmla="*/ 0 h 2038759"/>
              <a:gd name="connsiteX1" fmla="*/ 1502840 w 3005680"/>
              <a:gd name="connsiteY1" fmla="*/ 0 h 2038759"/>
              <a:gd name="connsiteX2" fmla="*/ 0 w 3005680"/>
              <a:gd name="connsiteY2" fmla="*/ 1502840 h 2038759"/>
              <a:gd name="connsiteX3" fmla="*/ 0 w 3005680"/>
              <a:gd name="connsiteY3" fmla="*/ 2038759 h 2038759"/>
              <a:gd name="connsiteX4" fmla="*/ 3005680 w 3005680"/>
              <a:gd name="connsiteY4" fmla="*/ 2038759 h 2038759"/>
              <a:gd name="connsiteX5" fmla="*/ 3005680 w 3005680"/>
              <a:gd name="connsiteY5" fmla="*/ 1502840 h 203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5680" h="2038759">
                <a:moveTo>
                  <a:pt x="3005680" y="0"/>
                </a:moveTo>
                <a:lnTo>
                  <a:pt x="1502840" y="0"/>
                </a:lnTo>
                <a:cubicBezTo>
                  <a:pt x="672845" y="0"/>
                  <a:pt x="0" y="672845"/>
                  <a:pt x="0" y="1502840"/>
                </a:cubicBezTo>
                <a:lnTo>
                  <a:pt x="0" y="2038759"/>
                </a:lnTo>
                <a:lnTo>
                  <a:pt x="3005680" y="2038759"/>
                </a:lnTo>
                <a:lnTo>
                  <a:pt x="3005680" y="1502840"/>
                </a:lnTo>
                <a:close/>
              </a:path>
            </a:pathLst>
          </a:custGeom>
          <a:gradFill>
            <a:gsLst>
              <a:gs pos="0">
                <a:schemeClr val="accent1">
                  <a:lumMod val="90000"/>
                  <a:lumOff val="10000"/>
                  <a:alpha val="17000"/>
                </a:schemeClr>
              </a:gs>
              <a:gs pos="100000">
                <a:srgbClr val="0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7" name="Free-form: Shape 103">
            <a:extLst>
              <a:ext uri="{FF2B5EF4-FFF2-40B4-BE49-F238E27FC236}">
                <a16:creationId xmlns:a16="http://schemas.microsoft.com/office/drawing/2014/main" id="{2158B393-5181-6720-53C3-1585E5917D61}"/>
              </a:ext>
            </a:extLst>
          </p:cNvPr>
          <p:cNvSpPr/>
          <p:nvPr userDrawn="1"/>
        </p:nvSpPr>
        <p:spPr>
          <a:xfrm rot="16200000" flipH="1" flipV="1">
            <a:off x="2409934" y="1264088"/>
            <a:ext cx="253276" cy="938213"/>
          </a:xfrm>
          <a:custGeom>
            <a:avLst/>
            <a:gdLst>
              <a:gd name="connsiteX0" fmla="*/ 0 w 253276"/>
              <a:gd name="connsiteY0" fmla="*/ 272460 h 938213"/>
              <a:gd name="connsiteX1" fmla="*/ 0 w 253276"/>
              <a:gd name="connsiteY1" fmla="*/ 126636 h 938213"/>
              <a:gd name="connsiteX2" fmla="*/ 126637 w 253276"/>
              <a:gd name="connsiteY2" fmla="*/ 0 h 938213"/>
              <a:gd name="connsiteX3" fmla="*/ 253273 w 253276"/>
              <a:gd name="connsiteY3" fmla="*/ 0 h 938213"/>
              <a:gd name="connsiteX4" fmla="*/ 253273 w 253276"/>
              <a:gd name="connsiteY4" fmla="*/ 126636 h 938213"/>
              <a:gd name="connsiteX5" fmla="*/ 253273 w 253276"/>
              <a:gd name="connsiteY5" fmla="*/ 134780 h 938213"/>
              <a:gd name="connsiteX6" fmla="*/ 253274 w 253276"/>
              <a:gd name="connsiteY6" fmla="*/ 134780 h 938213"/>
              <a:gd name="connsiteX7" fmla="*/ 253274 w 253276"/>
              <a:gd name="connsiteY7" fmla="*/ 261416 h 938213"/>
              <a:gd name="connsiteX8" fmla="*/ 253274 w 253276"/>
              <a:gd name="connsiteY8" fmla="*/ 269559 h 938213"/>
              <a:gd name="connsiteX9" fmla="*/ 253275 w 253276"/>
              <a:gd name="connsiteY9" fmla="*/ 269559 h 938213"/>
              <a:gd name="connsiteX10" fmla="*/ 253275 w 253276"/>
              <a:gd name="connsiteY10" fmla="*/ 396195 h 938213"/>
              <a:gd name="connsiteX11" fmla="*/ 253275 w 253276"/>
              <a:gd name="connsiteY11" fmla="*/ 404338 h 938213"/>
              <a:gd name="connsiteX12" fmla="*/ 253275 w 253276"/>
              <a:gd name="connsiteY12" fmla="*/ 530974 h 938213"/>
              <a:gd name="connsiteX13" fmla="*/ 253275 w 253276"/>
              <a:gd name="connsiteY13" fmla="*/ 539117 h 938213"/>
              <a:gd name="connsiteX14" fmla="*/ 253276 w 253276"/>
              <a:gd name="connsiteY14" fmla="*/ 539117 h 938213"/>
              <a:gd name="connsiteX15" fmla="*/ 253276 w 253276"/>
              <a:gd name="connsiteY15" fmla="*/ 665753 h 938213"/>
              <a:gd name="connsiteX16" fmla="*/ 253276 w 253276"/>
              <a:gd name="connsiteY16" fmla="*/ 811577 h 938213"/>
              <a:gd name="connsiteX17" fmla="*/ 126640 w 253276"/>
              <a:gd name="connsiteY17" fmla="*/ 938213 h 938213"/>
              <a:gd name="connsiteX18" fmla="*/ 3 w 253276"/>
              <a:gd name="connsiteY18" fmla="*/ 811577 h 938213"/>
              <a:gd name="connsiteX19" fmla="*/ 3 w 253276"/>
              <a:gd name="connsiteY19" fmla="*/ 676803 h 938213"/>
              <a:gd name="connsiteX20" fmla="*/ 2 w 253276"/>
              <a:gd name="connsiteY20" fmla="*/ 676798 h 938213"/>
              <a:gd name="connsiteX21" fmla="*/ 2 w 253276"/>
              <a:gd name="connsiteY21" fmla="*/ 542019 h 938213"/>
              <a:gd name="connsiteX22" fmla="*/ 2 w 253276"/>
              <a:gd name="connsiteY22" fmla="*/ 530974 h 938213"/>
              <a:gd name="connsiteX23" fmla="*/ 2 w 253276"/>
              <a:gd name="connsiteY23" fmla="*/ 407245 h 938213"/>
              <a:gd name="connsiteX24" fmla="*/ 1 w 253276"/>
              <a:gd name="connsiteY24" fmla="*/ 407240 h 938213"/>
              <a:gd name="connsiteX25" fmla="*/ 1 w 253276"/>
              <a:gd name="connsiteY25" fmla="*/ 272465 h 9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3276" h="938213">
                <a:moveTo>
                  <a:pt x="0" y="272460"/>
                </a:moveTo>
                <a:lnTo>
                  <a:pt x="0" y="126636"/>
                </a:lnTo>
                <a:cubicBezTo>
                  <a:pt x="0" y="56697"/>
                  <a:pt x="56697" y="0"/>
                  <a:pt x="126637" y="0"/>
                </a:cubicBezTo>
                <a:lnTo>
                  <a:pt x="253273" y="0"/>
                </a:lnTo>
                <a:lnTo>
                  <a:pt x="253273" y="126636"/>
                </a:lnTo>
                <a:lnTo>
                  <a:pt x="253273" y="134780"/>
                </a:lnTo>
                <a:lnTo>
                  <a:pt x="253274" y="134780"/>
                </a:lnTo>
                <a:lnTo>
                  <a:pt x="253274" y="261416"/>
                </a:lnTo>
                <a:lnTo>
                  <a:pt x="253274" y="269559"/>
                </a:lnTo>
                <a:lnTo>
                  <a:pt x="253275" y="269559"/>
                </a:lnTo>
                <a:lnTo>
                  <a:pt x="253275" y="396195"/>
                </a:lnTo>
                <a:lnTo>
                  <a:pt x="253275" y="404338"/>
                </a:lnTo>
                <a:lnTo>
                  <a:pt x="253275" y="530974"/>
                </a:lnTo>
                <a:lnTo>
                  <a:pt x="253275" y="539117"/>
                </a:lnTo>
                <a:lnTo>
                  <a:pt x="253276" y="539117"/>
                </a:lnTo>
                <a:lnTo>
                  <a:pt x="253276" y="665753"/>
                </a:lnTo>
                <a:lnTo>
                  <a:pt x="253276" y="811577"/>
                </a:lnTo>
                <a:cubicBezTo>
                  <a:pt x="253276" y="881516"/>
                  <a:pt x="196579" y="938213"/>
                  <a:pt x="126640" y="938213"/>
                </a:cubicBezTo>
                <a:cubicBezTo>
                  <a:pt x="56700" y="938213"/>
                  <a:pt x="3" y="881516"/>
                  <a:pt x="3" y="811577"/>
                </a:cubicBezTo>
                <a:lnTo>
                  <a:pt x="3" y="676803"/>
                </a:lnTo>
                <a:lnTo>
                  <a:pt x="2" y="676798"/>
                </a:lnTo>
                <a:lnTo>
                  <a:pt x="2" y="542019"/>
                </a:lnTo>
                <a:lnTo>
                  <a:pt x="2" y="530974"/>
                </a:lnTo>
                <a:lnTo>
                  <a:pt x="2" y="407245"/>
                </a:lnTo>
                <a:lnTo>
                  <a:pt x="1" y="407240"/>
                </a:lnTo>
                <a:lnTo>
                  <a:pt x="1" y="272465"/>
                </a:lnTo>
                <a:close/>
              </a:path>
            </a:pathLst>
          </a:custGeom>
          <a:gradFill flip="none" rotWithShape="1">
            <a:gsLst>
              <a:gs pos="0">
                <a:schemeClr val="accent2"/>
              </a:gs>
              <a:gs pos="100000">
                <a:schemeClr val="accent2">
                  <a:lumMod val="5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8" name="Free-form: Shape 104">
            <a:extLst>
              <a:ext uri="{FF2B5EF4-FFF2-40B4-BE49-F238E27FC236}">
                <a16:creationId xmlns:a16="http://schemas.microsoft.com/office/drawing/2014/main" id="{93798702-926D-029D-4A99-D26A38D7D6C7}"/>
              </a:ext>
            </a:extLst>
          </p:cNvPr>
          <p:cNvSpPr/>
          <p:nvPr userDrawn="1"/>
        </p:nvSpPr>
        <p:spPr>
          <a:xfrm rot="16200000">
            <a:off x="9528788" y="5339034"/>
            <a:ext cx="253276" cy="938213"/>
          </a:xfrm>
          <a:custGeom>
            <a:avLst/>
            <a:gdLst>
              <a:gd name="connsiteX0" fmla="*/ 0 w 253276"/>
              <a:gd name="connsiteY0" fmla="*/ 272460 h 938213"/>
              <a:gd name="connsiteX1" fmla="*/ 0 w 253276"/>
              <a:gd name="connsiteY1" fmla="*/ 126636 h 938213"/>
              <a:gd name="connsiteX2" fmla="*/ 126637 w 253276"/>
              <a:gd name="connsiteY2" fmla="*/ 0 h 938213"/>
              <a:gd name="connsiteX3" fmla="*/ 253273 w 253276"/>
              <a:gd name="connsiteY3" fmla="*/ 0 h 938213"/>
              <a:gd name="connsiteX4" fmla="*/ 253273 w 253276"/>
              <a:gd name="connsiteY4" fmla="*/ 126636 h 938213"/>
              <a:gd name="connsiteX5" fmla="*/ 253273 w 253276"/>
              <a:gd name="connsiteY5" fmla="*/ 134780 h 938213"/>
              <a:gd name="connsiteX6" fmla="*/ 253274 w 253276"/>
              <a:gd name="connsiteY6" fmla="*/ 134780 h 938213"/>
              <a:gd name="connsiteX7" fmla="*/ 253274 w 253276"/>
              <a:gd name="connsiteY7" fmla="*/ 261416 h 938213"/>
              <a:gd name="connsiteX8" fmla="*/ 253274 w 253276"/>
              <a:gd name="connsiteY8" fmla="*/ 269559 h 938213"/>
              <a:gd name="connsiteX9" fmla="*/ 253275 w 253276"/>
              <a:gd name="connsiteY9" fmla="*/ 269559 h 938213"/>
              <a:gd name="connsiteX10" fmla="*/ 253275 w 253276"/>
              <a:gd name="connsiteY10" fmla="*/ 396195 h 938213"/>
              <a:gd name="connsiteX11" fmla="*/ 253275 w 253276"/>
              <a:gd name="connsiteY11" fmla="*/ 404338 h 938213"/>
              <a:gd name="connsiteX12" fmla="*/ 253275 w 253276"/>
              <a:gd name="connsiteY12" fmla="*/ 530974 h 938213"/>
              <a:gd name="connsiteX13" fmla="*/ 253275 w 253276"/>
              <a:gd name="connsiteY13" fmla="*/ 539117 h 938213"/>
              <a:gd name="connsiteX14" fmla="*/ 253276 w 253276"/>
              <a:gd name="connsiteY14" fmla="*/ 539117 h 938213"/>
              <a:gd name="connsiteX15" fmla="*/ 253276 w 253276"/>
              <a:gd name="connsiteY15" fmla="*/ 665753 h 938213"/>
              <a:gd name="connsiteX16" fmla="*/ 253276 w 253276"/>
              <a:gd name="connsiteY16" fmla="*/ 811577 h 938213"/>
              <a:gd name="connsiteX17" fmla="*/ 126640 w 253276"/>
              <a:gd name="connsiteY17" fmla="*/ 938213 h 938213"/>
              <a:gd name="connsiteX18" fmla="*/ 3 w 253276"/>
              <a:gd name="connsiteY18" fmla="*/ 811577 h 938213"/>
              <a:gd name="connsiteX19" fmla="*/ 3 w 253276"/>
              <a:gd name="connsiteY19" fmla="*/ 676803 h 938213"/>
              <a:gd name="connsiteX20" fmla="*/ 2 w 253276"/>
              <a:gd name="connsiteY20" fmla="*/ 676798 h 938213"/>
              <a:gd name="connsiteX21" fmla="*/ 2 w 253276"/>
              <a:gd name="connsiteY21" fmla="*/ 542019 h 938213"/>
              <a:gd name="connsiteX22" fmla="*/ 2 w 253276"/>
              <a:gd name="connsiteY22" fmla="*/ 530974 h 938213"/>
              <a:gd name="connsiteX23" fmla="*/ 2 w 253276"/>
              <a:gd name="connsiteY23" fmla="*/ 407245 h 938213"/>
              <a:gd name="connsiteX24" fmla="*/ 1 w 253276"/>
              <a:gd name="connsiteY24" fmla="*/ 407240 h 938213"/>
              <a:gd name="connsiteX25" fmla="*/ 1 w 253276"/>
              <a:gd name="connsiteY25" fmla="*/ 272465 h 9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3276" h="938213">
                <a:moveTo>
                  <a:pt x="0" y="272460"/>
                </a:moveTo>
                <a:lnTo>
                  <a:pt x="0" y="126636"/>
                </a:lnTo>
                <a:cubicBezTo>
                  <a:pt x="0" y="56697"/>
                  <a:pt x="56697" y="0"/>
                  <a:pt x="126637" y="0"/>
                </a:cubicBezTo>
                <a:lnTo>
                  <a:pt x="253273" y="0"/>
                </a:lnTo>
                <a:lnTo>
                  <a:pt x="253273" y="126636"/>
                </a:lnTo>
                <a:lnTo>
                  <a:pt x="253273" y="134780"/>
                </a:lnTo>
                <a:lnTo>
                  <a:pt x="253274" y="134780"/>
                </a:lnTo>
                <a:lnTo>
                  <a:pt x="253274" y="261416"/>
                </a:lnTo>
                <a:lnTo>
                  <a:pt x="253274" y="269559"/>
                </a:lnTo>
                <a:lnTo>
                  <a:pt x="253275" y="269559"/>
                </a:lnTo>
                <a:lnTo>
                  <a:pt x="253275" y="396195"/>
                </a:lnTo>
                <a:lnTo>
                  <a:pt x="253275" y="404338"/>
                </a:lnTo>
                <a:lnTo>
                  <a:pt x="253275" y="530974"/>
                </a:lnTo>
                <a:lnTo>
                  <a:pt x="253275" y="539117"/>
                </a:lnTo>
                <a:lnTo>
                  <a:pt x="253276" y="539117"/>
                </a:lnTo>
                <a:lnTo>
                  <a:pt x="253276" y="665753"/>
                </a:lnTo>
                <a:lnTo>
                  <a:pt x="253276" y="811577"/>
                </a:lnTo>
                <a:cubicBezTo>
                  <a:pt x="253276" y="881516"/>
                  <a:pt x="196579" y="938213"/>
                  <a:pt x="126640" y="938213"/>
                </a:cubicBezTo>
                <a:cubicBezTo>
                  <a:pt x="56700" y="938213"/>
                  <a:pt x="3" y="881516"/>
                  <a:pt x="3" y="811577"/>
                </a:cubicBezTo>
                <a:lnTo>
                  <a:pt x="3" y="676803"/>
                </a:lnTo>
                <a:lnTo>
                  <a:pt x="2" y="676798"/>
                </a:lnTo>
                <a:lnTo>
                  <a:pt x="2" y="542019"/>
                </a:lnTo>
                <a:lnTo>
                  <a:pt x="2" y="530974"/>
                </a:lnTo>
                <a:lnTo>
                  <a:pt x="2" y="407245"/>
                </a:lnTo>
                <a:lnTo>
                  <a:pt x="1" y="407240"/>
                </a:lnTo>
                <a:lnTo>
                  <a:pt x="1" y="272465"/>
                </a:lnTo>
                <a:close/>
              </a:path>
            </a:pathLst>
          </a:custGeom>
          <a:gradFill flip="none" rotWithShape="1">
            <a:gsLst>
              <a:gs pos="0">
                <a:schemeClr val="accent2"/>
              </a:gs>
              <a:gs pos="100000">
                <a:schemeClr val="accent2">
                  <a:lumMod val="5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6" name="Title 5">
            <a:extLst>
              <a:ext uri="{FF2B5EF4-FFF2-40B4-BE49-F238E27FC236}">
                <a16:creationId xmlns:a16="http://schemas.microsoft.com/office/drawing/2014/main" id="{3AF8A71D-481D-DCF8-BE35-EF9C3D098EC6}"/>
              </a:ext>
            </a:extLst>
          </p:cNvPr>
          <p:cNvSpPr>
            <a:spLocks noGrp="1"/>
          </p:cNvSpPr>
          <p:nvPr>
            <p:ph type="title"/>
          </p:nvPr>
        </p:nvSpPr>
        <p:spPr>
          <a:xfrm>
            <a:off x="3368192" y="1482897"/>
            <a:ext cx="5455617" cy="612959"/>
          </a:xfrm>
        </p:spPr>
        <p:txBody>
          <a:bodyPr anchor="ctr" anchorCtr="0">
            <a:noAutofit/>
          </a:bodyPr>
          <a:lstStyle>
            <a:lvl1pPr algn="ctr">
              <a:defRPr/>
            </a:lvl1pPr>
          </a:lstStyle>
          <a:p>
            <a:r>
              <a:rPr lang="en-US"/>
              <a:t>Click to edit Master title style</a:t>
            </a:r>
          </a:p>
        </p:txBody>
      </p:sp>
      <p:sp>
        <p:nvSpPr>
          <p:cNvPr id="10" name="TextBox 3">
            <a:extLst>
              <a:ext uri="{FF2B5EF4-FFF2-40B4-BE49-F238E27FC236}">
                <a16:creationId xmlns:a16="http://schemas.microsoft.com/office/drawing/2014/main" id="{DD0F27A0-AA2F-BD20-61CC-1726963E11E1}"/>
              </a:ext>
            </a:extLst>
          </p:cNvPr>
          <p:cNvSpPr txBox="1"/>
          <p:nvPr userDrawn="1"/>
        </p:nvSpPr>
        <p:spPr>
          <a:xfrm>
            <a:off x="194444" y="6458575"/>
            <a:ext cx="6095256"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Trade Gothic Next"/>
                <a:ea typeface="+mn-ea"/>
                <a:cs typeface="+mn-cs"/>
              </a:rPr>
              <a:t>‹#›    |    ©  Milestone Technologies Inc. All Rights Reserved.      |      www.milestone.tech</a:t>
            </a:r>
          </a:p>
        </p:txBody>
      </p:sp>
      <p:pic>
        <p:nvPicPr>
          <p:cNvPr id="12" name="Picture 11">
            <a:extLst>
              <a:ext uri="{FF2B5EF4-FFF2-40B4-BE49-F238E27FC236}">
                <a16:creationId xmlns:a16="http://schemas.microsoft.com/office/drawing/2014/main" id="{E268E318-0261-B3E8-DAAE-862458D5F4CC}"/>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1185498" y="6190340"/>
            <a:ext cx="750336" cy="475344"/>
          </a:xfrm>
          <a:prstGeom prst="rect">
            <a:avLst/>
          </a:prstGeom>
        </p:spPr>
      </p:pic>
      <p:sp>
        <p:nvSpPr>
          <p:cNvPr id="18" name="Text Placeholder 17">
            <a:extLst>
              <a:ext uri="{FF2B5EF4-FFF2-40B4-BE49-F238E27FC236}">
                <a16:creationId xmlns:a16="http://schemas.microsoft.com/office/drawing/2014/main" id="{BE30BD73-9752-39C1-A756-1F5297C12FDC}"/>
              </a:ext>
            </a:extLst>
          </p:cNvPr>
          <p:cNvSpPr>
            <a:spLocks noGrp="1"/>
          </p:cNvSpPr>
          <p:nvPr>
            <p:ph type="body" sz="quarter" idx="10" hasCustomPrompt="1"/>
          </p:nvPr>
        </p:nvSpPr>
        <p:spPr>
          <a:xfrm>
            <a:off x="3369087" y="2373312"/>
            <a:ext cx="5493514" cy="2351088"/>
          </a:xfrm>
        </p:spPr>
        <p:txBody>
          <a:bodyPr>
            <a:noAutofit/>
          </a:bodyPr>
          <a:lstStyle>
            <a:lvl1pPr marL="0" indent="0" algn="ctr">
              <a:buNone/>
              <a:defRPr sz="1200">
                <a:latin typeface="+mn-lt"/>
              </a:defRPr>
            </a:lvl1pPr>
            <a:lvl2pPr marL="457189" indent="0">
              <a:buNone/>
              <a:defRPr/>
            </a:lvl2pPr>
            <a:lvl3pPr marL="914377" indent="0">
              <a:buNone/>
              <a:defRPr/>
            </a:lvl3pPr>
            <a:lvl4pPr marL="1371566" indent="0">
              <a:buNone/>
              <a:defRPr/>
            </a:lvl4pPr>
            <a:lvl5pPr marL="1828755"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Vivamus</a:t>
            </a:r>
            <a:r>
              <a:rPr lang="en-US"/>
              <a:t> auctor </a:t>
            </a:r>
            <a:r>
              <a:rPr lang="en-US" err="1"/>
              <a:t>sapien</a:t>
            </a:r>
            <a:r>
              <a:rPr lang="en-US"/>
              <a:t> a dolor </a:t>
            </a:r>
            <a:r>
              <a:rPr lang="en-US" err="1"/>
              <a:t>faucibus</a:t>
            </a:r>
            <a:r>
              <a:rPr lang="en-US"/>
              <a:t>, a dictum </a:t>
            </a:r>
            <a:r>
              <a:rPr lang="en-US" err="1"/>
              <a:t>odio</a:t>
            </a:r>
            <a:r>
              <a:rPr lang="en-US"/>
              <a:t> </a:t>
            </a:r>
            <a:r>
              <a:rPr lang="en-US" err="1"/>
              <a:t>consectetur</a:t>
            </a:r>
            <a:r>
              <a:rPr lang="en-US"/>
              <a:t>. Aenean </a:t>
            </a:r>
            <a:r>
              <a:rPr lang="en-US" err="1"/>
              <a:t>tempor</a:t>
            </a:r>
            <a:r>
              <a:rPr lang="en-US"/>
              <a:t> </a:t>
            </a:r>
            <a:r>
              <a:rPr lang="en-US" err="1"/>
              <a:t>blandit</a:t>
            </a:r>
            <a:r>
              <a:rPr lang="en-US"/>
              <a:t> </a:t>
            </a:r>
            <a:r>
              <a:rPr lang="en-US" err="1"/>
              <a:t>orci</a:t>
            </a:r>
            <a:r>
              <a:rPr lang="en-US"/>
              <a:t>, </a:t>
            </a:r>
            <a:r>
              <a:rPr lang="en-US" err="1"/>
              <a:t>facilisis</a:t>
            </a:r>
            <a:r>
              <a:rPr lang="en-US"/>
              <a:t> </a:t>
            </a:r>
            <a:r>
              <a:rPr lang="en-US" err="1"/>
              <a:t>ullamcorper</a:t>
            </a:r>
            <a:r>
              <a:rPr lang="en-US"/>
              <a:t> diam </a:t>
            </a:r>
            <a:r>
              <a:rPr lang="en-US" err="1"/>
              <a:t>faucibus</a:t>
            </a:r>
            <a:r>
              <a:rPr lang="en-US"/>
              <a:t> vitae. Cras sit </a:t>
            </a:r>
            <a:r>
              <a:rPr lang="en-US" err="1"/>
              <a:t>amet</a:t>
            </a:r>
            <a:r>
              <a:rPr lang="en-US"/>
              <a:t> </a:t>
            </a:r>
            <a:r>
              <a:rPr lang="en-US" err="1"/>
              <a:t>nibh</a:t>
            </a:r>
            <a:r>
              <a:rPr lang="en-US"/>
              <a:t> </a:t>
            </a:r>
            <a:r>
              <a:rPr lang="en-US" err="1"/>
              <a:t>facilisis</a:t>
            </a:r>
            <a:r>
              <a:rPr lang="en-US"/>
              <a:t>, </a:t>
            </a:r>
            <a:r>
              <a:rPr lang="en-US" err="1"/>
              <a:t>luctus</a:t>
            </a:r>
            <a:r>
              <a:rPr lang="en-US"/>
              <a:t> </a:t>
            </a:r>
            <a:r>
              <a:rPr lang="en-US" err="1"/>
              <a:t>felis</a:t>
            </a:r>
            <a:r>
              <a:rPr lang="en-US"/>
              <a:t> et, </a:t>
            </a:r>
            <a:r>
              <a:rPr lang="en-US" err="1"/>
              <a:t>sagittis</a:t>
            </a:r>
            <a:r>
              <a:rPr lang="en-US"/>
              <a:t> </a:t>
            </a:r>
            <a:r>
              <a:rPr lang="en-US" err="1"/>
              <a:t>velit</a:t>
            </a:r>
            <a:r>
              <a:rPr lang="en-US"/>
              <a:t>. Nulla </a:t>
            </a:r>
            <a:r>
              <a:rPr lang="en-US" err="1"/>
              <a:t>quis</a:t>
            </a:r>
            <a:r>
              <a:rPr lang="en-US"/>
              <a:t> ante </a:t>
            </a:r>
            <a:r>
              <a:rPr lang="en-US" err="1"/>
              <a:t>interdum</a:t>
            </a:r>
            <a:r>
              <a:rPr lang="en-US"/>
              <a:t> diam </a:t>
            </a:r>
            <a:r>
              <a:rPr lang="en-US" err="1"/>
              <a:t>eleifend</a:t>
            </a:r>
            <a:r>
              <a:rPr lang="en-US"/>
              <a:t> </a:t>
            </a:r>
            <a:r>
              <a:rPr lang="en-US" err="1"/>
              <a:t>tincidunt</a:t>
            </a:r>
            <a:r>
              <a:rPr lang="en-US"/>
              <a:t> vitae a </a:t>
            </a:r>
            <a:r>
              <a:rPr lang="en-US" err="1"/>
              <a:t>lectus</a:t>
            </a:r>
            <a:r>
              <a:rPr lang="en-US"/>
              <a:t>. </a:t>
            </a:r>
            <a:r>
              <a:rPr lang="en-US" err="1"/>
              <a:t>Aliquam</a:t>
            </a:r>
            <a:r>
              <a:rPr lang="en-US"/>
              <a:t> id </a:t>
            </a:r>
            <a:r>
              <a:rPr lang="en-US" err="1"/>
              <a:t>neque</a:t>
            </a:r>
            <a:r>
              <a:rPr lang="en-US"/>
              <a:t> id </a:t>
            </a:r>
            <a:r>
              <a:rPr lang="en-US" err="1"/>
              <a:t>mauris</a:t>
            </a:r>
            <a:r>
              <a:rPr lang="en-US"/>
              <a:t> </a:t>
            </a:r>
            <a:r>
              <a:rPr lang="en-US" err="1"/>
              <a:t>iaculis</a:t>
            </a:r>
            <a:r>
              <a:rPr lang="en-US"/>
              <a:t> </a:t>
            </a:r>
            <a:r>
              <a:rPr lang="en-US" err="1"/>
              <a:t>placerat</a:t>
            </a:r>
            <a:r>
              <a:rPr lang="en-US"/>
              <a:t>. Mauris </a:t>
            </a:r>
            <a:r>
              <a:rPr lang="en-US" err="1"/>
              <a:t>eu</a:t>
            </a:r>
            <a:r>
              <a:rPr lang="en-US"/>
              <a:t> </a:t>
            </a:r>
            <a:r>
              <a:rPr lang="en-US" err="1"/>
              <a:t>commodo</a:t>
            </a:r>
            <a:r>
              <a:rPr lang="en-US"/>
              <a:t> </a:t>
            </a:r>
            <a:r>
              <a:rPr lang="en-US" err="1"/>
              <a:t>erat</a:t>
            </a:r>
            <a:r>
              <a:rPr lang="en-US"/>
              <a:t>, sed </a:t>
            </a:r>
            <a:r>
              <a:rPr lang="en-US" err="1"/>
              <a:t>consequat</a:t>
            </a:r>
            <a:r>
              <a:rPr lang="en-US"/>
              <a:t> </a:t>
            </a:r>
            <a:r>
              <a:rPr lang="en-US" err="1"/>
              <a:t>tortor</a:t>
            </a:r>
            <a:r>
              <a:rPr lang="en-US"/>
              <a:t>. Sed </a:t>
            </a:r>
            <a:r>
              <a:rPr lang="en-US" err="1"/>
              <a:t>sollicitudin</a:t>
            </a:r>
            <a:r>
              <a:rPr lang="en-US"/>
              <a:t> nec </a:t>
            </a:r>
            <a:r>
              <a:rPr lang="en-US" err="1"/>
              <a:t>elit</a:t>
            </a:r>
            <a:r>
              <a:rPr lang="en-US"/>
              <a:t> </a:t>
            </a:r>
            <a:r>
              <a:rPr lang="en-US" err="1"/>
              <a:t>eu</a:t>
            </a:r>
            <a:r>
              <a:rPr lang="en-US"/>
              <a:t> </a:t>
            </a:r>
            <a:r>
              <a:rPr lang="en-US" err="1"/>
              <a:t>tristique</a:t>
            </a:r>
            <a:r>
              <a:rPr lang="en-US"/>
              <a:t>. </a:t>
            </a:r>
            <a:r>
              <a:rPr lang="en-US" err="1"/>
              <a:t>Phasellus</a:t>
            </a:r>
            <a:r>
              <a:rPr lang="en-US"/>
              <a:t> </a:t>
            </a:r>
            <a:r>
              <a:rPr lang="en-US" err="1"/>
              <a:t>laoreet</a:t>
            </a:r>
            <a:r>
              <a:rPr lang="en-US"/>
              <a:t> </a:t>
            </a:r>
            <a:r>
              <a:rPr lang="en-US" err="1"/>
              <a:t>iaculis</a:t>
            </a:r>
            <a:r>
              <a:rPr lang="en-US"/>
              <a:t> </a:t>
            </a:r>
            <a:r>
              <a:rPr lang="en-US" err="1"/>
              <a:t>lectus</a:t>
            </a:r>
            <a:r>
              <a:rPr lang="en-US"/>
              <a:t> nec </a:t>
            </a:r>
            <a:r>
              <a:rPr lang="en-US" err="1"/>
              <a:t>pretium</a:t>
            </a:r>
            <a:r>
              <a:rPr lang="en-US"/>
              <a:t>. </a:t>
            </a:r>
            <a:r>
              <a:rPr lang="en-US" err="1"/>
              <a:t>Phasellus</a:t>
            </a:r>
            <a:r>
              <a:rPr lang="en-US"/>
              <a:t> </a:t>
            </a:r>
            <a:r>
              <a:rPr lang="en-US" err="1"/>
              <a:t>venenatis</a:t>
            </a:r>
            <a:r>
              <a:rPr lang="en-US"/>
              <a:t> </a:t>
            </a:r>
            <a:r>
              <a:rPr lang="en-US" err="1"/>
              <a:t>porttitor</a:t>
            </a:r>
            <a:r>
              <a:rPr lang="en-US"/>
              <a:t> </a:t>
            </a:r>
            <a:r>
              <a:rPr lang="en-US" err="1"/>
              <a:t>tempor</a:t>
            </a:r>
            <a:r>
              <a:rPr lang="en-US"/>
              <a:t>. </a:t>
            </a:r>
            <a:r>
              <a:rPr lang="en-US" err="1"/>
              <a:t>Praesent</a:t>
            </a:r>
            <a:r>
              <a:rPr lang="en-US"/>
              <a:t> </a:t>
            </a:r>
            <a:r>
              <a:rPr lang="en-US" err="1"/>
              <a:t>consectetur</a:t>
            </a:r>
            <a:r>
              <a:rPr lang="en-US"/>
              <a:t> </a:t>
            </a:r>
            <a:r>
              <a:rPr lang="en-US" err="1"/>
              <a:t>erat</a:t>
            </a:r>
            <a:r>
              <a:rPr lang="en-US"/>
              <a:t> </a:t>
            </a:r>
            <a:r>
              <a:rPr lang="en-US" err="1"/>
              <a:t>mauris</a:t>
            </a:r>
            <a:r>
              <a:rPr lang="en-US"/>
              <a:t>, </a:t>
            </a:r>
            <a:r>
              <a:rPr lang="en-US" err="1"/>
              <a:t>eu</a:t>
            </a:r>
            <a:r>
              <a:rPr lang="en-US"/>
              <a:t> </a:t>
            </a:r>
            <a:r>
              <a:rPr lang="en-US" err="1"/>
              <a:t>tincidunt</a:t>
            </a:r>
            <a:r>
              <a:rPr lang="en-US"/>
              <a:t> </a:t>
            </a:r>
            <a:r>
              <a:rPr lang="en-US" err="1"/>
              <a:t>orci</a:t>
            </a:r>
            <a:r>
              <a:rPr lang="en-US"/>
              <a:t> porta </a:t>
            </a:r>
            <a:r>
              <a:rPr lang="en-US" err="1"/>
              <a:t>consequat</a:t>
            </a:r>
            <a:r>
              <a:rPr lang="en-US"/>
              <a:t>. Nam </a:t>
            </a:r>
            <a:r>
              <a:rPr lang="en-US" err="1"/>
              <a:t>faucibus</a:t>
            </a:r>
            <a:r>
              <a:rPr lang="en-US"/>
              <a:t> </a:t>
            </a:r>
            <a:r>
              <a:rPr lang="en-US" err="1"/>
              <a:t>est</a:t>
            </a:r>
            <a:r>
              <a:rPr lang="en-US"/>
              <a:t> a </a:t>
            </a:r>
            <a:r>
              <a:rPr lang="en-US" err="1"/>
              <a:t>lacus</a:t>
            </a:r>
            <a:r>
              <a:rPr lang="en-US"/>
              <a:t> </a:t>
            </a:r>
            <a:r>
              <a:rPr lang="en-US" err="1"/>
              <a:t>tristique</a:t>
            </a:r>
            <a:r>
              <a:rPr lang="en-US"/>
              <a:t>, </a:t>
            </a:r>
            <a:r>
              <a:rPr lang="en-US" err="1"/>
              <a:t>feugiat</a:t>
            </a:r>
            <a:r>
              <a:rPr lang="en-US"/>
              <a:t> </a:t>
            </a:r>
            <a:r>
              <a:rPr lang="en-US" err="1"/>
              <a:t>molestie</a:t>
            </a:r>
            <a:r>
              <a:rPr lang="en-US"/>
              <a:t> </a:t>
            </a:r>
            <a:r>
              <a:rPr lang="en-US" err="1"/>
              <a:t>risus</a:t>
            </a:r>
            <a:r>
              <a:rPr lang="en-US"/>
              <a:t> tempus. Mauris </a:t>
            </a:r>
            <a:r>
              <a:rPr lang="en-US" err="1"/>
              <a:t>ultricies</a:t>
            </a:r>
            <a:r>
              <a:rPr lang="en-US"/>
              <a:t> lorem ac </a:t>
            </a:r>
            <a:r>
              <a:rPr lang="en-US" err="1"/>
              <a:t>odio</a:t>
            </a:r>
            <a:r>
              <a:rPr lang="en-US"/>
              <a:t> </a:t>
            </a:r>
            <a:r>
              <a:rPr lang="en-US" err="1"/>
              <a:t>imperdiet</a:t>
            </a:r>
            <a:r>
              <a:rPr lang="en-US"/>
              <a:t>, </a:t>
            </a:r>
            <a:r>
              <a:rPr lang="en-US" err="1"/>
              <a:t>quis</a:t>
            </a:r>
            <a:r>
              <a:rPr lang="en-US"/>
              <a:t> dictum </a:t>
            </a:r>
            <a:r>
              <a:rPr lang="en-US" err="1"/>
              <a:t>augue</a:t>
            </a:r>
            <a:r>
              <a:rPr lang="en-US"/>
              <a:t> gravida. Sed </a:t>
            </a:r>
            <a:r>
              <a:rPr lang="en-US" err="1"/>
              <a:t>aliquam</a:t>
            </a:r>
            <a:r>
              <a:rPr lang="en-US"/>
              <a:t> </a:t>
            </a:r>
            <a:r>
              <a:rPr lang="en-US" err="1"/>
              <a:t>viverra</a:t>
            </a:r>
            <a:r>
              <a:rPr lang="en-US"/>
              <a:t> </a:t>
            </a:r>
            <a:r>
              <a:rPr lang="en-US" err="1"/>
              <a:t>sem</a:t>
            </a:r>
            <a:endParaRPr lang="en-US"/>
          </a:p>
        </p:txBody>
      </p:sp>
    </p:spTree>
    <p:extLst>
      <p:ext uri="{BB962C8B-B14F-4D97-AF65-F5344CB8AC3E}">
        <p14:creationId xmlns:p14="http://schemas.microsoft.com/office/powerpoint/2010/main" val="40027592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Title and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9986645-2EA4-7861-59DA-8139D754DB11}"/>
              </a:ext>
            </a:extLst>
          </p:cNvPr>
          <p:cNvSpPr>
            <a:spLocks noGrp="1"/>
          </p:cNvSpPr>
          <p:nvPr>
            <p:ph type="title"/>
          </p:nvPr>
        </p:nvSpPr>
        <p:spPr>
          <a:xfrm>
            <a:off x="256033" y="237744"/>
            <a:ext cx="11631168" cy="612959"/>
          </a:xfrm>
        </p:spPr>
        <p:txBody>
          <a:bodyPr/>
          <a:lstStyle/>
          <a:p>
            <a:endParaRPr lang="en-US"/>
          </a:p>
        </p:txBody>
      </p:sp>
      <p:sp>
        <p:nvSpPr>
          <p:cNvPr id="6" name="Text Placeholder 2">
            <a:extLst>
              <a:ext uri="{FF2B5EF4-FFF2-40B4-BE49-F238E27FC236}">
                <a16:creationId xmlns:a16="http://schemas.microsoft.com/office/drawing/2014/main" id="{55CCE49F-4D6F-EC2D-7569-0E57D824EC8A}"/>
              </a:ext>
            </a:extLst>
          </p:cNvPr>
          <p:cNvSpPr>
            <a:spLocks noGrp="1"/>
          </p:cNvSpPr>
          <p:nvPr>
            <p:ph type="body" sz="quarter" idx="13"/>
          </p:nvPr>
        </p:nvSpPr>
        <p:spPr>
          <a:xfrm>
            <a:off x="255449" y="856134"/>
            <a:ext cx="11631168" cy="360363"/>
          </a:xfrm>
        </p:spPr>
        <p:txBody>
          <a:bodyPr anchor="ctr">
            <a:noAutofit/>
          </a:bodyPr>
          <a:lstStyle>
            <a:lvl1pPr marL="0" indent="0">
              <a:buNone/>
              <a:defRPr sz="1600" b="1">
                <a:solidFill>
                  <a:schemeClr val="accent2"/>
                </a:solidFill>
              </a:defRPr>
            </a:lvl1pPr>
          </a:lstStyle>
          <a:p>
            <a:pPr lvl="0"/>
            <a:r>
              <a:rPr lang="en-US"/>
              <a:t>Click to edit</a:t>
            </a:r>
          </a:p>
        </p:txBody>
      </p:sp>
    </p:spTree>
    <p:extLst>
      <p:ext uri="{BB962C8B-B14F-4D97-AF65-F5344CB8AC3E}">
        <p14:creationId xmlns:p14="http://schemas.microsoft.com/office/powerpoint/2010/main" val="2215520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13578921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30479966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30499205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7352508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30407137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240915310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Masterpage No. Right" userDrawn="1">
  <p:cSld name="Masterpage No. Right">
    <p:spTree>
      <p:nvGrpSpPr>
        <p:cNvPr id="1" name="Shape 13"/>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8BD2E823-93DE-295B-E768-8EE5E78164E3}"/>
              </a:ext>
            </a:extLst>
          </p:cNvPr>
          <p:cNvSpPr>
            <a:spLocks noGrp="1"/>
          </p:cNvSpPr>
          <p:nvPr>
            <p:ph idx="1"/>
          </p:nvPr>
        </p:nvSpPr>
        <p:spPr>
          <a:xfrm>
            <a:off x="256033" y="1004166"/>
            <a:ext cx="11044777" cy="4746394"/>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3" name="Google Shape;606;p25">
            <a:extLst>
              <a:ext uri="{FF2B5EF4-FFF2-40B4-BE49-F238E27FC236}">
                <a16:creationId xmlns:a16="http://schemas.microsoft.com/office/drawing/2014/main" id="{7C925005-BB80-ECBB-E250-EF0D5E78962C}"/>
              </a:ext>
            </a:extLst>
          </p:cNvPr>
          <p:cNvSpPr/>
          <p:nvPr userDrawn="1"/>
        </p:nvSpPr>
        <p:spPr>
          <a:xfrm>
            <a:off x="-367411" y="5515991"/>
            <a:ext cx="334228" cy="337075"/>
          </a:xfrm>
          <a:prstGeom prst="rect">
            <a:avLst/>
          </a:prstGeom>
          <a:solidFill>
            <a:srgbClr val="F9A619"/>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srgbClr val="092C53"/>
              </a:solidFill>
              <a:latin typeface="Trade Gothic Next" panose="020B0503040303020004" pitchFamily="34" charset="0"/>
              <a:ea typeface="Microsoft GothicNeo" panose="020B0500000101010101" pitchFamily="34" charset="-127"/>
              <a:cs typeface="Microsoft GothicNeo" panose="020B0500000101010101" pitchFamily="34" charset="-127"/>
            </a:endParaRPr>
          </a:p>
        </p:txBody>
      </p:sp>
      <p:sp>
        <p:nvSpPr>
          <p:cNvPr id="5" name="Google Shape;608;p25">
            <a:extLst>
              <a:ext uri="{FF2B5EF4-FFF2-40B4-BE49-F238E27FC236}">
                <a16:creationId xmlns:a16="http://schemas.microsoft.com/office/drawing/2014/main" id="{317FAEFA-98B7-62F9-5FD7-A8F343B5FEAC}"/>
              </a:ext>
            </a:extLst>
          </p:cNvPr>
          <p:cNvSpPr/>
          <p:nvPr userDrawn="1"/>
        </p:nvSpPr>
        <p:spPr>
          <a:xfrm>
            <a:off x="-366763" y="5181915"/>
            <a:ext cx="334228" cy="337075"/>
          </a:xfrm>
          <a:prstGeom prst="rect">
            <a:avLst/>
          </a:prstGeom>
          <a:solidFill>
            <a:srgbClr val="EE2650"/>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s-ES" sz="1000">
              <a:solidFill>
                <a:prstClr val="white"/>
              </a:solidFill>
              <a:latin typeface="Trade Gothic Next" panose="020B0503040303020004" pitchFamily="34" charset="0"/>
              <a:ea typeface="Microsoft GothicNeo" panose="020B0500000101010101" pitchFamily="34" charset="-127"/>
              <a:cs typeface="Microsoft GothicNeo" panose="020B0500000101010101" pitchFamily="34" charset="-127"/>
              <a:sym typeface="IBM Plex Sans Light"/>
            </a:endParaRPr>
          </a:p>
        </p:txBody>
      </p:sp>
      <p:sp>
        <p:nvSpPr>
          <p:cNvPr id="8" name="Google Shape;606;p25">
            <a:extLst>
              <a:ext uri="{FF2B5EF4-FFF2-40B4-BE49-F238E27FC236}">
                <a16:creationId xmlns:a16="http://schemas.microsoft.com/office/drawing/2014/main" id="{37C6E191-1348-C493-270B-F7F8EDCC15EB}"/>
              </a:ext>
            </a:extLst>
          </p:cNvPr>
          <p:cNvSpPr/>
          <p:nvPr userDrawn="1"/>
        </p:nvSpPr>
        <p:spPr>
          <a:xfrm>
            <a:off x="-701963" y="5181599"/>
            <a:ext cx="334228" cy="337075"/>
          </a:xfrm>
          <a:prstGeom prst="rect">
            <a:avLst/>
          </a:prstGeom>
          <a:solidFill>
            <a:srgbClr val="00172F"/>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prstClr val="white"/>
              </a:solidFill>
              <a:latin typeface="Trade Gothic Next" panose="020B0503040303020004" pitchFamily="34" charset="0"/>
              <a:ea typeface="Microsoft GothicNeo" panose="020B0500000101010101" pitchFamily="34" charset="-127"/>
              <a:cs typeface="Microsoft GothicNeo" panose="020B0500000101010101" pitchFamily="34" charset="-127"/>
            </a:endParaRPr>
          </a:p>
        </p:txBody>
      </p:sp>
      <p:sp>
        <p:nvSpPr>
          <p:cNvPr id="9" name="Google Shape;607;p25">
            <a:extLst>
              <a:ext uri="{FF2B5EF4-FFF2-40B4-BE49-F238E27FC236}">
                <a16:creationId xmlns:a16="http://schemas.microsoft.com/office/drawing/2014/main" id="{D173DFE0-3680-5D93-4E43-DACDF23F9DDC}"/>
              </a:ext>
            </a:extLst>
          </p:cNvPr>
          <p:cNvSpPr/>
          <p:nvPr userDrawn="1"/>
        </p:nvSpPr>
        <p:spPr>
          <a:xfrm>
            <a:off x="-366833" y="5853448"/>
            <a:ext cx="334228" cy="337075"/>
          </a:xfrm>
          <a:prstGeom prst="rect">
            <a:avLst/>
          </a:prstGeom>
          <a:solidFill>
            <a:srgbClr val="FACA2B"/>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800">
              <a:solidFill>
                <a:srgbClr val="00172F"/>
              </a:solidFill>
              <a:latin typeface="Trade Gothic Next" panose="020B0503040303020004" pitchFamily="34" charset="0"/>
              <a:ea typeface="Microsoft GothicNeo" panose="020B0500000101010101" pitchFamily="34" charset="-127"/>
              <a:cs typeface="Microsoft GothicNeo" panose="020B0500000101010101" pitchFamily="34" charset="-127"/>
              <a:sym typeface="Helvetica Neue"/>
            </a:endParaRPr>
          </a:p>
        </p:txBody>
      </p:sp>
      <p:sp>
        <p:nvSpPr>
          <p:cNvPr id="12" name="Google Shape;608;p25">
            <a:extLst>
              <a:ext uri="{FF2B5EF4-FFF2-40B4-BE49-F238E27FC236}">
                <a16:creationId xmlns:a16="http://schemas.microsoft.com/office/drawing/2014/main" id="{F06D4F74-4C61-4A25-43AF-6B8BF0E1B688}"/>
              </a:ext>
            </a:extLst>
          </p:cNvPr>
          <p:cNvSpPr/>
          <p:nvPr userDrawn="1"/>
        </p:nvSpPr>
        <p:spPr>
          <a:xfrm>
            <a:off x="-701963" y="5518276"/>
            <a:ext cx="334228" cy="337075"/>
          </a:xfrm>
          <a:prstGeom prst="rect">
            <a:avLst/>
          </a:prstGeom>
          <a:solidFill>
            <a:srgbClr val="092C53"/>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Trade Gothic Next" panose="020B0503040303020004" pitchFamily="34" charset="0"/>
              <a:ea typeface="Microsoft GothicNeo" panose="020B0500000101010101" pitchFamily="34" charset="-127"/>
              <a:cs typeface="Microsoft GothicNeo" panose="020B0500000101010101" pitchFamily="34" charset="-127"/>
              <a:sym typeface="Helvetica Neue"/>
            </a:endParaRPr>
          </a:p>
        </p:txBody>
      </p:sp>
      <p:sp>
        <p:nvSpPr>
          <p:cNvPr id="13" name="Google Shape;605;p25">
            <a:extLst>
              <a:ext uri="{FF2B5EF4-FFF2-40B4-BE49-F238E27FC236}">
                <a16:creationId xmlns:a16="http://schemas.microsoft.com/office/drawing/2014/main" id="{5CD47DA2-025D-B304-C554-96E03D933042}"/>
              </a:ext>
            </a:extLst>
          </p:cNvPr>
          <p:cNvSpPr/>
          <p:nvPr userDrawn="1"/>
        </p:nvSpPr>
        <p:spPr>
          <a:xfrm>
            <a:off x="-701963" y="5855733"/>
            <a:ext cx="334228" cy="337075"/>
          </a:xfrm>
          <a:prstGeom prst="rect">
            <a:avLst/>
          </a:prstGeom>
          <a:solidFill>
            <a:srgbClr val="184476"/>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Trade Gothic Next" panose="020B0503040303020004" pitchFamily="34" charset="0"/>
              <a:ea typeface="Microsoft GothicNeo" panose="020B0500000101010101" pitchFamily="34" charset="-127"/>
              <a:cs typeface="Microsoft GothicNeo" panose="020B0500000101010101" pitchFamily="34" charset="-127"/>
              <a:sym typeface="Helvetica Neue"/>
            </a:endParaRPr>
          </a:p>
        </p:txBody>
      </p:sp>
      <p:sp>
        <p:nvSpPr>
          <p:cNvPr id="16" name="Title 15">
            <a:extLst>
              <a:ext uri="{FF2B5EF4-FFF2-40B4-BE49-F238E27FC236}">
                <a16:creationId xmlns:a16="http://schemas.microsoft.com/office/drawing/2014/main" id="{8FC29ACA-8A4F-709F-6806-A32214823A45}"/>
              </a:ext>
            </a:extLst>
          </p:cNvPr>
          <p:cNvSpPr>
            <a:spLocks noGrp="1"/>
          </p:cNvSpPr>
          <p:nvPr>
            <p:ph type="title"/>
          </p:nvPr>
        </p:nvSpPr>
        <p:spPr>
          <a:xfrm>
            <a:off x="256033" y="237744"/>
            <a:ext cx="11044777" cy="648129"/>
          </a:xfrm>
        </p:spPr>
        <p:txBody>
          <a:bodyPr/>
          <a:lstStyle/>
          <a:p>
            <a:r>
              <a:rPr lang="en-US"/>
              <a:t>Click to edit Master title style</a:t>
            </a:r>
          </a:p>
        </p:txBody>
      </p:sp>
      <p:sp>
        <p:nvSpPr>
          <p:cNvPr id="19" name="Rectangle 18">
            <a:extLst>
              <a:ext uri="{FF2B5EF4-FFF2-40B4-BE49-F238E27FC236}">
                <a16:creationId xmlns:a16="http://schemas.microsoft.com/office/drawing/2014/main" id="{21F386DB-BFA4-1734-837E-FE44AAF96627}"/>
              </a:ext>
            </a:extLst>
          </p:cNvPr>
          <p:cNvSpPr/>
          <p:nvPr userDrawn="1"/>
        </p:nvSpPr>
        <p:spPr>
          <a:xfrm>
            <a:off x="11410950" y="0"/>
            <a:ext cx="57843" cy="5750560"/>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13580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Table">
    <p:spTree>
      <p:nvGrpSpPr>
        <p:cNvPr id="1" name=""/>
        <p:cNvGrpSpPr/>
        <p:nvPr/>
      </p:nvGrpSpPr>
      <p:grpSpPr>
        <a:xfrm>
          <a:off x="0" y="0"/>
          <a:ext cx="0" cy="0"/>
          <a:chOff x="0" y="0"/>
          <a:chExt cx="0" cy="0"/>
        </a:xfrm>
      </p:grpSpPr>
      <p:sp>
        <p:nvSpPr>
          <p:cNvPr id="8" name="Table Placeholder 7">
            <a:extLst>
              <a:ext uri="{FF2B5EF4-FFF2-40B4-BE49-F238E27FC236}">
                <a16:creationId xmlns:a16="http://schemas.microsoft.com/office/drawing/2014/main" id="{DDC340D6-008F-E05E-C916-E8373635CDFE}"/>
              </a:ext>
            </a:extLst>
          </p:cNvPr>
          <p:cNvSpPr>
            <a:spLocks noGrp="1"/>
          </p:cNvSpPr>
          <p:nvPr>
            <p:ph type="tbl" sz="quarter" idx="13"/>
          </p:nvPr>
        </p:nvSpPr>
        <p:spPr>
          <a:xfrm>
            <a:off x="4457702" y="961534"/>
            <a:ext cx="7429499" cy="4715366"/>
          </a:xfrm>
          <a:ln>
            <a:noFill/>
          </a:ln>
        </p:spPr>
        <p:txBody>
          <a:bodyPr/>
          <a:lstStyle>
            <a:lvl1pPr marL="0" indent="0">
              <a:buNone/>
              <a:defRPr/>
            </a:lvl1pPr>
          </a:lstStyle>
          <a:p>
            <a:endParaRPr lang="en-US"/>
          </a:p>
        </p:txBody>
      </p:sp>
      <p:sp>
        <p:nvSpPr>
          <p:cNvPr id="10" name="Text Placeholder 9">
            <a:extLst>
              <a:ext uri="{FF2B5EF4-FFF2-40B4-BE49-F238E27FC236}">
                <a16:creationId xmlns:a16="http://schemas.microsoft.com/office/drawing/2014/main" id="{0E8CB49E-B0BC-6083-6A6D-764BB364B730}"/>
              </a:ext>
            </a:extLst>
          </p:cNvPr>
          <p:cNvSpPr>
            <a:spLocks noGrp="1"/>
          </p:cNvSpPr>
          <p:nvPr>
            <p:ph type="body" sz="quarter" idx="14"/>
          </p:nvPr>
        </p:nvSpPr>
        <p:spPr>
          <a:xfrm>
            <a:off x="256032" y="961534"/>
            <a:ext cx="4061969" cy="5197965"/>
          </a:xfr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
        <p:nvSpPr>
          <p:cNvPr id="4" name="Title 3">
            <a:extLst>
              <a:ext uri="{FF2B5EF4-FFF2-40B4-BE49-F238E27FC236}">
                <a16:creationId xmlns:a16="http://schemas.microsoft.com/office/drawing/2014/main" id="{2E758BF0-0197-B234-7601-2D5A72D27D9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573201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EFA546-AB9B-1634-3221-E198482E82E1}"/>
              </a:ext>
            </a:extLst>
          </p:cNvPr>
          <p:cNvSpPr>
            <a:spLocks noGrp="1"/>
          </p:cNvSpPr>
          <p:nvPr>
            <p:ph type="title" orient="vert"/>
          </p:nvPr>
        </p:nvSpPr>
        <p:spPr>
          <a:xfrm>
            <a:off x="10629900" y="203200"/>
            <a:ext cx="1333500" cy="5578475"/>
          </a:xfrm>
          <a:prstGeom prst="rect">
            <a:avLst/>
          </a:prstGeom>
        </p:spPr>
        <p:txBody>
          <a:bodyPr vert="eaVert">
            <a:normAutofit/>
          </a:bodyPr>
          <a:lstStyle>
            <a:lvl1pPr>
              <a:defRPr sz="3200"/>
            </a:lvl1pPr>
          </a:lstStyle>
          <a:p>
            <a:r>
              <a:rPr lang="en-US"/>
              <a:t>Click to edit Master title style</a:t>
            </a:r>
          </a:p>
        </p:txBody>
      </p:sp>
      <p:sp>
        <p:nvSpPr>
          <p:cNvPr id="3" name="Vertical Text Placeholder 2">
            <a:extLst>
              <a:ext uri="{FF2B5EF4-FFF2-40B4-BE49-F238E27FC236}">
                <a16:creationId xmlns:a16="http://schemas.microsoft.com/office/drawing/2014/main" id="{4775E9F5-94F3-F2F7-407F-5A4D9A39AA5F}"/>
              </a:ext>
            </a:extLst>
          </p:cNvPr>
          <p:cNvSpPr>
            <a:spLocks noGrp="1"/>
          </p:cNvSpPr>
          <p:nvPr>
            <p:ph type="body" orient="vert" idx="1"/>
          </p:nvPr>
        </p:nvSpPr>
        <p:spPr>
          <a:xfrm>
            <a:off x="159613" y="191382"/>
            <a:ext cx="10346466" cy="609511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71491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F61859B4-F1A7-F40F-4637-1AEA66DE817E}"/>
              </a:ext>
            </a:extLst>
          </p:cNvPr>
          <p:cNvSpPr>
            <a:spLocks noGrp="1"/>
          </p:cNvSpPr>
          <p:nvPr>
            <p:ph type="body" orient="vert" idx="1"/>
          </p:nvPr>
        </p:nvSpPr>
        <p:spPr>
          <a:xfrm>
            <a:off x="256033" y="1025237"/>
            <a:ext cx="11631168" cy="502341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7154E477-49A4-07E8-75AD-B6C9FDFF199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3409487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C0703-A5A3-C422-BE58-3C771A929AEF}"/>
              </a:ext>
            </a:extLst>
          </p:cNvPr>
          <p:cNvSpPr>
            <a:spLocks noGrp="1"/>
          </p:cNvSpPr>
          <p:nvPr>
            <p:ph type="title" hasCustomPrompt="1"/>
          </p:nvPr>
        </p:nvSpPr>
        <p:spPr/>
        <p:txBody>
          <a:bodyPr/>
          <a:lstStyle>
            <a:lvl1pPr>
              <a:defRPr/>
            </a:lvl1pPr>
          </a:lstStyle>
          <a:p>
            <a:r>
              <a:rPr lang="en-US"/>
              <a:t>Legal Disclaimer</a:t>
            </a:r>
          </a:p>
        </p:txBody>
      </p:sp>
      <p:sp>
        <p:nvSpPr>
          <p:cNvPr id="7" name="TextBox 6">
            <a:extLst>
              <a:ext uri="{FF2B5EF4-FFF2-40B4-BE49-F238E27FC236}">
                <a16:creationId xmlns:a16="http://schemas.microsoft.com/office/drawing/2014/main" id="{A4E459F2-6F1D-ED66-653E-AB8709734F12}"/>
              </a:ext>
            </a:extLst>
          </p:cNvPr>
          <p:cNvSpPr txBox="1"/>
          <p:nvPr userDrawn="1"/>
        </p:nvSpPr>
        <p:spPr>
          <a:xfrm>
            <a:off x="229974" y="956469"/>
            <a:ext cx="11697687" cy="5201424"/>
          </a:xfrm>
          <a:prstGeom prst="rect">
            <a:avLst/>
          </a:prstGeom>
          <a:noFill/>
        </p:spPr>
        <p:txBody>
          <a:bodyPr wrap="square">
            <a:spAutoFit/>
          </a:bodyPr>
          <a:lstStyle/>
          <a:p>
            <a:r>
              <a:rPr lang="en-US" sz="1600" b="1">
                <a:solidFill>
                  <a:schemeClr val="tx1"/>
                </a:solidFill>
              </a:rPr>
              <a:t>Confidentiality Statement</a:t>
            </a:r>
          </a:p>
          <a:p>
            <a:endParaRPr lang="en-US" sz="1200">
              <a:solidFill>
                <a:schemeClr val="tx1"/>
              </a:solidFill>
            </a:endParaRPr>
          </a:p>
          <a:p>
            <a:r>
              <a:rPr lang="en-US" sz="1200">
                <a:solidFill>
                  <a:schemeClr val="tx1"/>
                </a:solidFill>
              </a:rPr>
              <a:t>This presentation, including all slides, graphics, text, and any other content herein, is the proprietary and confidential information of Milestone Technologies Inc. ("the Company"). It is intended solely for the use of the individual or entity to whom it is presented and those authorized by the Company to receive it. Any dissemination, distribution, copying, or use of this presentation without the express written permission of the Company is strictly prohibited.</a:t>
            </a:r>
          </a:p>
          <a:p>
            <a:endParaRPr lang="en-US" sz="1200">
              <a:solidFill>
                <a:schemeClr val="tx1"/>
              </a:solidFill>
            </a:endParaRPr>
          </a:p>
          <a:p>
            <a:r>
              <a:rPr lang="en-US" sz="1200">
                <a:solidFill>
                  <a:schemeClr val="tx1"/>
                </a:solidFill>
              </a:rPr>
              <a:t>The information contained in this presentation is provided on an "as is" basis for informational purposes only. It may contain privileged, proprietary, or otherwise private information. Unauthorized use, disclosure, or copying of this information is strictly prohibited and may be unlawful. If you have received this presentation in error, please notify the sender immediately and delete it from your system.</a:t>
            </a:r>
          </a:p>
          <a:p>
            <a:endParaRPr lang="en-US" sz="1200">
              <a:solidFill>
                <a:schemeClr val="tx1"/>
              </a:solidFill>
            </a:endParaRPr>
          </a:p>
          <a:p>
            <a:r>
              <a:rPr lang="en-US" sz="1200">
                <a:solidFill>
                  <a:schemeClr val="tx1"/>
                </a:solidFill>
              </a:rPr>
              <a:t>By viewing or receiving this presentation, you agree to treat all confidential and proprietary information contained herein as strictly confidential, and you agree not to disclose or reproduce this information, in whole or in part, without the prior written consent of the Company.</a:t>
            </a:r>
          </a:p>
          <a:p>
            <a:endParaRPr lang="en-US" sz="1200">
              <a:solidFill>
                <a:schemeClr val="tx1"/>
              </a:solidFill>
            </a:endParaRPr>
          </a:p>
          <a:p>
            <a:r>
              <a:rPr lang="en-US" sz="1600" b="1">
                <a:solidFill>
                  <a:schemeClr val="tx1"/>
                </a:solidFill>
              </a:rPr>
              <a:t>Reproduction Disclaimer</a:t>
            </a:r>
          </a:p>
          <a:p>
            <a:endParaRPr lang="en-US" sz="1200">
              <a:solidFill>
                <a:schemeClr val="tx1"/>
              </a:solidFill>
            </a:endParaRPr>
          </a:p>
          <a:p>
            <a:r>
              <a:rPr lang="en-US" sz="1200">
                <a:solidFill>
                  <a:schemeClr val="tx1"/>
                </a:solidFill>
              </a:rPr>
              <a:t>All content, including but not limited to graphics, logos, text, images, and other materials in this presentation, is copyrighted by Milestone Technologies Inc. and is protected under applicable copyrights, trademarks, and other proprietary (including but not limited to intellectual property) rights. The unauthorized reproduction or distribution of copyrighted work is illegal and may result in severe criminal penalties under the Copyright Act. Civil penalties for unauthorized reproduction or distribution may be significant.</a:t>
            </a:r>
          </a:p>
          <a:p>
            <a:endParaRPr lang="en-US" sz="1200">
              <a:solidFill>
                <a:schemeClr val="tx1"/>
              </a:solidFill>
            </a:endParaRPr>
          </a:p>
          <a:p>
            <a:r>
              <a:rPr lang="en-US" sz="1200">
                <a:solidFill>
                  <a:schemeClr val="tx1"/>
                </a:solidFill>
              </a:rPr>
              <a:t>No part of this presentation may be reproduced, stored in a retrieval system, or transmitted in any form or by any means, electronic, mechanical, photocopying, recording, or otherwise, without the prior written permission of the Company. This includes but is not limited to, the use of any content for purposes of creating derivative works, repurposing for external or internal use, or unauthorized sharing with third parties.</a:t>
            </a:r>
          </a:p>
          <a:p>
            <a:endParaRPr lang="en-US" sz="1200">
              <a:solidFill>
                <a:schemeClr val="tx1"/>
              </a:solidFill>
            </a:endParaRPr>
          </a:p>
          <a:p>
            <a:r>
              <a:rPr lang="en-US" sz="1200">
                <a:solidFill>
                  <a:schemeClr val="tx1"/>
                </a:solidFill>
              </a:rPr>
              <a:t>If you wish to use any content from this presentation, you must obtain written permission from Milestone Technologies Inc. prior to its use. Unauthorized use of any content from this presentation may result in legal action against the offender. For any questions or clarifications regarding this confidentiality statement and reproduction disclaimer or to request permissions, please contact Milestone Technologies Inc. </a:t>
            </a:r>
          </a:p>
          <a:p>
            <a:endParaRPr lang="en-US" sz="1200">
              <a:solidFill>
                <a:schemeClr val="tx1"/>
              </a:solidFill>
            </a:endParaRPr>
          </a:p>
        </p:txBody>
      </p:sp>
    </p:spTree>
    <p:extLst>
      <p:ext uri="{BB962C8B-B14F-4D97-AF65-F5344CB8AC3E}">
        <p14:creationId xmlns:p14="http://schemas.microsoft.com/office/powerpoint/2010/main" val="69390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5119AA-5AF7-689C-E0F8-0D559A6CD1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579094" y="0"/>
            <a:ext cx="4530638" cy="6857999"/>
          </a:xfrm>
          <a:prstGeom prst="rect">
            <a:avLst/>
          </a:prstGeom>
        </p:spPr>
      </p:pic>
      <p:sp>
        <p:nvSpPr>
          <p:cNvPr id="19" name="TextBox 18">
            <a:extLst>
              <a:ext uri="{FF2B5EF4-FFF2-40B4-BE49-F238E27FC236}">
                <a16:creationId xmlns:a16="http://schemas.microsoft.com/office/drawing/2014/main" id="{CF2561C4-DEA7-EE3A-0EAD-FDDB21A8E949}"/>
              </a:ext>
            </a:extLst>
          </p:cNvPr>
          <p:cNvSpPr txBox="1"/>
          <p:nvPr userDrawn="1"/>
        </p:nvSpPr>
        <p:spPr>
          <a:xfrm>
            <a:off x="-376630" y="1445448"/>
            <a:ext cx="13217080" cy="3154710"/>
          </a:xfrm>
          <a:prstGeom prst="rect">
            <a:avLst/>
          </a:prstGeom>
          <a:noFill/>
        </p:spPr>
        <p:txBody>
          <a:bodyPr wrap="none" rtlCol="0">
            <a:spAutoFit/>
          </a:bodyPr>
          <a:lstStyle/>
          <a:p>
            <a:r>
              <a:rPr lang="en-US" sz="19900" b="1">
                <a:ln w="6350">
                  <a:solidFill>
                    <a:schemeClr val="bg1">
                      <a:lumMod val="85000"/>
                    </a:schemeClr>
                  </a:solidFill>
                </a:ln>
                <a:noFill/>
                <a:latin typeface="+mj-lt"/>
              </a:rPr>
              <a:t>Thank You!</a:t>
            </a:r>
          </a:p>
        </p:txBody>
      </p:sp>
      <p:sp>
        <p:nvSpPr>
          <p:cNvPr id="4" name="TextBox 3">
            <a:extLst>
              <a:ext uri="{FF2B5EF4-FFF2-40B4-BE49-F238E27FC236}">
                <a16:creationId xmlns:a16="http://schemas.microsoft.com/office/drawing/2014/main" id="{4BC18771-34B6-FFC2-EE11-0E7C28F8F79D}"/>
              </a:ext>
            </a:extLst>
          </p:cNvPr>
          <p:cNvSpPr txBox="1"/>
          <p:nvPr userDrawn="1"/>
        </p:nvSpPr>
        <p:spPr>
          <a:xfrm>
            <a:off x="419101" y="2181493"/>
            <a:ext cx="7712368" cy="1862048"/>
          </a:xfrm>
          <a:prstGeom prst="rect">
            <a:avLst/>
          </a:prstGeom>
          <a:noFill/>
        </p:spPr>
        <p:txBody>
          <a:bodyPr wrap="none" rtlCol="0">
            <a:spAutoFit/>
          </a:bodyPr>
          <a:lstStyle/>
          <a:p>
            <a:r>
              <a:rPr lang="en-US" sz="11500" b="1">
                <a:solidFill>
                  <a:schemeClr val="tx1"/>
                </a:solidFill>
                <a:latin typeface="+mj-lt"/>
              </a:rPr>
              <a:t>Thank You!</a:t>
            </a:r>
          </a:p>
        </p:txBody>
      </p:sp>
      <p:grpSp>
        <p:nvGrpSpPr>
          <p:cNvPr id="15" name="Group 14">
            <a:extLst>
              <a:ext uri="{FF2B5EF4-FFF2-40B4-BE49-F238E27FC236}">
                <a16:creationId xmlns:a16="http://schemas.microsoft.com/office/drawing/2014/main" id="{D6B6C6BB-C22F-E2CF-F6E0-0E4CD4097A0A}"/>
              </a:ext>
            </a:extLst>
          </p:cNvPr>
          <p:cNvGrpSpPr/>
          <p:nvPr userDrawn="1"/>
        </p:nvGrpSpPr>
        <p:grpSpPr>
          <a:xfrm>
            <a:off x="419101" y="5557456"/>
            <a:ext cx="3275020" cy="853782"/>
            <a:chOff x="-5137087" y="2528754"/>
            <a:chExt cx="6480402" cy="1689410"/>
          </a:xfrm>
        </p:grpSpPr>
        <p:sp>
          <p:nvSpPr>
            <p:cNvPr id="5" name="TextBox 10">
              <a:extLst>
                <a:ext uri="{FF2B5EF4-FFF2-40B4-BE49-F238E27FC236}">
                  <a16:creationId xmlns:a16="http://schemas.microsoft.com/office/drawing/2014/main" id="{FDC604BD-1F30-E674-E9CD-83FE16416CB3}"/>
                </a:ext>
              </a:extLst>
            </p:cNvPr>
            <p:cNvSpPr txBox="1"/>
            <p:nvPr userDrawn="1"/>
          </p:nvSpPr>
          <p:spPr>
            <a:xfrm>
              <a:off x="-5137085" y="2528754"/>
              <a:ext cx="6480400" cy="85261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a:solidFill>
                    <a:srgbClr val="000000"/>
                  </a:solidFill>
                </a:rPr>
                <a:t>Visit our website or contact us </a:t>
              </a:r>
            </a:p>
            <a:p>
              <a:r>
                <a:rPr lang="en-US" sz="1100">
                  <a:solidFill>
                    <a:srgbClr val="000000"/>
                  </a:solidFill>
                </a:rPr>
                <a:t>for more information:</a:t>
              </a:r>
              <a:endParaRPr lang="id-ID" sz="1100">
                <a:solidFill>
                  <a:srgbClr val="000000"/>
                </a:solidFill>
              </a:endParaRPr>
            </a:p>
          </p:txBody>
        </p:sp>
        <p:pic>
          <p:nvPicPr>
            <p:cNvPr id="7" name="Graphic 11" descr="World with solid fill">
              <a:extLst>
                <a:ext uri="{FF2B5EF4-FFF2-40B4-BE49-F238E27FC236}">
                  <a16:creationId xmlns:a16="http://schemas.microsoft.com/office/drawing/2014/main" id="{7FF6D470-527D-BE28-D65F-FC41EA7502E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37087" y="3502739"/>
              <a:ext cx="715425" cy="715425"/>
            </a:xfrm>
            <a:prstGeom prst="rect">
              <a:avLst/>
            </a:prstGeom>
          </p:spPr>
        </p:pic>
        <p:sp>
          <p:nvSpPr>
            <p:cNvPr id="8" name="TextBox 12">
              <a:extLst>
                <a:ext uri="{FF2B5EF4-FFF2-40B4-BE49-F238E27FC236}">
                  <a16:creationId xmlns:a16="http://schemas.microsoft.com/office/drawing/2014/main" id="{DED34CCD-23A5-8F09-E69E-6E5666984328}"/>
                </a:ext>
              </a:extLst>
            </p:cNvPr>
            <p:cNvSpPr txBox="1"/>
            <p:nvPr userDrawn="1"/>
          </p:nvSpPr>
          <p:spPr>
            <a:xfrm>
              <a:off x="-4421661" y="3598841"/>
              <a:ext cx="5764976" cy="54810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b="1">
                  <a:solidFill>
                    <a:srgbClr val="000000"/>
                  </a:solidFill>
                </a:rPr>
                <a:t> www.milestone.tech</a:t>
              </a:r>
              <a:endParaRPr lang="id-ID" sz="1200" b="1">
                <a:solidFill>
                  <a:srgbClr val="000000"/>
                </a:solidFill>
              </a:endParaRPr>
            </a:p>
          </p:txBody>
        </p:sp>
      </p:grpSp>
      <p:pic>
        <p:nvPicPr>
          <p:cNvPr id="16" name="Picture 15">
            <a:extLst>
              <a:ext uri="{FF2B5EF4-FFF2-40B4-BE49-F238E27FC236}">
                <a16:creationId xmlns:a16="http://schemas.microsoft.com/office/drawing/2014/main" id="{0781CB23-8D1D-CCE0-BB86-2BC7B68913A9}"/>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570815" y="667578"/>
            <a:ext cx="1014806" cy="647682"/>
          </a:xfrm>
          <a:prstGeom prst="rect">
            <a:avLst/>
          </a:prstGeom>
        </p:spPr>
      </p:pic>
      <p:sp>
        <p:nvSpPr>
          <p:cNvPr id="3" name="TextBox 2">
            <a:extLst>
              <a:ext uri="{FF2B5EF4-FFF2-40B4-BE49-F238E27FC236}">
                <a16:creationId xmlns:a16="http://schemas.microsoft.com/office/drawing/2014/main" id="{508596A8-AA45-A012-F875-E511ED35BF85}"/>
              </a:ext>
            </a:extLst>
          </p:cNvPr>
          <p:cNvSpPr txBox="1"/>
          <p:nvPr userDrawn="1"/>
        </p:nvSpPr>
        <p:spPr>
          <a:xfrm>
            <a:off x="7808977" y="1195688"/>
            <a:ext cx="2161297" cy="369332"/>
          </a:xfrm>
          <a:prstGeom prst="rect">
            <a:avLst/>
          </a:prstGeom>
          <a:noFill/>
        </p:spPr>
        <p:txBody>
          <a:bodyPr wrap="none" rtlCol="0">
            <a:spAutoFit/>
          </a:bodyPr>
          <a:lstStyle/>
          <a:p>
            <a:r>
              <a:rPr lang="en-US">
                <a:solidFill>
                  <a:schemeClr val="bg1"/>
                </a:solidFill>
              </a:rPr>
              <a:t>Created By Tasleem</a:t>
            </a:r>
          </a:p>
        </p:txBody>
      </p:sp>
    </p:spTree>
    <p:extLst>
      <p:ext uri="{BB962C8B-B14F-4D97-AF65-F5344CB8AC3E}">
        <p14:creationId xmlns:p14="http://schemas.microsoft.com/office/powerpoint/2010/main" val="41606305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Section Header (2)">
    <p:bg>
      <p:bgPr>
        <a:solidFill>
          <a:srgbClr val="000000"/>
        </a:solidFill>
        <a:effectLst/>
      </p:bgPr>
    </p:bg>
    <p:spTree>
      <p:nvGrpSpPr>
        <p:cNvPr id="1" name=""/>
        <p:cNvGrpSpPr/>
        <p:nvPr/>
      </p:nvGrpSpPr>
      <p:grpSpPr>
        <a:xfrm>
          <a:off x="0" y="0"/>
          <a:ext cx="0" cy="0"/>
          <a:chOff x="0" y="0"/>
          <a:chExt cx="0" cy="0"/>
        </a:xfrm>
      </p:grpSpPr>
      <p:pic>
        <p:nvPicPr>
          <p:cNvPr id="40" name="Graphic 39">
            <a:extLst>
              <a:ext uri="{FF2B5EF4-FFF2-40B4-BE49-F238E27FC236}">
                <a16:creationId xmlns:a16="http://schemas.microsoft.com/office/drawing/2014/main" id="{230B0EB3-5108-CA69-75C7-E95B43FCA7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01006" y="251431"/>
            <a:ext cx="434187" cy="533400"/>
          </a:xfrm>
          <a:prstGeom prst="rect">
            <a:avLst/>
          </a:prstGeom>
        </p:spPr>
      </p:pic>
      <p:pic>
        <p:nvPicPr>
          <p:cNvPr id="44" name="Picture 43" descr="A logo with a black background&#10;&#10;AI-generated content may be incorrect.">
            <a:extLst>
              <a:ext uri="{FF2B5EF4-FFF2-40B4-BE49-F238E27FC236}">
                <a16:creationId xmlns:a16="http://schemas.microsoft.com/office/drawing/2014/main" id="{D9E34040-4617-A5C0-AF01-AC9B79F3563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51908" y="2828850"/>
            <a:ext cx="1643374" cy="104861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5311584" y="1574882"/>
            <a:ext cx="5290996" cy="1877536"/>
          </a:xfrm>
          <a:ln>
            <a:noFill/>
          </a:ln>
        </p:spPr>
        <p:txBody>
          <a:bodyPr vert="horz" lIns="91440" tIns="45720" rIns="91440" bIns="45720" rtlCol="0">
            <a:normAutofit/>
          </a:bodyPr>
          <a:lstStyle>
            <a:lvl1pPr>
              <a:defRPr lang="en-US" sz="4800">
                <a:solidFill>
                  <a:schemeClr val="bg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5311775" y="3734907"/>
            <a:ext cx="5291138" cy="313932"/>
          </a:xfrm>
        </p:spPr>
        <p:txBody>
          <a:bodyPr anchor="ctr">
            <a:spAutoFit/>
          </a:bodyPr>
          <a:lstStyle>
            <a:lvl1pPr marL="0" indent="0">
              <a:buNone/>
              <a:defRPr sz="1600">
                <a:solidFill>
                  <a:schemeClr val="bg1"/>
                </a:solidFill>
              </a:defRPr>
            </a:lvl1pPr>
          </a:lstStyle>
          <a:p>
            <a:pPr lvl="0"/>
            <a:r>
              <a:rPr lang="en-US"/>
              <a:t>Sub Headline // Presentation 2025</a:t>
            </a:r>
          </a:p>
        </p:txBody>
      </p:sp>
      <p:sp>
        <p:nvSpPr>
          <p:cNvPr id="60" name="Text Placeholder 23">
            <a:extLst>
              <a:ext uri="{FF2B5EF4-FFF2-40B4-BE49-F238E27FC236}">
                <a16:creationId xmlns:a16="http://schemas.microsoft.com/office/drawing/2014/main" id="{56D40A29-2CBA-9402-C2D1-5F4D56820981}"/>
              </a:ext>
            </a:extLst>
          </p:cNvPr>
          <p:cNvSpPr>
            <a:spLocks noGrp="1"/>
          </p:cNvSpPr>
          <p:nvPr userDrawn="1"/>
        </p:nvSpPr>
        <p:spPr>
          <a:xfrm>
            <a:off x="5311584" y="5046040"/>
            <a:ext cx="2565400" cy="130298"/>
          </a:xfrm>
          <a:prstGeom prst="rect">
            <a:avLst/>
          </a:prstGeom>
          <a:ln>
            <a:noFill/>
          </a:ln>
        </p:spPr>
        <p:txBody>
          <a:bodyPr vert="horz" lIns="0" tIns="0" rIns="0" bIns="0" rtlCol="0" anchor="ctr">
            <a:normAutofit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US" sz="1000" kern="1200">
                <a:solidFill>
                  <a:schemeClr val="bg1"/>
                </a:solidFill>
                <a:latin typeface="+mj-lt"/>
                <a:ea typeface="Lato Light" panose="020F0502020204030203" pitchFamily="34" charset="0"/>
                <a:cs typeface="Lato Light" panose="020F0502020204030203" pitchFamily="34" charset="0"/>
              </a:defRPr>
            </a:lvl1pPr>
            <a:lvl2pPr marL="457200" indent="0" algn="l" defTabSz="914377" rtl="0" eaLnBrk="1" latinLnBrk="0" hangingPunct="1">
              <a:lnSpc>
                <a:spcPct val="90000"/>
              </a:lnSpc>
              <a:spcBef>
                <a:spcPts val="500"/>
              </a:spcBef>
              <a:buFont typeface="Arial" panose="020B0604020202020204" pitchFamily="34" charset="0"/>
              <a:buNone/>
              <a:defRPr lang="en-US" sz="1800" kern="1200">
                <a:solidFill>
                  <a:schemeClr val="tx1"/>
                </a:solidFill>
                <a:latin typeface="+mj-lt"/>
                <a:ea typeface="+mn-ea"/>
                <a:cs typeface="+mn-cs"/>
              </a:defRPr>
            </a:lvl2pPr>
            <a:lvl3pPr marL="914400" indent="0" algn="l" defTabSz="914377" rtl="0" eaLnBrk="1" latinLnBrk="0" hangingPunct="1">
              <a:lnSpc>
                <a:spcPct val="90000"/>
              </a:lnSpc>
              <a:spcBef>
                <a:spcPts val="500"/>
              </a:spcBef>
              <a:buFont typeface="Arial" panose="020B0604020202020204" pitchFamily="34" charset="0"/>
              <a:buNone/>
              <a:defRPr lang="en-US" sz="1600" kern="1200">
                <a:solidFill>
                  <a:schemeClr val="tx1"/>
                </a:solidFill>
                <a:latin typeface="+mj-lt"/>
                <a:ea typeface="+mn-ea"/>
                <a:cs typeface="+mn-cs"/>
              </a:defRPr>
            </a:lvl3pPr>
            <a:lvl4pPr marL="13716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4pPr>
            <a:lvl5pPr marL="18288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Presenter Name</a:t>
            </a:r>
            <a:endParaRPr lang="en-IN"/>
          </a:p>
        </p:txBody>
      </p:sp>
      <p:sp>
        <p:nvSpPr>
          <p:cNvPr id="61" name="Text Placeholder 23">
            <a:extLst>
              <a:ext uri="{FF2B5EF4-FFF2-40B4-BE49-F238E27FC236}">
                <a16:creationId xmlns:a16="http://schemas.microsoft.com/office/drawing/2014/main" id="{B040A0DF-439B-2593-F03A-F5008AAE8BD0}"/>
              </a:ext>
            </a:extLst>
          </p:cNvPr>
          <p:cNvSpPr>
            <a:spLocks noGrp="1"/>
          </p:cNvSpPr>
          <p:nvPr userDrawn="1"/>
        </p:nvSpPr>
        <p:spPr>
          <a:xfrm>
            <a:off x="5311584" y="5332846"/>
            <a:ext cx="2565400" cy="130298"/>
          </a:xfrm>
          <a:prstGeom prst="rect">
            <a:avLst/>
          </a:prstGeom>
          <a:ln>
            <a:noFill/>
          </a:ln>
        </p:spPr>
        <p:txBody>
          <a:bodyPr vert="horz" lIns="0" tIns="0" rIns="0" bIns="0" rtlCol="0" anchor="ctr">
            <a:normAutofit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US" sz="1000" kern="1200">
                <a:solidFill>
                  <a:schemeClr val="bg1"/>
                </a:solidFill>
                <a:latin typeface="+mj-lt"/>
                <a:ea typeface="Lato Light" panose="020F0502020204030203" pitchFamily="34" charset="0"/>
                <a:cs typeface="Lato Light" panose="020F0502020204030203" pitchFamily="34" charset="0"/>
              </a:defRPr>
            </a:lvl1pPr>
            <a:lvl2pPr marL="457200" indent="0" algn="l" defTabSz="914377" rtl="0" eaLnBrk="1" latinLnBrk="0" hangingPunct="1">
              <a:lnSpc>
                <a:spcPct val="90000"/>
              </a:lnSpc>
              <a:spcBef>
                <a:spcPts val="500"/>
              </a:spcBef>
              <a:buFont typeface="Arial" panose="020B0604020202020204" pitchFamily="34" charset="0"/>
              <a:buNone/>
              <a:defRPr lang="en-US" sz="1800" kern="1200">
                <a:solidFill>
                  <a:schemeClr val="tx1"/>
                </a:solidFill>
                <a:latin typeface="+mj-lt"/>
                <a:ea typeface="+mn-ea"/>
                <a:cs typeface="+mn-cs"/>
              </a:defRPr>
            </a:lvl2pPr>
            <a:lvl3pPr marL="914400" indent="0" algn="l" defTabSz="914377" rtl="0" eaLnBrk="1" latinLnBrk="0" hangingPunct="1">
              <a:lnSpc>
                <a:spcPct val="90000"/>
              </a:lnSpc>
              <a:spcBef>
                <a:spcPts val="500"/>
              </a:spcBef>
              <a:buFont typeface="Arial" panose="020B0604020202020204" pitchFamily="34" charset="0"/>
              <a:buNone/>
              <a:defRPr lang="en-US" sz="1600" kern="1200">
                <a:solidFill>
                  <a:schemeClr val="tx1"/>
                </a:solidFill>
                <a:latin typeface="+mj-lt"/>
                <a:ea typeface="+mn-ea"/>
                <a:cs typeface="+mn-cs"/>
              </a:defRPr>
            </a:lvl3pPr>
            <a:lvl4pPr marL="13716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4pPr>
            <a:lvl5pPr marL="1828800" indent="0" algn="l" defTabSz="914377" rtl="0" eaLnBrk="1" latinLnBrk="0" hangingPunct="1">
              <a:lnSpc>
                <a:spcPct val="90000"/>
              </a:lnSpc>
              <a:spcBef>
                <a:spcPts val="500"/>
              </a:spcBef>
              <a:buFont typeface="Arial" panose="020B0604020202020204" pitchFamily="34" charset="0"/>
              <a:buNone/>
              <a:defRPr lang="en-US" sz="1400" kern="120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Presenter Email ID</a:t>
            </a:r>
            <a:endParaRPr lang="en-IN"/>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5893419" y="6424151"/>
            <a:ext cx="6095256"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pic>
        <p:nvPicPr>
          <p:cNvPr id="3" name="Picture 2" descr="A white race car on a track&#10;&#10;AI-generated content may be incorrect.">
            <a:extLst>
              <a:ext uri="{FF2B5EF4-FFF2-40B4-BE49-F238E27FC236}">
                <a16:creationId xmlns:a16="http://schemas.microsoft.com/office/drawing/2014/main" id="{7CE0AFA0-D2C3-2BB3-F56E-70ED5912A8C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0755922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3_Section Header (2)">
    <p:bg>
      <p:bgPr>
        <a:solidFill>
          <a:srgbClr val="000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E0AFA0-D2C3-2BB3-F56E-70ED5912A8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4" name="Picture 43" descr="A logo with a black background&#10;&#10;AI-generated content may be incorrect.">
            <a:extLst>
              <a:ext uri="{FF2B5EF4-FFF2-40B4-BE49-F238E27FC236}">
                <a16:creationId xmlns:a16="http://schemas.microsoft.com/office/drawing/2014/main" id="{D9E34040-4617-A5C0-AF01-AC9B79F35639}"/>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176895" y="310985"/>
            <a:ext cx="1643374" cy="104861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595313" y="998369"/>
            <a:ext cx="8649955" cy="1406694"/>
          </a:xfrm>
          <a:ln>
            <a:noFill/>
          </a:ln>
        </p:spPr>
        <p:txBody>
          <a:bodyPr vert="horz" lIns="91440" tIns="45720" rIns="91440" bIns="45720" rtlCol="0">
            <a:normAutofit/>
          </a:bodyPr>
          <a:lstStyle>
            <a:lvl1pPr algn="l">
              <a:defRPr lang="en-US" sz="4800">
                <a:solidFill>
                  <a:schemeClr val="bg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602281" y="2565598"/>
            <a:ext cx="5291138" cy="313932"/>
          </a:xfrm>
        </p:spPr>
        <p:txBody>
          <a:bodyPr anchor="ctr">
            <a:spAutoFit/>
          </a:bodyPr>
          <a:lstStyle>
            <a:lvl1pPr marL="0" indent="0">
              <a:buNone/>
              <a:defRPr sz="1600">
                <a:solidFill>
                  <a:schemeClr val="bg1"/>
                </a:solidFill>
              </a:defRPr>
            </a:lvl1pPr>
          </a:lstStyle>
          <a:p>
            <a:pPr lvl="0"/>
            <a:r>
              <a:rPr lang="en-US"/>
              <a:t>Sub Headline // Presentation 2025</a:t>
            </a:r>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3048372" y="6424151"/>
            <a:ext cx="6095256"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spTree>
    <p:extLst>
      <p:ext uri="{BB962C8B-B14F-4D97-AF65-F5344CB8AC3E}">
        <p14:creationId xmlns:p14="http://schemas.microsoft.com/office/powerpoint/2010/main" val="16156594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4_Section Header (2)">
    <p:bg>
      <p:bgPr>
        <a:solidFill>
          <a:srgbClr val="000000"/>
        </a:solidFill>
        <a:effectLst/>
      </p:bgPr>
    </p:bg>
    <p:spTree>
      <p:nvGrpSpPr>
        <p:cNvPr id="1" name=""/>
        <p:cNvGrpSpPr/>
        <p:nvPr/>
      </p:nvGrpSpPr>
      <p:grpSpPr>
        <a:xfrm>
          <a:off x="0" y="0"/>
          <a:ext cx="0" cy="0"/>
          <a:chOff x="0" y="0"/>
          <a:chExt cx="0" cy="0"/>
        </a:xfrm>
      </p:grpSpPr>
      <p:pic>
        <p:nvPicPr>
          <p:cNvPr id="4" name="Picture 3" descr="A race car on a road&#10;&#10;AI-generated content may be incorrect.">
            <a:extLst>
              <a:ext uri="{FF2B5EF4-FFF2-40B4-BE49-F238E27FC236}">
                <a16:creationId xmlns:a16="http://schemas.microsoft.com/office/drawing/2014/main" id="{63BFBCA9-4B43-8C0F-5701-2C23D5EA67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5883276" y="2271495"/>
            <a:ext cx="4802187" cy="1406694"/>
          </a:xfrm>
          <a:ln>
            <a:noFill/>
          </a:ln>
        </p:spPr>
        <p:txBody>
          <a:bodyPr vert="horz" lIns="91440" tIns="45720" rIns="91440" bIns="45720" rtlCol="0">
            <a:noAutofit/>
          </a:bodyPr>
          <a:lstStyle>
            <a:lvl1pPr algn="l">
              <a:defRPr lang="en-US" sz="3600">
                <a:solidFill>
                  <a:schemeClr val="bg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5890244" y="3838724"/>
            <a:ext cx="4802187" cy="313932"/>
          </a:xfrm>
        </p:spPr>
        <p:txBody>
          <a:bodyPr wrap="square" anchor="ctr">
            <a:spAutoFit/>
          </a:bodyPr>
          <a:lstStyle>
            <a:lvl1pPr marL="0" indent="0">
              <a:buNone/>
              <a:defRPr sz="1600">
                <a:solidFill>
                  <a:schemeClr val="bg1"/>
                </a:solidFill>
              </a:defRPr>
            </a:lvl1pPr>
          </a:lstStyle>
          <a:p>
            <a:pPr lvl="0"/>
            <a:r>
              <a:rPr lang="en-US"/>
              <a:t>Sub Headline // Presentation 2025</a:t>
            </a:r>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3048372" y="6424151"/>
            <a:ext cx="6095256"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pic>
        <p:nvPicPr>
          <p:cNvPr id="9" name="Picture 8" descr="A white text on a black background&#10;&#10;AI-generated content may be incorrect.">
            <a:extLst>
              <a:ext uri="{FF2B5EF4-FFF2-40B4-BE49-F238E27FC236}">
                <a16:creationId xmlns:a16="http://schemas.microsoft.com/office/drawing/2014/main" id="{6AD7591A-1186-A790-E33B-EDD218C2E9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83276" y="1363922"/>
            <a:ext cx="3185232" cy="493058"/>
          </a:xfrm>
          <a:prstGeom prst="rect">
            <a:avLst/>
          </a:prstGeom>
        </p:spPr>
      </p:pic>
    </p:spTree>
    <p:extLst>
      <p:ext uri="{BB962C8B-B14F-4D97-AF65-F5344CB8AC3E}">
        <p14:creationId xmlns:p14="http://schemas.microsoft.com/office/powerpoint/2010/main" val="16774635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5_Section Header (2)">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BFBCA9-4B43-8C0F-5701-2C23D5EA67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2" name="Title 51">
            <a:extLst>
              <a:ext uri="{FF2B5EF4-FFF2-40B4-BE49-F238E27FC236}">
                <a16:creationId xmlns:a16="http://schemas.microsoft.com/office/drawing/2014/main" id="{0A8479F1-9F80-9A02-F47B-0218460675FE}"/>
              </a:ext>
            </a:extLst>
          </p:cNvPr>
          <p:cNvSpPr>
            <a:spLocks noGrp="1"/>
          </p:cNvSpPr>
          <p:nvPr>
            <p:ph type="title" hasCustomPrompt="1"/>
          </p:nvPr>
        </p:nvSpPr>
        <p:spPr>
          <a:xfrm>
            <a:off x="695961" y="1475790"/>
            <a:ext cx="4802187" cy="1406694"/>
          </a:xfrm>
          <a:ln>
            <a:noFill/>
          </a:ln>
        </p:spPr>
        <p:txBody>
          <a:bodyPr vert="horz" lIns="91440" tIns="45720" rIns="91440" bIns="45720" rtlCol="0">
            <a:noAutofit/>
          </a:bodyPr>
          <a:lstStyle>
            <a:lvl1pPr algn="l">
              <a:defRPr lang="en-US" sz="3600">
                <a:solidFill>
                  <a:schemeClr val="tx1"/>
                </a:solidFill>
                <a:ea typeface="+mn-ea"/>
                <a:cs typeface="+mn-cs"/>
              </a:defRPr>
            </a:lvl1pPr>
          </a:lstStyle>
          <a:p>
            <a:pPr lvl="0"/>
            <a:r>
              <a:rPr lang="en-US"/>
              <a:t>This is placeholder To add the Title for Your Presentation</a:t>
            </a:r>
          </a:p>
        </p:txBody>
      </p:sp>
      <p:sp>
        <p:nvSpPr>
          <p:cNvPr id="59" name="Text Placeholder 57">
            <a:extLst>
              <a:ext uri="{FF2B5EF4-FFF2-40B4-BE49-F238E27FC236}">
                <a16:creationId xmlns:a16="http://schemas.microsoft.com/office/drawing/2014/main" id="{09438F6A-3B2C-555A-627E-FABD5C595828}"/>
              </a:ext>
            </a:extLst>
          </p:cNvPr>
          <p:cNvSpPr>
            <a:spLocks noGrp="1"/>
          </p:cNvSpPr>
          <p:nvPr>
            <p:ph type="body" sz="quarter" idx="16" hasCustomPrompt="1"/>
          </p:nvPr>
        </p:nvSpPr>
        <p:spPr>
          <a:xfrm>
            <a:off x="702929" y="3043019"/>
            <a:ext cx="4802187" cy="313932"/>
          </a:xfrm>
        </p:spPr>
        <p:txBody>
          <a:bodyPr wrap="square" anchor="ctr">
            <a:spAutoFit/>
          </a:bodyPr>
          <a:lstStyle>
            <a:lvl1pPr marL="0" indent="0">
              <a:buNone/>
              <a:defRPr sz="1600">
                <a:solidFill>
                  <a:schemeClr val="tx1"/>
                </a:solidFill>
              </a:defRPr>
            </a:lvl1pPr>
          </a:lstStyle>
          <a:p>
            <a:pPr lvl="0"/>
            <a:r>
              <a:rPr lang="en-US"/>
              <a:t>Sub Headline // Presentation 2025</a:t>
            </a:r>
          </a:p>
        </p:txBody>
      </p:sp>
      <p:sp>
        <p:nvSpPr>
          <p:cNvPr id="70" name="TextBox 69">
            <a:extLst>
              <a:ext uri="{FF2B5EF4-FFF2-40B4-BE49-F238E27FC236}">
                <a16:creationId xmlns:a16="http://schemas.microsoft.com/office/drawing/2014/main" id="{0BE155F9-31FF-725F-8703-6639DFC9C97A}"/>
              </a:ext>
            </a:extLst>
          </p:cNvPr>
          <p:cNvSpPr txBox="1"/>
          <p:nvPr userDrawn="1"/>
        </p:nvSpPr>
        <p:spPr>
          <a:xfrm>
            <a:off x="3048372" y="6424151"/>
            <a:ext cx="6095256"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pic>
        <p:nvPicPr>
          <p:cNvPr id="9" name="Picture 8">
            <a:extLst>
              <a:ext uri="{FF2B5EF4-FFF2-40B4-BE49-F238E27FC236}">
                <a16:creationId xmlns:a16="http://schemas.microsoft.com/office/drawing/2014/main" id="{6AD7591A-1186-A790-E33B-EDD218C2E9C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02929" y="822197"/>
            <a:ext cx="2654357" cy="493058"/>
          </a:xfrm>
          <a:prstGeom prst="rect">
            <a:avLst/>
          </a:prstGeom>
        </p:spPr>
      </p:pic>
    </p:spTree>
    <p:extLst>
      <p:ext uri="{BB962C8B-B14F-4D97-AF65-F5344CB8AC3E}">
        <p14:creationId xmlns:p14="http://schemas.microsoft.com/office/powerpoint/2010/main" val="10368223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Picture 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ECF6A06-B901-F876-C033-5FF68959F8EB}"/>
              </a:ext>
            </a:extLst>
          </p:cNvPr>
          <p:cNvSpPr>
            <a:spLocks noGrp="1"/>
          </p:cNvSpPr>
          <p:nvPr>
            <p:ph type="pic" sz="quarter" idx="17"/>
          </p:nvPr>
        </p:nvSpPr>
        <p:spPr>
          <a:xfrm>
            <a:off x="-2" y="0"/>
            <a:ext cx="6181725" cy="6858000"/>
          </a:xfrm>
          <a:pattFill prst="ltDnDiag">
            <a:fgClr>
              <a:schemeClr val="accent4"/>
            </a:fgClr>
            <a:bgClr>
              <a:schemeClr val="bg1"/>
            </a:bgClr>
          </a:pattFill>
          <a:ln>
            <a:noFill/>
          </a:ln>
        </p:spPr>
        <p:txBody>
          <a:bodyPr wrap="square" lIns="0" tIns="0" rIns="0" bIns="0" rtlCol="0"/>
          <a:lstStyle>
            <a:lvl1pPr marL="0" indent="0" algn="ctr">
              <a:buNone/>
              <a:defRPr lang="en-US" sz="2400" dirty="0">
                <a:latin typeface="+mj-lt"/>
              </a:defRPr>
            </a:lvl1pPr>
          </a:lstStyle>
          <a:p>
            <a:pPr marL="0" lvl="0" defTabSz="914400"/>
            <a:endParaRPr lang="en-US"/>
          </a:p>
        </p:txBody>
      </p:sp>
      <p:sp>
        <p:nvSpPr>
          <p:cNvPr id="11" name="TextBox 10">
            <a:extLst>
              <a:ext uri="{FF2B5EF4-FFF2-40B4-BE49-F238E27FC236}">
                <a16:creationId xmlns:a16="http://schemas.microsoft.com/office/drawing/2014/main" id="{89E65900-9378-5801-3712-88AE4473202A}"/>
              </a:ext>
            </a:extLst>
          </p:cNvPr>
          <p:cNvSpPr txBox="1"/>
          <p:nvPr userDrawn="1"/>
        </p:nvSpPr>
        <p:spPr>
          <a:xfrm>
            <a:off x="5893419" y="6424151"/>
            <a:ext cx="6095256" cy="21544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accent4">
                    <a:lumMod val="75000"/>
                  </a:schemeClr>
                </a:solidFill>
                <a:effectLst/>
                <a:uLnTx/>
                <a:uFillTx/>
                <a:latin typeface="Trade Gothic Next"/>
                <a:ea typeface="+mn-ea"/>
                <a:cs typeface="+mn-cs"/>
              </a:rPr>
              <a:t>©  Milestone Technologies Inc. All Rights Reserved.      |      www.milestone.tech</a:t>
            </a:r>
          </a:p>
        </p:txBody>
      </p:sp>
      <p:sp>
        <p:nvSpPr>
          <p:cNvPr id="13" name="Text Placeholder 57">
            <a:extLst>
              <a:ext uri="{FF2B5EF4-FFF2-40B4-BE49-F238E27FC236}">
                <a16:creationId xmlns:a16="http://schemas.microsoft.com/office/drawing/2014/main" id="{1CE4B039-CF7C-7485-E69F-818CEB67DBAE}"/>
              </a:ext>
            </a:extLst>
          </p:cNvPr>
          <p:cNvSpPr>
            <a:spLocks noGrp="1"/>
          </p:cNvSpPr>
          <p:nvPr>
            <p:ph type="body" sz="quarter" idx="16" hasCustomPrompt="1"/>
          </p:nvPr>
        </p:nvSpPr>
        <p:spPr>
          <a:xfrm>
            <a:off x="6487987" y="1386136"/>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sp>
        <p:nvSpPr>
          <p:cNvPr id="14" name="Text Placeholder 57">
            <a:extLst>
              <a:ext uri="{FF2B5EF4-FFF2-40B4-BE49-F238E27FC236}">
                <a16:creationId xmlns:a16="http://schemas.microsoft.com/office/drawing/2014/main" id="{6BD272AB-D210-BA87-0121-3D025F21863C}"/>
              </a:ext>
            </a:extLst>
          </p:cNvPr>
          <p:cNvSpPr>
            <a:spLocks noGrp="1"/>
          </p:cNvSpPr>
          <p:nvPr>
            <p:ph type="body" sz="quarter" idx="18" hasCustomPrompt="1"/>
          </p:nvPr>
        </p:nvSpPr>
        <p:spPr>
          <a:xfrm>
            <a:off x="6487987" y="2248414"/>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sp>
        <p:nvSpPr>
          <p:cNvPr id="15" name="Text Placeholder 57">
            <a:extLst>
              <a:ext uri="{FF2B5EF4-FFF2-40B4-BE49-F238E27FC236}">
                <a16:creationId xmlns:a16="http://schemas.microsoft.com/office/drawing/2014/main" id="{D73C2BA4-D8DE-FF02-9A3C-60615BDB377A}"/>
              </a:ext>
            </a:extLst>
          </p:cNvPr>
          <p:cNvSpPr>
            <a:spLocks noGrp="1"/>
          </p:cNvSpPr>
          <p:nvPr>
            <p:ph type="body" sz="quarter" idx="19" hasCustomPrompt="1"/>
          </p:nvPr>
        </p:nvSpPr>
        <p:spPr>
          <a:xfrm>
            <a:off x="6487987" y="3110692"/>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sp>
        <p:nvSpPr>
          <p:cNvPr id="16" name="Text Placeholder 57">
            <a:extLst>
              <a:ext uri="{FF2B5EF4-FFF2-40B4-BE49-F238E27FC236}">
                <a16:creationId xmlns:a16="http://schemas.microsoft.com/office/drawing/2014/main" id="{D33DEB08-AC60-A553-2CD6-A7A143700DCC}"/>
              </a:ext>
            </a:extLst>
          </p:cNvPr>
          <p:cNvSpPr>
            <a:spLocks noGrp="1"/>
          </p:cNvSpPr>
          <p:nvPr>
            <p:ph type="body" sz="quarter" idx="20" hasCustomPrompt="1"/>
          </p:nvPr>
        </p:nvSpPr>
        <p:spPr>
          <a:xfrm>
            <a:off x="6487987" y="3972970"/>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sp>
        <p:nvSpPr>
          <p:cNvPr id="17" name="Text Placeholder 57">
            <a:extLst>
              <a:ext uri="{FF2B5EF4-FFF2-40B4-BE49-F238E27FC236}">
                <a16:creationId xmlns:a16="http://schemas.microsoft.com/office/drawing/2014/main" id="{7C15C6F0-983B-8A8C-4D75-8491B53DFCD3}"/>
              </a:ext>
            </a:extLst>
          </p:cNvPr>
          <p:cNvSpPr>
            <a:spLocks noGrp="1"/>
          </p:cNvSpPr>
          <p:nvPr>
            <p:ph type="body" sz="quarter" idx="21" hasCustomPrompt="1"/>
          </p:nvPr>
        </p:nvSpPr>
        <p:spPr>
          <a:xfrm>
            <a:off x="6487987" y="4835248"/>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sp>
        <p:nvSpPr>
          <p:cNvPr id="18" name="Text Placeholder 57">
            <a:extLst>
              <a:ext uri="{FF2B5EF4-FFF2-40B4-BE49-F238E27FC236}">
                <a16:creationId xmlns:a16="http://schemas.microsoft.com/office/drawing/2014/main" id="{42A21086-3717-1ABE-35E9-DF5E490B68BA}"/>
              </a:ext>
            </a:extLst>
          </p:cNvPr>
          <p:cNvSpPr>
            <a:spLocks noGrp="1"/>
          </p:cNvSpPr>
          <p:nvPr>
            <p:ph type="body" sz="quarter" idx="22" hasCustomPrompt="1"/>
          </p:nvPr>
        </p:nvSpPr>
        <p:spPr>
          <a:xfrm>
            <a:off x="6487987" y="5697526"/>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cxnSp>
        <p:nvCxnSpPr>
          <p:cNvPr id="20" name="Straight Connector 19">
            <a:extLst>
              <a:ext uri="{FF2B5EF4-FFF2-40B4-BE49-F238E27FC236}">
                <a16:creationId xmlns:a16="http://schemas.microsoft.com/office/drawing/2014/main" id="{2A466431-708B-78CE-3939-1CCC823C7078}"/>
              </a:ext>
            </a:extLst>
          </p:cNvPr>
          <p:cNvCxnSpPr/>
          <p:nvPr userDrawn="1"/>
        </p:nvCxnSpPr>
        <p:spPr>
          <a:xfrm>
            <a:off x="6181723" y="1946541"/>
            <a:ext cx="6010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4BF9FDE-00CB-317F-2D39-EF718434D978}"/>
              </a:ext>
            </a:extLst>
          </p:cNvPr>
          <p:cNvCxnSpPr/>
          <p:nvPr userDrawn="1"/>
        </p:nvCxnSpPr>
        <p:spPr>
          <a:xfrm>
            <a:off x="6181723" y="2808819"/>
            <a:ext cx="6010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5B8E4DE-6279-86C5-04AC-EB589B6EF3A9}"/>
              </a:ext>
            </a:extLst>
          </p:cNvPr>
          <p:cNvCxnSpPr/>
          <p:nvPr userDrawn="1"/>
        </p:nvCxnSpPr>
        <p:spPr>
          <a:xfrm>
            <a:off x="6181723" y="3671097"/>
            <a:ext cx="6010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95D25A1-F3DA-81D5-ECE1-6696E693275A}"/>
              </a:ext>
            </a:extLst>
          </p:cNvPr>
          <p:cNvCxnSpPr/>
          <p:nvPr userDrawn="1"/>
        </p:nvCxnSpPr>
        <p:spPr>
          <a:xfrm>
            <a:off x="6181723" y="4533375"/>
            <a:ext cx="6010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4FAAD3D-12AC-DE83-4529-9AA5CFABBAC9}"/>
              </a:ext>
            </a:extLst>
          </p:cNvPr>
          <p:cNvCxnSpPr/>
          <p:nvPr userDrawn="1"/>
        </p:nvCxnSpPr>
        <p:spPr>
          <a:xfrm>
            <a:off x="6181723" y="5395653"/>
            <a:ext cx="6010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Text Placeholder 57">
            <a:extLst>
              <a:ext uri="{FF2B5EF4-FFF2-40B4-BE49-F238E27FC236}">
                <a16:creationId xmlns:a16="http://schemas.microsoft.com/office/drawing/2014/main" id="{8103188E-C2B8-FCE3-6126-54AEAB85B4A9}"/>
              </a:ext>
            </a:extLst>
          </p:cNvPr>
          <p:cNvSpPr>
            <a:spLocks noGrp="1"/>
          </p:cNvSpPr>
          <p:nvPr>
            <p:ph type="body" sz="quarter" idx="23" hasCustomPrompt="1"/>
          </p:nvPr>
        </p:nvSpPr>
        <p:spPr>
          <a:xfrm>
            <a:off x="10614025" y="1358436"/>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sp>
        <p:nvSpPr>
          <p:cNvPr id="31" name="Text Placeholder 57">
            <a:extLst>
              <a:ext uri="{FF2B5EF4-FFF2-40B4-BE49-F238E27FC236}">
                <a16:creationId xmlns:a16="http://schemas.microsoft.com/office/drawing/2014/main" id="{A79A2591-D32E-9B4D-3F34-AE81FE9327A6}"/>
              </a:ext>
            </a:extLst>
          </p:cNvPr>
          <p:cNvSpPr>
            <a:spLocks noGrp="1"/>
          </p:cNvSpPr>
          <p:nvPr>
            <p:ph type="body" sz="quarter" idx="24" hasCustomPrompt="1"/>
          </p:nvPr>
        </p:nvSpPr>
        <p:spPr>
          <a:xfrm>
            <a:off x="10614025" y="2220714"/>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sp>
        <p:nvSpPr>
          <p:cNvPr id="32" name="Text Placeholder 57">
            <a:extLst>
              <a:ext uri="{FF2B5EF4-FFF2-40B4-BE49-F238E27FC236}">
                <a16:creationId xmlns:a16="http://schemas.microsoft.com/office/drawing/2014/main" id="{FFFA05B2-2A94-4505-A8E0-9FBF4C8869C8}"/>
              </a:ext>
            </a:extLst>
          </p:cNvPr>
          <p:cNvSpPr>
            <a:spLocks noGrp="1"/>
          </p:cNvSpPr>
          <p:nvPr>
            <p:ph type="body" sz="quarter" idx="25" hasCustomPrompt="1"/>
          </p:nvPr>
        </p:nvSpPr>
        <p:spPr>
          <a:xfrm>
            <a:off x="10614025" y="3082992"/>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sp>
        <p:nvSpPr>
          <p:cNvPr id="33" name="Text Placeholder 57">
            <a:extLst>
              <a:ext uri="{FF2B5EF4-FFF2-40B4-BE49-F238E27FC236}">
                <a16:creationId xmlns:a16="http://schemas.microsoft.com/office/drawing/2014/main" id="{83D10275-50C6-EDFE-1C4D-F66792DFF428}"/>
              </a:ext>
            </a:extLst>
          </p:cNvPr>
          <p:cNvSpPr>
            <a:spLocks noGrp="1"/>
          </p:cNvSpPr>
          <p:nvPr>
            <p:ph type="body" sz="quarter" idx="26" hasCustomPrompt="1"/>
          </p:nvPr>
        </p:nvSpPr>
        <p:spPr>
          <a:xfrm>
            <a:off x="10614025" y="3945270"/>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sp>
        <p:nvSpPr>
          <p:cNvPr id="34" name="Text Placeholder 57">
            <a:extLst>
              <a:ext uri="{FF2B5EF4-FFF2-40B4-BE49-F238E27FC236}">
                <a16:creationId xmlns:a16="http://schemas.microsoft.com/office/drawing/2014/main" id="{935707B2-4E7F-E2C1-DC57-C80862A8E814}"/>
              </a:ext>
            </a:extLst>
          </p:cNvPr>
          <p:cNvSpPr>
            <a:spLocks noGrp="1"/>
          </p:cNvSpPr>
          <p:nvPr>
            <p:ph type="body" sz="quarter" idx="27" hasCustomPrompt="1"/>
          </p:nvPr>
        </p:nvSpPr>
        <p:spPr>
          <a:xfrm>
            <a:off x="10614025" y="4807548"/>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sp>
        <p:nvSpPr>
          <p:cNvPr id="35" name="Text Placeholder 57">
            <a:extLst>
              <a:ext uri="{FF2B5EF4-FFF2-40B4-BE49-F238E27FC236}">
                <a16:creationId xmlns:a16="http://schemas.microsoft.com/office/drawing/2014/main" id="{5F8863A8-A595-7B00-CE76-28335F7366BC}"/>
              </a:ext>
            </a:extLst>
          </p:cNvPr>
          <p:cNvSpPr>
            <a:spLocks noGrp="1"/>
          </p:cNvSpPr>
          <p:nvPr>
            <p:ph type="body" sz="quarter" idx="28" hasCustomPrompt="1"/>
          </p:nvPr>
        </p:nvSpPr>
        <p:spPr>
          <a:xfrm>
            <a:off x="10614025" y="5669826"/>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sp>
        <p:nvSpPr>
          <p:cNvPr id="36" name="Text Placeholder 57">
            <a:extLst>
              <a:ext uri="{FF2B5EF4-FFF2-40B4-BE49-F238E27FC236}">
                <a16:creationId xmlns:a16="http://schemas.microsoft.com/office/drawing/2014/main" id="{6B8BE3D0-AC64-A8ED-90F2-115C512A83AE}"/>
              </a:ext>
            </a:extLst>
          </p:cNvPr>
          <p:cNvSpPr>
            <a:spLocks noGrp="1"/>
          </p:cNvSpPr>
          <p:nvPr>
            <p:ph type="body" sz="quarter" idx="29" hasCustomPrompt="1"/>
          </p:nvPr>
        </p:nvSpPr>
        <p:spPr>
          <a:xfrm>
            <a:off x="6487987" y="583248"/>
            <a:ext cx="3851401" cy="258532"/>
          </a:xfrm>
        </p:spPr>
        <p:txBody>
          <a:bodyPr wrap="square" anchor="ctr">
            <a:spAutoFit/>
          </a:bodyPr>
          <a:lstStyle>
            <a:lvl1pPr marL="0" indent="0">
              <a:buNone/>
              <a:defRPr sz="1200">
                <a:solidFill>
                  <a:srgbClr val="000000"/>
                </a:solidFill>
              </a:defRPr>
            </a:lvl1pPr>
          </a:lstStyle>
          <a:p>
            <a:pPr lvl="0"/>
            <a:r>
              <a:rPr lang="en-US"/>
              <a:t>Sub Headline // Presentation 2025</a:t>
            </a:r>
          </a:p>
        </p:txBody>
      </p:sp>
      <p:sp>
        <p:nvSpPr>
          <p:cNvPr id="37" name="Text Placeholder 57">
            <a:extLst>
              <a:ext uri="{FF2B5EF4-FFF2-40B4-BE49-F238E27FC236}">
                <a16:creationId xmlns:a16="http://schemas.microsoft.com/office/drawing/2014/main" id="{6397991B-570D-FC9F-94EC-6BE2373D926E}"/>
              </a:ext>
            </a:extLst>
          </p:cNvPr>
          <p:cNvSpPr>
            <a:spLocks noGrp="1"/>
          </p:cNvSpPr>
          <p:nvPr>
            <p:ph type="body" sz="quarter" idx="30" hasCustomPrompt="1"/>
          </p:nvPr>
        </p:nvSpPr>
        <p:spPr>
          <a:xfrm>
            <a:off x="10614025" y="555548"/>
            <a:ext cx="581025" cy="313932"/>
          </a:xfrm>
        </p:spPr>
        <p:txBody>
          <a:bodyPr wrap="square" anchor="ctr">
            <a:noAutofit/>
          </a:bodyPr>
          <a:lstStyle>
            <a:lvl1pPr marL="0" indent="0" algn="ctr">
              <a:buNone/>
              <a:defRPr sz="900">
                <a:solidFill>
                  <a:srgbClr val="000000"/>
                </a:solidFill>
              </a:defRPr>
            </a:lvl1pPr>
          </a:lstStyle>
          <a:p>
            <a:pPr lvl="0"/>
            <a:r>
              <a:rPr lang="en-US"/>
              <a:t>Slide</a:t>
            </a:r>
          </a:p>
        </p:txBody>
      </p:sp>
      <p:cxnSp>
        <p:nvCxnSpPr>
          <p:cNvPr id="38" name="Straight Connector 37">
            <a:extLst>
              <a:ext uri="{FF2B5EF4-FFF2-40B4-BE49-F238E27FC236}">
                <a16:creationId xmlns:a16="http://schemas.microsoft.com/office/drawing/2014/main" id="{EA31106E-7365-3808-8E3F-3121804B0942}"/>
              </a:ext>
            </a:extLst>
          </p:cNvPr>
          <p:cNvCxnSpPr/>
          <p:nvPr userDrawn="1"/>
        </p:nvCxnSpPr>
        <p:spPr>
          <a:xfrm>
            <a:off x="6181723" y="1099048"/>
            <a:ext cx="601027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41" name="Google Shape;145;p13">
            <a:extLst>
              <a:ext uri="{FF2B5EF4-FFF2-40B4-BE49-F238E27FC236}">
                <a16:creationId xmlns:a16="http://schemas.microsoft.com/office/drawing/2014/main" id="{88725AC9-0B5C-E7CD-2C0F-766A5CDD876A}"/>
              </a:ext>
            </a:extLst>
          </p:cNvPr>
          <p:cNvGrpSpPr>
            <a:grpSpLocks/>
          </p:cNvGrpSpPr>
          <p:nvPr userDrawn="1"/>
        </p:nvGrpSpPr>
        <p:grpSpPr>
          <a:xfrm rot="10800000" flipH="1">
            <a:off x="11456077" y="598645"/>
            <a:ext cx="185969" cy="227739"/>
            <a:chOff x="7408700" y="3282360"/>
            <a:chExt cx="219652" cy="268983"/>
          </a:xfrm>
          <a:solidFill>
            <a:schemeClr val="accent3"/>
          </a:solidFill>
        </p:grpSpPr>
        <p:sp>
          <p:nvSpPr>
            <p:cNvPr id="42" name="Google Shape;146;p13">
              <a:extLst>
                <a:ext uri="{FF2B5EF4-FFF2-40B4-BE49-F238E27FC236}">
                  <a16:creationId xmlns:a16="http://schemas.microsoft.com/office/drawing/2014/main" id="{4017855D-BC33-C13E-4CE4-BD1B3044A0A3}"/>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3" name="Google Shape;147;p13">
              <a:extLst>
                <a:ext uri="{FF2B5EF4-FFF2-40B4-BE49-F238E27FC236}">
                  <a16:creationId xmlns:a16="http://schemas.microsoft.com/office/drawing/2014/main" id="{E1C62C18-68E2-E441-7EE8-B17A0DE9E267}"/>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4" name="Google Shape;148;p13">
              <a:extLst>
                <a:ext uri="{FF2B5EF4-FFF2-40B4-BE49-F238E27FC236}">
                  <a16:creationId xmlns:a16="http://schemas.microsoft.com/office/drawing/2014/main" id="{0921F572-4283-1089-64D2-ABBB2C96D7D0}"/>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45" name="Google Shape;145;p13">
            <a:extLst>
              <a:ext uri="{FF2B5EF4-FFF2-40B4-BE49-F238E27FC236}">
                <a16:creationId xmlns:a16="http://schemas.microsoft.com/office/drawing/2014/main" id="{8748D6F2-7B5A-F263-2C57-08CFB30C99B6}"/>
              </a:ext>
            </a:extLst>
          </p:cNvPr>
          <p:cNvGrpSpPr>
            <a:grpSpLocks/>
          </p:cNvGrpSpPr>
          <p:nvPr userDrawn="1"/>
        </p:nvGrpSpPr>
        <p:grpSpPr>
          <a:xfrm rot="10800000" flipH="1">
            <a:off x="11456077" y="1400922"/>
            <a:ext cx="185969" cy="227739"/>
            <a:chOff x="7408700" y="3282360"/>
            <a:chExt cx="219652" cy="268983"/>
          </a:xfrm>
          <a:solidFill>
            <a:schemeClr val="accent2"/>
          </a:solidFill>
        </p:grpSpPr>
        <p:sp>
          <p:nvSpPr>
            <p:cNvPr id="46" name="Google Shape;146;p13">
              <a:extLst>
                <a:ext uri="{FF2B5EF4-FFF2-40B4-BE49-F238E27FC236}">
                  <a16:creationId xmlns:a16="http://schemas.microsoft.com/office/drawing/2014/main" id="{92082298-8B50-C7B1-3273-B3A2E101A211}"/>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7" name="Google Shape;147;p13">
              <a:extLst>
                <a:ext uri="{FF2B5EF4-FFF2-40B4-BE49-F238E27FC236}">
                  <a16:creationId xmlns:a16="http://schemas.microsoft.com/office/drawing/2014/main" id="{22F478B7-ED25-6579-4C17-ABC87D81E3A0}"/>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48" name="Google Shape;148;p13">
              <a:extLst>
                <a:ext uri="{FF2B5EF4-FFF2-40B4-BE49-F238E27FC236}">
                  <a16:creationId xmlns:a16="http://schemas.microsoft.com/office/drawing/2014/main" id="{B13E6618-28F4-E6F4-606E-89D7B1B7C966}"/>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49" name="Google Shape;145;p13">
            <a:extLst>
              <a:ext uri="{FF2B5EF4-FFF2-40B4-BE49-F238E27FC236}">
                <a16:creationId xmlns:a16="http://schemas.microsoft.com/office/drawing/2014/main" id="{3D1D9557-256B-7587-6D54-E80D32C41CFA}"/>
              </a:ext>
            </a:extLst>
          </p:cNvPr>
          <p:cNvGrpSpPr>
            <a:grpSpLocks/>
          </p:cNvGrpSpPr>
          <p:nvPr userDrawn="1"/>
        </p:nvGrpSpPr>
        <p:grpSpPr>
          <a:xfrm rot="10800000" flipH="1">
            <a:off x="11456077" y="2263810"/>
            <a:ext cx="185969" cy="227739"/>
            <a:chOff x="7408700" y="3282360"/>
            <a:chExt cx="219652" cy="268983"/>
          </a:xfrm>
          <a:solidFill>
            <a:schemeClr val="accent6"/>
          </a:solidFill>
        </p:grpSpPr>
        <p:sp>
          <p:nvSpPr>
            <p:cNvPr id="50" name="Google Shape;146;p13">
              <a:extLst>
                <a:ext uri="{FF2B5EF4-FFF2-40B4-BE49-F238E27FC236}">
                  <a16:creationId xmlns:a16="http://schemas.microsoft.com/office/drawing/2014/main" id="{25A7E373-3D8F-44C7-4A64-7760FA5352A3}"/>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1" name="Google Shape;147;p13">
              <a:extLst>
                <a:ext uri="{FF2B5EF4-FFF2-40B4-BE49-F238E27FC236}">
                  <a16:creationId xmlns:a16="http://schemas.microsoft.com/office/drawing/2014/main" id="{58A50905-70B6-38BB-1563-8CEF63AD9BB2}"/>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2" name="Google Shape;148;p13">
              <a:extLst>
                <a:ext uri="{FF2B5EF4-FFF2-40B4-BE49-F238E27FC236}">
                  <a16:creationId xmlns:a16="http://schemas.microsoft.com/office/drawing/2014/main" id="{DB84D671-F74E-7E64-15EB-09293835D64C}"/>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53" name="Google Shape;145;p13">
            <a:extLst>
              <a:ext uri="{FF2B5EF4-FFF2-40B4-BE49-F238E27FC236}">
                <a16:creationId xmlns:a16="http://schemas.microsoft.com/office/drawing/2014/main" id="{CCE7F309-2788-F8B8-3833-839E6AA21D3A}"/>
              </a:ext>
            </a:extLst>
          </p:cNvPr>
          <p:cNvGrpSpPr>
            <a:grpSpLocks/>
          </p:cNvGrpSpPr>
          <p:nvPr userDrawn="1"/>
        </p:nvGrpSpPr>
        <p:grpSpPr>
          <a:xfrm rot="10800000" flipH="1">
            <a:off x="11456077" y="3126088"/>
            <a:ext cx="185969" cy="227739"/>
            <a:chOff x="7408700" y="3282360"/>
            <a:chExt cx="219652" cy="268983"/>
          </a:xfrm>
          <a:solidFill>
            <a:schemeClr val="accent2"/>
          </a:solidFill>
        </p:grpSpPr>
        <p:sp>
          <p:nvSpPr>
            <p:cNvPr id="54" name="Google Shape;146;p13">
              <a:extLst>
                <a:ext uri="{FF2B5EF4-FFF2-40B4-BE49-F238E27FC236}">
                  <a16:creationId xmlns:a16="http://schemas.microsoft.com/office/drawing/2014/main" id="{22CFA95D-9639-6A09-6B1E-842BDFC28782}"/>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5" name="Google Shape;147;p13">
              <a:extLst>
                <a:ext uri="{FF2B5EF4-FFF2-40B4-BE49-F238E27FC236}">
                  <a16:creationId xmlns:a16="http://schemas.microsoft.com/office/drawing/2014/main" id="{EDB03B87-49AA-4A85-1FC5-9BC107957E1E}"/>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6" name="Google Shape;148;p13">
              <a:extLst>
                <a:ext uri="{FF2B5EF4-FFF2-40B4-BE49-F238E27FC236}">
                  <a16:creationId xmlns:a16="http://schemas.microsoft.com/office/drawing/2014/main" id="{1E927243-A7F7-20E9-1A9E-6D6C7AC74345}"/>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57" name="Google Shape;145;p13">
            <a:extLst>
              <a:ext uri="{FF2B5EF4-FFF2-40B4-BE49-F238E27FC236}">
                <a16:creationId xmlns:a16="http://schemas.microsoft.com/office/drawing/2014/main" id="{EE134ABE-2105-68D0-DC8C-638B4DCDD02C}"/>
              </a:ext>
            </a:extLst>
          </p:cNvPr>
          <p:cNvGrpSpPr>
            <a:grpSpLocks/>
          </p:cNvGrpSpPr>
          <p:nvPr userDrawn="1"/>
        </p:nvGrpSpPr>
        <p:grpSpPr>
          <a:xfrm rot="10800000" flipH="1">
            <a:off x="11456077" y="3988366"/>
            <a:ext cx="185969" cy="227739"/>
            <a:chOff x="7408700" y="3282360"/>
            <a:chExt cx="219652" cy="268983"/>
          </a:xfrm>
          <a:solidFill>
            <a:schemeClr val="accent3"/>
          </a:solidFill>
        </p:grpSpPr>
        <p:sp>
          <p:nvSpPr>
            <p:cNvPr id="58" name="Google Shape;146;p13">
              <a:extLst>
                <a:ext uri="{FF2B5EF4-FFF2-40B4-BE49-F238E27FC236}">
                  <a16:creationId xmlns:a16="http://schemas.microsoft.com/office/drawing/2014/main" id="{FDCADCA6-2EF2-FB21-D387-17172442F334}"/>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59" name="Google Shape;147;p13">
              <a:extLst>
                <a:ext uri="{FF2B5EF4-FFF2-40B4-BE49-F238E27FC236}">
                  <a16:creationId xmlns:a16="http://schemas.microsoft.com/office/drawing/2014/main" id="{7CFADF5D-CE0B-90F8-02BB-48F476DFF79F}"/>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0" name="Google Shape;148;p13">
              <a:extLst>
                <a:ext uri="{FF2B5EF4-FFF2-40B4-BE49-F238E27FC236}">
                  <a16:creationId xmlns:a16="http://schemas.microsoft.com/office/drawing/2014/main" id="{382E703C-8123-0EDE-BCBC-B9F3A828B58E}"/>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61" name="Google Shape;145;p13">
            <a:extLst>
              <a:ext uri="{FF2B5EF4-FFF2-40B4-BE49-F238E27FC236}">
                <a16:creationId xmlns:a16="http://schemas.microsoft.com/office/drawing/2014/main" id="{FDE4C570-86A6-FDEF-719F-28088C59FE2A}"/>
              </a:ext>
            </a:extLst>
          </p:cNvPr>
          <p:cNvGrpSpPr>
            <a:grpSpLocks/>
          </p:cNvGrpSpPr>
          <p:nvPr userDrawn="1"/>
        </p:nvGrpSpPr>
        <p:grpSpPr>
          <a:xfrm rot="10800000" flipH="1">
            <a:off x="11456077" y="4850644"/>
            <a:ext cx="185969" cy="227739"/>
            <a:chOff x="7408700" y="3282360"/>
            <a:chExt cx="219652" cy="268983"/>
          </a:xfrm>
          <a:solidFill>
            <a:schemeClr val="accent6"/>
          </a:solidFill>
        </p:grpSpPr>
        <p:sp>
          <p:nvSpPr>
            <p:cNvPr id="62" name="Google Shape;146;p13">
              <a:extLst>
                <a:ext uri="{FF2B5EF4-FFF2-40B4-BE49-F238E27FC236}">
                  <a16:creationId xmlns:a16="http://schemas.microsoft.com/office/drawing/2014/main" id="{B7954BFE-DD28-83CC-67FD-C3632ABC896A}"/>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3" name="Google Shape;147;p13">
              <a:extLst>
                <a:ext uri="{FF2B5EF4-FFF2-40B4-BE49-F238E27FC236}">
                  <a16:creationId xmlns:a16="http://schemas.microsoft.com/office/drawing/2014/main" id="{8DEF152C-DD64-429B-1D36-C920DD19A432}"/>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4" name="Google Shape;148;p13">
              <a:extLst>
                <a:ext uri="{FF2B5EF4-FFF2-40B4-BE49-F238E27FC236}">
                  <a16:creationId xmlns:a16="http://schemas.microsoft.com/office/drawing/2014/main" id="{CE4E48D4-7024-D968-3DD8-36661E754ED9}"/>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grpSp>
        <p:nvGrpSpPr>
          <p:cNvPr id="65" name="Google Shape;145;p13">
            <a:extLst>
              <a:ext uri="{FF2B5EF4-FFF2-40B4-BE49-F238E27FC236}">
                <a16:creationId xmlns:a16="http://schemas.microsoft.com/office/drawing/2014/main" id="{522101A1-2863-3498-DD84-DA6CE156C5BB}"/>
              </a:ext>
            </a:extLst>
          </p:cNvPr>
          <p:cNvGrpSpPr>
            <a:grpSpLocks/>
          </p:cNvGrpSpPr>
          <p:nvPr userDrawn="1"/>
        </p:nvGrpSpPr>
        <p:grpSpPr>
          <a:xfrm rot="10800000" flipH="1">
            <a:off x="11456077" y="5712922"/>
            <a:ext cx="185969" cy="227739"/>
            <a:chOff x="7408700" y="3282360"/>
            <a:chExt cx="219652" cy="268983"/>
          </a:xfrm>
          <a:solidFill>
            <a:schemeClr val="accent2"/>
          </a:solidFill>
        </p:grpSpPr>
        <p:sp>
          <p:nvSpPr>
            <p:cNvPr id="66" name="Google Shape;146;p13">
              <a:extLst>
                <a:ext uri="{FF2B5EF4-FFF2-40B4-BE49-F238E27FC236}">
                  <a16:creationId xmlns:a16="http://schemas.microsoft.com/office/drawing/2014/main" id="{2F7F10A2-DF0A-0F9A-F912-712E6BFE6AF8}"/>
                </a:ext>
              </a:extLst>
            </p:cNvPr>
            <p:cNvSpPr>
              <a:spLocks/>
            </p:cNvSpPr>
            <p:nvPr userDrawn="1"/>
          </p:nvSpPr>
          <p:spPr>
            <a:xfrm>
              <a:off x="7408700" y="3497602"/>
              <a:ext cx="219600" cy="291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7" name="Google Shape;147;p13">
              <a:extLst>
                <a:ext uri="{FF2B5EF4-FFF2-40B4-BE49-F238E27FC236}">
                  <a16:creationId xmlns:a16="http://schemas.microsoft.com/office/drawing/2014/main" id="{8CEF657A-EF3D-BFDE-BAC7-CBBA749DDBB1}"/>
                </a:ext>
              </a:extLst>
            </p:cNvPr>
            <p:cNvSpPr>
              <a:spLocks/>
            </p:cNvSpPr>
            <p:nvPr userDrawn="1"/>
          </p:nvSpPr>
          <p:spPr>
            <a:xfrm>
              <a:off x="7599252" y="3307050"/>
              <a:ext cx="29100" cy="219600"/>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sp>
          <p:nvSpPr>
            <p:cNvPr id="68" name="Google Shape;148;p13">
              <a:extLst>
                <a:ext uri="{FF2B5EF4-FFF2-40B4-BE49-F238E27FC236}">
                  <a16:creationId xmlns:a16="http://schemas.microsoft.com/office/drawing/2014/main" id="{25F2D036-DFAF-74E4-6CF5-12AC58E106BA}"/>
                </a:ext>
              </a:extLst>
            </p:cNvPr>
            <p:cNvSpPr>
              <a:spLocks/>
            </p:cNvSpPr>
            <p:nvPr userDrawn="1"/>
          </p:nvSpPr>
          <p:spPr>
            <a:xfrm rot="-2700000">
              <a:off x="7503892" y="3282360"/>
              <a:ext cx="29274" cy="268983"/>
            </a:xfrm>
            <a:prstGeom prst="roundRect">
              <a:avLst>
                <a:gd name="adj" fmla="val 50000"/>
              </a:avLst>
            </a:prstGeom>
            <a:grp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rtl="0">
                <a:spcBef>
                  <a:spcPts val="0"/>
                </a:spcBef>
                <a:spcAft>
                  <a:spcPts val="0"/>
                </a:spcAft>
                <a:buNone/>
              </a:pPr>
              <a:endParaRPr>
                <a:solidFill>
                  <a:srgbClr val="ADFF00"/>
                </a:solidFill>
              </a:endParaRPr>
            </a:p>
          </p:txBody>
        </p:sp>
      </p:grpSp>
      <p:pic>
        <p:nvPicPr>
          <p:cNvPr id="72" name="Picture 71">
            <a:extLst>
              <a:ext uri="{FF2B5EF4-FFF2-40B4-BE49-F238E27FC236}">
                <a16:creationId xmlns:a16="http://schemas.microsoft.com/office/drawing/2014/main" id="{B707A58A-AA4A-80CD-5E6D-06A35C5C62C5}"/>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489547" y="388673"/>
            <a:ext cx="1014806" cy="647682"/>
          </a:xfrm>
          <a:prstGeom prst="rect">
            <a:avLst/>
          </a:prstGeom>
        </p:spPr>
      </p:pic>
    </p:spTree>
    <p:extLst>
      <p:ext uri="{BB962C8B-B14F-4D97-AF65-F5344CB8AC3E}">
        <p14:creationId xmlns:p14="http://schemas.microsoft.com/office/powerpoint/2010/main" val="24001100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6" name="Picture Placeholder 12">
            <a:extLst>
              <a:ext uri="{FF2B5EF4-FFF2-40B4-BE49-F238E27FC236}">
                <a16:creationId xmlns:a16="http://schemas.microsoft.com/office/drawing/2014/main" id="{6B0BAB38-2FD9-DFAC-4C58-878F038C661D}"/>
              </a:ext>
            </a:extLst>
          </p:cNvPr>
          <p:cNvSpPr>
            <a:spLocks noGrp="1"/>
          </p:cNvSpPr>
          <p:nvPr>
            <p:ph type="pic" sz="quarter" idx="10"/>
          </p:nvPr>
        </p:nvSpPr>
        <p:spPr>
          <a:xfrm>
            <a:off x="4059296" y="1096996"/>
            <a:ext cx="2266449" cy="2360587"/>
          </a:xfrm>
          <a:custGeom>
            <a:avLst/>
            <a:gdLst>
              <a:gd name="connsiteX0" fmla="*/ 910642 w 5463745"/>
              <a:gd name="connsiteY0" fmla="*/ 0 h 5690685"/>
              <a:gd name="connsiteX1" fmla="*/ 4553102 w 5463745"/>
              <a:gd name="connsiteY1" fmla="*/ 0 h 5690685"/>
              <a:gd name="connsiteX2" fmla="*/ 5463745 w 5463745"/>
              <a:gd name="connsiteY2" fmla="*/ 910642 h 5690685"/>
              <a:gd name="connsiteX3" fmla="*/ 5463745 w 5463745"/>
              <a:gd name="connsiteY3" fmla="*/ 4780043 h 5690685"/>
              <a:gd name="connsiteX4" fmla="*/ 4553102 w 5463745"/>
              <a:gd name="connsiteY4" fmla="*/ 5690685 h 5690685"/>
              <a:gd name="connsiteX5" fmla="*/ 910642 w 5463745"/>
              <a:gd name="connsiteY5" fmla="*/ 5690685 h 5690685"/>
              <a:gd name="connsiteX6" fmla="*/ 0 w 5463745"/>
              <a:gd name="connsiteY6" fmla="*/ 4780043 h 5690685"/>
              <a:gd name="connsiteX7" fmla="*/ 0 w 5463745"/>
              <a:gd name="connsiteY7" fmla="*/ 910642 h 5690685"/>
              <a:gd name="connsiteX8" fmla="*/ 910642 w 5463745"/>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5" h="5690685">
                <a:moveTo>
                  <a:pt x="910642" y="0"/>
                </a:moveTo>
                <a:lnTo>
                  <a:pt x="4553102" y="0"/>
                </a:lnTo>
                <a:cubicBezTo>
                  <a:pt x="5056036" y="0"/>
                  <a:pt x="5463745" y="407708"/>
                  <a:pt x="5463745" y="910642"/>
                </a:cubicBezTo>
                <a:lnTo>
                  <a:pt x="5463745" y="4780043"/>
                </a:lnTo>
                <a:cubicBezTo>
                  <a:pt x="5463745" y="5282977"/>
                  <a:pt x="5056036" y="5690685"/>
                  <a:pt x="4553102" y="5690685"/>
                </a:cubicBezTo>
                <a:lnTo>
                  <a:pt x="910642" y="5690685"/>
                </a:lnTo>
                <a:cubicBezTo>
                  <a:pt x="407708" y="5690685"/>
                  <a:pt x="0" y="5282977"/>
                  <a:pt x="0" y="4780043"/>
                </a:cubicBezTo>
                <a:lnTo>
                  <a:pt x="0" y="910642"/>
                </a:lnTo>
                <a:cubicBezTo>
                  <a:pt x="0" y="407708"/>
                  <a:pt x="407708" y="0"/>
                  <a:pt x="910642" y="0"/>
                </a:cubicBezTo>
                <a:close/>
              </a:path>
            </a:pathLst>
          </a:custGeom>
          <a:pattFill prst="pct90">
            <a:fgClr>
              <a:schemeClr val="accent4"/>
            </a:fgClr>
            <a:bgClr>
              <a:schemeClr val="accent4">
                <a:lumMod val="25000"/>
              </a:schemeClr>
            </a:bgClr>
          </a:pattFill>
        </p:spPr>
        <p:txBody>
          <a:bodyPr wrap="square">
            <a:noAutofit/>
          </a:bodyPr>
          <a:lstStyle>
            <a:lvl1pPr>
              <a:defRPr sz="3200"/>
            </a:lvl1pPr>
          </a:lstStyle>
          <a:p>
            <a:endParaRPr lang="id-ID"/>
          </a:p>
        </p:txBody>
      </p:sp>
      <p:sp>
        <p:nvSpPr>
          <p:cNvPr id="27" name="Picture Placeholder 16">
            <a:extLst>
              <a:ext uri="{FF2B5EF4-FFF2-40B4-BE49-F238E27FC236}">
                <a16:creationId xmlns:a16="http://schemas.microsoft.com/office/drawing/2014/main" id="{31FA6B9C-5207-F2EB-5F4E-8644050FD2E8}"/>
              </a:ext>
            </a:extLst>
          </p:cNvPr>
          <p:cNvSpPr>
            <a:spLocks noGrp="1"/>
          </p:cNvSpPr>
          <p:nvPr>
            <p:ph type="pic" sz="quarter" idx="11"/>
          </p:nvPr>
        </p:nvSpPr>
        <p:spPr>
          <a:xfrm>
            <a:off x="6581447" y="1096996"/>
            <a:ext cx="2266448" cy="2360587"/>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pattFill prst="pct90">
            <a:fgClr>
              <a:schemeClr val="accent4"/>
            </a:fgClr>
            <a:bgClr>
              <a:schemeClr val="accent4">
                <a:lumMod val="25000"/>
              </a:schemeClr>
            </a:bgClr>
          </a:pattFill>
        </p:spPr>
        <p:txBody>
          <a:bodyPr wrap="square">
            <a:noAutofit/>
          </a:bodyPr>
          <a:lstStyle>
            <a:lvl1pPr>
              <a:defRPr sz="3200"/>
            </a:lvl1pPr>
          </a:lstStyle>
          <a:p>
            <a:endParaRPr lang="id-ID"/>
          </a:p>
        </p:txBody>
      </p:sp>
      <p:sp>
        <p:nvSpPr>
          <p:cNvPr id="3" name="Freeform: Shape 2">
            <a:extLst>
              <a:ext uri="{FF2B5EF4-FFF2-40B4-BE49-F238E27FC236}">
                <a16:creationId xmlns:a16="http://schemas.microsoft.com/office/drawing/2014/main" id="{CF5D8736-FF4D-AFAD-EF8E-DF7C42F7C5CE}"/>
              </a:ext>
            </a:extLst>
          </p:cNvPr>
          <p:cNvSpPr/>
          <p:nvPr userDrawn="1"/>
        </p:nvSpPr>
        <p:spPr>
          <a:xfrm>
            <a:off x="1" y="1096995"/>
            <a:ext cx="3803595" cy="2360587"/>
          </a:xfrm>
          <a:custGeom>
            <a:avLst/>
            <a:gdLst>
              <a:gd name="connsiteX0" fmla="*/ 0 w 3803595"/>
              <a:gd name="connsiteY0" fmla="*/ 0 h 2360587"/>
              <a:gd name="connsiteX1" fmla="*/ 3410156 w 3803595"/>
              <a:gd name="connsiteY1" fmla="*/ 0 h 2360587"/>
              <a:gd name="connsiteX2" fmla="*/ 3803595 w 3803595"/>
              <a:gd name="connsiteY2" fmla="*/ 393439 h 2360587"/>
              <a:gd name="connsiteX3" fmla="*/ 3803595 w 3803595"/>
              <a:gd name="connsiteY3" fmla="*/ 1967148 h 2360587"/>
              <a:gd name="connsiteX4" fmla="*/ 3410156 w 3803595"/>
              <a:gd name="connsiteY4" fmla="*/ 2360587 h 2360587"/>
              <a:gd name="connsiteX5" fmla="*/ 0 w 3803595"/>
              <a:gd name="connsiteY5" fmla="*/ 2360587 h 2360587"/>
              <a:gd name="connsiteX6" fmla="*/ 0 w 3803595"/>
              <a:gd name="connsiteY6" fmla="*/ 0 h 236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03595" h="2360587">
                <a:moveTo>
                  <a:pt x="0" y="0"/>
                </a:moveTo>
                <a:lnTo>
                  <a:pt x="3410156" y="0"/>
                </a:lnTo>
                <a:cubicBezTo>
                  <a:pt x="3627446" y="0"/>
                  <a:pt x="3803595" y="176149"/>
                  <a:pt x="3803595" y="393439"/>
                </a:cubicBezTo>
                <a:lnTo>
                  <a:pt x="3803595" y="1967148"/>
                </a:lnTo>
                <a:cubicBezTo>
                  <a:pt x="3803595" y="2184438"/>
                  <a:pt x="3627446" y="2360587"/>
                  <a:pt x="3410156" y="2360587"/>
                </a:cubicBezTo>
                <a:lnTo>
                  <a:pt x="0" y="2360587"/>
                </a:lnTo>
                <a:lnTo>
                  <a:pt x="0" y="0"/>
                </a:lnTo>
                <a:close/>
              </a:path>
            </a:pathLst>
          </a:custGeom>
          <a:gradFill>
            <a:gsLst>
              <a:gs pos="88000">
                <a:srgbClr val="120B3E"/>
              </a:gs>
              <a:gs pos="17000">
                <a:schemeClr val="accent3"/>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sp>
        <p:nvSpPr>
          <p:cNvPr id="29" name="Picture Placeholder 18">
            <a:extLst>
              <a:ext uri="{FF2B5EF4-FFF2-40B4-BE49-F238E27FC236}">
                <a16:creationId xmlns:a16="http://schemas.microsoft.com/office/drawing/2014/main" id="{4ED87C51-3A53-F637-62E3-006DDD812BB2}"/>
              </a:ext>
            </a:extLst>
          </p:cNvPr>
          <p:cNvSpPr>
            <a:spLocks noGrp="1"/>
          </p:cNvSpPr>
          <p:nvPr>
            <p:ph type="pic" sz="quarter" idx="12"/>
          </p:nvPr>
        </p:nvSpPr>
        <p:spPr>
          <a:xfrm>
            <a:off x="9103597" y="1096996"/>
            <a:ext cx="2266448" cy="2360587"/>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pattFill prst="pct90">
            <a:fgClr>
              <a:schemeClr val="accent4"/>
            </a:fgClr>
            <a:bgClr>
              <a:schemeClr val="accent4">
                <a:lumMod val="25000"/>
              </a:schemeClr>
            </a:bgClr>
          </a:pattFill>
        </p:spPr>
        <p:txBody>
          <a:bodyPr wrap="square">
            <a:noAutofit/>
          </a:bodyPr>
          <a:lstStyle>
            <a:lvl1pPr>
              <a:defRPr sz="3200"/>
            </a:lvl1pPr>
          </a:lstStyle>
          <a:p>
            <a:endParaRPr lang="id-ID"/>
          </a:p>
        </p:txBody>
      </p:sp>
      <p:sp>
        <p:nvSpPr>
          <p:cNvPr id="34" name="Picture Placeholder 12">
            <a:extLst>
              <a:ext uri="{FF2B5EF4-FFF2-40B4-BE49-F238E27FC236}">
                <a16:creationId xmlns:a16="http://schemas.microsoft.com/office/drawing/2014/main" id="{F2789B88-D614-F369-4CD7-B8A0887E13C3}"/>
              </a:ext>
            </a:extLst>
          </p:cNvPr>
          <p:cNvSpPr>
            <a:spLocks noGrp="1"/>
          </p:cNvSpPr>
          <p:nvPr>
            <p:ph type="pic" sz="quarter" idx="13"/>
          </p:nvPr>
        </p:nvSpPr>
        <p:spPr>
          <a:xfrm>
            <a:off x="383033" y="3776662"/>
            <a:ext cx="2266449" cy="2360587"/>
          </a:xfrm>
          <a:custGeom>
            <a:avLst/>
            <a:gdLst>
              <a:gd name="connsiteX0" fmla="*/ 910642 w 5463745"/>
              <a:gd name="connsiteY0" fmla="*/ 0 h 5690685"/>
              <a:gd name="connsiteX1" fmla="*/ 4553102 w 5463745"/>
              <a:gd name="connsiteY1" fmla="*/ 0 h 5690685"/>
              <a:gd name="connsiteX2" fmla="*/ 5463745 w 5463745"/>
              <a:gd name="connsiteY2" fmla="*/ 910642 h 5690685"/>
              <a:gd name="connsiteX3" fmla="*/ 5463745 w 5463745"/>
              <a:gd name="connsiteY3" fmla="*/ 4780043 h 5690685"/>
              <a:gd name="connsiteX4" fmla="*/ 4553102 w 5463745"/>
              <a:gd name="connsiteY4" fmla="*/ 5690685 h 5690685"/>
              <a:gd name="connsiteX5" fmla="*/ 910642 w 5463745"/>
              <a:gd name="connsiteY5" fmla="*/ 5690685 h 5690685"/>
              <a:gd name="connsiteX6" fmla="*/ 0 w 5463745"/>
              <a:gd name="connsiteY6" fmla="*/ 4780043 h 5690685"/>
              <a:gd name="connsiteX7" fmla="*/ 0 w 5463745"/>
              <a:gd name="connsiteY7" fmla="*/ 910642 h 5690685"/>
              <a:gd name="connsiteX8" fmla="*/ 910642 w 5463745"/>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5" h="5690685">
                <a:moveTo>
                  <a:pt x="910642" y="0"/>
                </a:moveTo>
                <a:lnTo>
                  <a:pt x="4553102" y="0"/>
                </a:lnTo>
                <a:cubicBezTo>
                  <a:pt x="5056036" y="0"/>
                  <a:pt x="5463745" y="407708"/>
                  <a:pt x="5463745" y="910642"/>
                </a:cubicBezTo>
                <a:lnTo>
                  <a:pt x="5463745" y="4780043"/>
                </a:lnTo>
                <a:cubicBezTo>
                  <a:pt x="5463745" y="5282977"/>
                  <a:pt x="5056036" y="5690685"/>
                  <a:pt x="4553102" y="5690685"/>
                </a:cubicBezTo>
                <a:lnTo>
                  <a:pt x="910642" y="5690685"/>
                </a:lnTo>
                <a:cubicBezTo>
                  <a:pt x="407708" y="5690685"/>
                  <a:pt x="0" y="5282977"/>
                  <a:pt x="0" y="4780043"/>
                </a:cubicBezTo>
                <a:lnTo>
                  <a:pt x="0" y="910642"/>
                </a:lnTo>
                <a:cubicBezTo>
                  <a:pt x="0" y="407708"/>
                  <a:pt x="407708" y="0"/>
                  <a:pt x="910642" y="0"/>
                </a:cubicBezTo>
                <a:close/>
              </a:path>
            </a:pathLst>
          </a:custGeom>
          <a:pattFill prst="pct90">
            <a:fgClr>
              <a:schemeClr val="accent4"/>
            </a:fgClr>
            <a:bgClr>
              <a:schemeClr val="accent4">
                <a:lumMod val="25000"/>
              </a:schemeClr>
            </a:bgClr>
          </a:pattFill>
        </p:spPr>
        <p:txBody>
          <a:bodyPr wrap="square">
            <a:noAutofit/>
          </a:bodyPr>
          <a:lstStyle>
            <a:lvl1pPr>
              <a:defRPr sz="3200"/>
            </a:lvl1pPr>
          </a:lstStyle>
          <a:p>
            <a:endParaRPr lang="id-ID"/>
          </a:p>
        </p:txBody>
      </p:sp>
      <p:sp>
        <p:nvSpPr>
          <p:cNvPr id="35" name="Picture Placeholder 16">
            <a:extLst>
              <a:ext uri="{FF2B5EF4-FFF2-40B4-BE49-F238E27FC236}">
                <a16:creationId xmlns:a16="http://schemas.microsoft.com/office/drawing/2014/main" id="{F61EB6C3-5134-874F-78B7-B8508247D720}"/>
              </a:ext>
            </a:extLst>
          </p:cNvPr>
          <p:cNvSpPr>
            <a:spLocks noGrp="1"/>
          </p:cNvSpPr>
          <p:nvPr>
            <p:ph type="pic" sz="quarter" idx="14"/>
          </p:nvPr>
        </p:nvSpPr>
        <p:spPr>
          <a:xfrm>
            <a:off x="2905185" y="3776662"/>
            <a:ext cx="2266448" cy="2360587"/>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pattFill prst="pct90">
            <a:fgClr>
              <a:schemeClr val="accent4"/>
            </a:fgClr>
            <a:bgClr>
              <a:schemeClr val="accent4">
                <a:lumMod val="25000"/>
              </a:schemeClr>
            </a:bgClr>
          </a:pattFill>
        </p:spPr>
        <p:txBody>
          <a:bodyPr wrap="square">
            <a:noAutofit/>
          </a:bodyPr>
          <a:lstStyle>
            <a:lvl1pPr>
              <a:defRPr sz="3200"/>
            </a:lvl1pPr>
          </a:lstStyle>
          <a:p>
            <a:endParaRPr lang="id-ID"/>
          </a:p>
        </p:txBody>
      </p:sp>
      <p:sp>
        <p:nvSpPr>
          <p:cNvPr id="38" name="Title 37">
            <a:extLst>
              <a:ext uri="{FF2B5EF4-FFF2-40B4-BE49-F238E27FC236}">
                <a16:creationId xmlns:a16="http://schemas.microsoft.com/office/drawing/2014/main" id="{FD9B5068-02C3-71DE-C6C1-6FF2C370BF4A}"/>
              </a:ext>
            </a:extLst>
          </p:cNvPr>
          <p:cNvSpPr>
            <a:spLocks noGrp="1"/>
          </p:cNvSpPr>
          <p:nvPr>
            <p:ph type="title"/>
          </p:nvPr>
        </p:nvSpPr>
        <p:spPr/>
        <p:txBody>
          <a:bodyPr/>
          <a:lstStyle/>
          <a:p>
            <a:r>
              <a:rPr lang="en-US"/>
              <a:t>Click to edit Master title style</a:t>
            </a:r>
          </a:p>
        </p:txBody>
      </p:sp>
      <p:sp>
        <p:nvSpPr>
          <p:cNvPr id="7" name="Freeform: Shape 6">
            <a:extLst>
              <a:ext uri="{FF2B5EF4-FFF2-40B4-BE49-F238E27FC236}">
                <a16:creationId xmlns:a16="http://schemas.microsoft.com/office/drawing/2014/main" id="{251048FE-C300-FFFE-7437-4E272AEF83F3}"/>
              </a:ext>
            </a:extLst>
          </p:cNvPr>
          <p:cNvSpPr/>
          <p:nvPr userDrawn="1"/>
        </p:nvSpPr>
        <p:spPr>
          <a:xfrm>
            <a:off x="5427335" y="3776662"/>
            <a:ext cx="6764664" cy="2360587"/>
          </a:xfrm>
          <a:custGeom>
            <a:avLst/>
            <a:gdLst>
              <a:gd name="connsiteX0" fmla="*/ 393439 w 6764664"/>
              <a:gd name="connsiteY0" fmla="*/ 0 h 2360587"/>
              <a:gd name="connsiteX1" fmla="*/ 6764664 w 6764664"/>
              <a:gd name="connsiteY1" fmla="*/ 0 h 2360587"/>
              <a:gd name="connsiteX2" fmla="*/ 6764664 w 6764664"/>
              <a:gd name="connsiteY2" fmla="*/ 2360587 h 2360587"/>
              <a:gd name="connsiteX3" fmla="*/ 393439 w 6764664"/>
              <a:gd name="connsiteY3" fmla="*/ 2360587 h 2360587"/>
              <a:gd name="connsiteX4" fmla="*/ 0 w 6764664"/>
              <a:gd name="connsiteY4" fmla="*/ 1967148 h 2360587"/>
              <a:gd name="connsiteX5" fmla="*/ 0 w 6764664"/>
              <a:gd name="connsiteY5" fmla="*/ 393439 h 2360587"/>
              <a:gd name="connsiteX6" fmla="*/ 393439 w 6764664"/>
              <a:gd name="connsiteY6" fmla="*/ 0 h 236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4664" h="2360587">
                <a:moveTo>
                  <a:pt x="393439" y="0"/>
                </a:moveTo>
                <a:lnTo>
                  <a:pt x="6764664" y="0"/>
                </a:lnTo>
                <a:lnTo>
                  <a:pt x="6764664" y="2360587"/>
                </a:lnTo>
                <a:lnTo>
                  <a:pt x="393439" y="2360587"/>
                </a:lnTo>
                <a:cubicBezTo>
                  <a:pt x="176149" y="2360587"/>
                  <a:pt x="0" y="2184438"/>
                  <a:pt x="0" y="1967148"/>
                </a:cubicBezTo>
                <a:lnTo>
                  <a:pt x="0" y="393439"/>
                </a:lnTo>
                <a:cubicBezTo>
                  <a:pt x="0" y="176149"/>
                  <a:pt x="176149" y="0"/>
                  <a:pt x="393439" y="0"/>
                </a:cubicBezTo>
                <a:close/>
              </a:path>
            </a:pathLst>
          </a:custGeom>
          <a:gradFill>
            <a:gsLst>
              <a:gs pos="88000">
                <a:schemeClr val="accent5"/>
              </a:gs>
              <a:gs pos="17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19555412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DEFAUL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0ECFD9-3357-C959-A884-BCCCC3EC6337}"/>
              </a:ext>
            </a:extLst>
          </p:cNvPr>
          <p:cNvSpPr>
            <a:spLocks noGrp="1"/>
          </p:cNvSpPr>
          <p:nvPr>
            <p:ph idx="1"/>
          </p:nvPr>
        </p:nvSpPr>
        <p:spPr>
          <a:xfrm>
            <a:off x="256033" y="876585"/>
            <a:ext cx="11631168" cy="4945099"/>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13" name="Title 12">
            <a:extLst>
              <a:ext uri="{FF2B5EF4-FFF2-40B4-BE49-F238E27FC236}">
                <a16:creationId xmlns:a16="http://schemas.microsoft.com/office/drawing/2014/main" id="{ABE035E8-E95C-3D89-C363-567C41E09109}"/>
              </a:ext>
            </a:extLst>
          </p:cNvPr>
          <p:cNvSpPr>
            <a:spLocks noGrp="1"/>
          </p:cNvSpPr>
          <p:nvPr>
            <p:ph type="title"/>
          </p:nvPr>
        </p:nvSpPr>
        <p:spPr>
          <a:xfrm>
            <a:off x="256033" y="237744"/>
            <a:ext cx="11085067" cy="552831"/>
          </a:xfrm>
        </p:spPr>
        <p:txBody>
          <a:bodyPr/>
          <a:lstStyle/>
          <a:p>
            <a:r>
              <a:rPr lang="en-US"/>
              <a:t>Click to edit Master title style</a:t>
            </a:r>
          </a:p>
        </p:txBody>
      </p:sp>
    </p:spTree>
    <p:extLst>
      <p:ext uri="{BB962C8B-B14F-4D97-AF65-F5344CB8AC3E}">
        <p14:creationId xmlns:p14="http://schemas.microsoft.com/office/powerpoint/2010/main" val="14637239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0ECFD9-3357-C959-A884-BCCCC3EC6337}"/>
              </a:ext>
            </a:extLst>
          </p:cNvPr>
          <p:cNvSpPr>
            <a:spLocks noGrp="1"/>
          </p:cNvSpPr>
          <p:nvPr>
            <p:ph idx="1"/>
          </p:nvPr>
        </p:nvSpPr>
        <p:spPr>
          <a:xfrm>
            <a:off x="256033" y="1282056"/>
            <a:ext cx="11631168" cy="453962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13" name="Title 12">
            <a:extLst>
              <a:ext uri="{FF2B5EF4-FFF2-40B4-BE49-F238E27FC236}">
                <a16:creationId xmlns:a16="http://schemas.microsoft.com/office/drawing/2014/main" id="{ABE035E8-E95C-3D89-C363-567C41E09109}"/>
              </a:ext>
            </a:extLst>
          </p:cNvPr>
          <p:cNvSpPr>
            <a:spLocks noGrp="1"/>
          </p:cNvSpPr>
          <p:nvPr>
            <p:ph type="title"/>
          </p:nvPr>
        </p:nvSpPr>
        <p:spPr>
          <a:xfrm>
            <a:off x="256033" y="237744"/>
            <a:ext cx="11631168" cy="552831"/>
          </a:xfrm>
        </p:spPr>
        <p:txBody>
          <a:bodyPr/>
          <a:lstStyle/>
          <a:p>
            <a:r>
              <a:rPr lang="en-US"/>
              <a:t>Click to edit Master title style</a:t>
            </a:r>
          </a:p>
        </p:txBody>
      </p:sp>
      <p:sp>
        <p:nvSpPr>
          <p:cNvPr id="2" name="Text Placeholder 2">
            <a:extLst>
              <a:ext uri="{FF2B5EF4-FFF2-40B4-BE49-F238E27FC236}">
                <a16:creationId xmlns:a16="http://schemas.microsoft.com/office/drawing/2014/main" id="{59E43A4F-3190-F85B-A12F-880BA8039031}"/>
              </a:ext>
            </a:extLst>
          </p:cNvPr>
          <p:cNvSpPr>
            <a:spLocks noGrp="1"/>
          </p:cNvSpPr>
          <p:nvPr>
            <p:ph type="body" sz="quarter" idx="13"/>
          </p:nvPr>
        </p:nvSpPr>
        <p:spPr>
          <a:xfrm>
            <a:off x="255449" y="856134"/>
            <a:ext cx="11631168" cy="360363"/>
          </a:xfrm>
        </p:spPr>
        <p:txBody>
          <a:bodyPr anchor="ctr">
            <a:noAutofit/>
          </a:bodyPr>
          <a:lstStyle>
            <a:lvl1pPr marL="0" indent="0">
              <a:buNone/>
              <a:defRPr sz="1600" b="1">
                <a:solidFill>
                  <a:schemeClr val="accent3"/>
                </a:solidFill>
              </a:defRPr>
            </a:lvl1pPr>
          </a:lstStyle>
          <a:p>
            <a:pPr lvl="0"/>
            <a:r>
              <a:rPr lang="en-US"/>
              <a:t>Click to edit</a:t>
            </a:r>
          </a:p>
        </p:txBody>
      </p:sp>
    </p:spTree>
    <p:extLst>
      <p:ext uri="{BB962C8B-B14F-4D97-AF65-F5344CB8AC3E}">
        <p14:creationId xmlns:p14="http://schemas.microsoft.com/office/powerpoint/2010/main" val="42524097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D5004-5718-6E17-B01C-5039086BEF42}"/>
              </a:ext>
            </a:extLst>
          </p:cNvPr>
          <p:cNvSpPr>
            <a:spLocks noGrp="1"/>
          </p:cNvSpPr>
          <p:nvPr>
            <p:ph sz="half" idx="1"/>
          </p:nvPr>
        </p:nvSpPr>
        <p:spPr>
          <a:xfrm>
            <a:off x="260781" y="950421"/>
            <a:ext cx="5810251" cy="538370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Content Placeholder 3">
            <a:extLst>
              <a:ext uri="{FF2B5EF4-FFF2-40B4-BE49-F238E27FC236}">
                <a16:creationId xmlns:a16="http://schemas.microsoft.com/office/drawing/2014/main" id="{FA7BDD90-FF49-348E-754D-50A37C172380}"/>
              </a:ext>
            </a:extLst>
          </p:cNvPr>
          <p:cNvSpPr>
            <a:spLocks noGrp="1"/>
          </p:cNvSpPr>
          <p:nvPr>
            <p:ph sz="half" idx="2"/>
          </p:nvPr>
        </p:nvSpPr>
        <p:spPr>
          <a:xfrm>
            <a:off x="6172200" y="951922"/>
            <a:ext cx="5715001" cy="4859599"/>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20" name="Title 19">
            <a:extLst>
              <a:ext uri="{FF2B5EF4-FFF2-40B4-BE49-F238E27FC236}">
                <a16:creationId xmlns:a16="http://schemas.microsoft.com/office/drawing/2014/main" id="{6FD904A4-259E-116F-BCA7-F391D4AEDC3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257265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D5004-5718-6E17-B01C-5039086BEF42}"/>
              </a:ext>
            </a:extLst>
          </p:cNvPr>
          <p:cNvSpPr>
            <a:spLocks noGrp="1"/>
          </p:cNvSpPr>
          <p:nvPr>
            <p:ph sz="half" idx="1"/>
          </p:nvPr>
        </p:nvSpPr>
        <p:spPr>
          <a:xfrm>
            <a:off x="260781" y="1363975"/>
            <a:ext cx="5810251" cy="4997861"/>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Content Placeholder 3">
            <a:extLst>
              <a:ext uri="{FF2B5EF4-FFF2-40B4-BE49-F238E27FC236}">
                <a16:creationId xmlns:a16="http://schemas.microsoft.com/office/drawing/2014/main" id="{FA7BDD90-FF49-348E-754D-50A37C172380}"/>
              </a:ext>
            </a:extLst>
          </p:cNvPr>
          <p:cNvSpPr>
            <a:spLocks noGrp="1"/>
          </p:cNvSpPr>
          <p:nvPr>
            <p:ph sz="half" idx="2"/>
          </p:nvPr>
        </p:nvSpPr>
        <p:spPr>
          <a:xfrm>
            <a:off x="6172200" y="1363975"/>
            <a:ext cx="5714699" cy="4475253"/>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2">
            <a:extLst>
              <a:ext uri="{FF2B5EF4-FFF2-40B4-BE49-F238E27FC236}">
                <a16:creationId xmlns:a16="http://schemas.microsoft.com/office/drawing/2014/main" id="{941FDE8F-B456-C9C7-C656-76C269AD5B01}"/>
              </a:ext>
            </a:extLst>
          </p:cNvPr>
          <p:cNvSpPr>
            <a:spLocks noGrp="1"/>
          </p:cNvSpPr>
          <p:nvPr>
            <p:ph type="body" sz="quarter" idx="13"/>
          </p:nvPr>
        </p:nvSpPr>
        <p:spPr>
          <a:xfrm>
            <a:off x="255731" y="926633"/>
            <a:ext cx="11631168" cy="360363"/>
          </a:xfrm>
        </p:spPr>
        <p:txBody>
          <a:bodyPr anchor="ctr">
            <a:noAutofit/>
          </a:bodyPr>
          <a:lstStyle>
            <a:lvl1pPr marL="0" indent="0">
              <a:buNone/>
              <a:defRPr sz="1600" b="1">
                <a:solidFill>
                  <a:schemeClr val="accent3"/>
                </a:solidFill>
              </a:defRPr>
            </a:lvl1pPr>
          </a:lstStyle>
          <a:p>
            <a:pPr lvl="0"/>
            <a:r>
              <a:rPr lang="en-US"/>
              <a:t>Click to edit</a:t>
            </a:r>
          </a:p>
        </p:txBody>
      </p:sp>
      <p:sp>
        <p:nvSpPr>
          <p:cNvPr id="9" name="Title 8">
            <a:extLst>
              <a:ext uri="{FF2B5EF4-FFF2-40B4-BE49-F238E27FC236}">
                <a16:creationId xmlns:a16="http://schemas.microsoft.com/office/drawing/2014/main" id="{992D79F2-BA62-AF20-68FE-DCBAB476EE5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948460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185221-A38C-A70A-949D-CDFC8111357A}"/>
              </a:ext>
            </a:extLst>
          </p:cNvPr>
          <p:cNvSpPr>
            <a:spLocks noGrp="1"/>
          </p:cNvSpPr>
          <p:nvPr>
            <p:ph type="body" idx="1"/>
          </p:nvPr>
        </p:nvSpPr>
        <p:spPr>
          <a:xfrm>
            <a:off x="255733" y="948911"/>
            <a:ext cx="5786377" cy="463098"/>
          </a:xfrm>
          <a:prstGeom prst="rect">
            <a:avLst/>
          </a:prstGeom>
          <a:noFill/>
          <a:ln>
            <a:noFill/>
          </a:ln>
        </p:spPr>
        <p:txBody>
          <a:bodyPr anchor="b">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544F80-4B0B-1AC0-187E-31E3E922B481}"/>
              </a:ext>
            </a:extLst>
          </p:cNvPr>
          <p:cNvSpPr>
            <a:spLocks noGrp="1"/>
          </p:cNvSpPr>
          <p:nvPr>
            <p:ph sz="half" idx="2"/>
          </p:nvPr>
        </p:nvSpPr>
        <p:spPr>
          <a:xfrm>
            <a:off x="255731" y="1500095"/>
            <a:ext cx="5786376" cy="4629820"/>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a:extLst>
              <a:ext uri="{FF2B5EF4-FFF2-40B4-BE49-F238E27FC236}">
                <a16:creationId xmlns:a16="http://schemas.microsoft.com/office/drawing/2014/main" id="{C57ED4FB-4B73-84A8-5372-E4B6FA3972AC}"/>
              </a:ext>
            </a:extLst>
          </p:cNvPr>
          <p:cNvSpPr>
            <a:spLocks noGrp="1"/>
          </p:cNvSpPr>
          <p:nvPr>
            <p:ph type="body" sz="quarter" idx="3"/>
          </p:nvPr>
        </p:nvSpPr>
        <p:spPr>
          <a:xfrm>
            <a:off x="6149897" y="950055"/>
            <a:ext cx="5739705" cy="463098"/>
          </a:xfrm>
          <a:prstGeom prst="rect">
            <a:avLst/>
          </a:prstGeom>
          <a:noFill/>
          <a:ln>
            <a:noFill/>
          </a:ln>
        </p:spPr>
        <p:txBody>
          <a:bodyPr anchor="b">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42A6DD-0EAB-9390-6A2F-A5DE17AEE703}"/>
              </a:ext>
            </a:extLst>
          </p:cNvPr>
          <p:cNvSpPr>
            <a:spLocks noGrp="1"/>
          </p:cNvSpPr>
          <p:nvPr>
            <p:ph sz="quarter" idx="4"/>
          </p:nvPr>
        </p:nvSpPr>
        <p:spPr>
          <a:xfrm>
            <a:off x="6149893" y="1505263"/>
            <a:ext cx="5739707" cy="4186880"/>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Title 6">
            <a:extLst>
              <a:ext uri="{FF2B5EF4-FFF2-40B4-BE49-F238E27FC236}">
                <a16:creationId xmlns:a16="http://schemas.microsoft.com/office/drawing/2014/main" id="{3745CE8D-8CD4-1F28-0A08-FC89B27A752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25528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riple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185221-A38C-A70A-949D-CDFC8111357A}"/>
              </a:ext>
            </a:extLst>
          </p:cNvPr>
          <p:cNvSpPr>
            <a:spLocks noGrp="1"/>
          </p:cNvSpPr>
          <p:nvPr>
            <p:ph type="body" idx="1"/>
          </p:nvPr>
        </p:nvSpPr>
        <p:spPr>
          <a:xfrm>
            <a:off x="255732" y="958436"/>
            <a:ext cx="3749040"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74544F80-4B0B-1AC0-187E-31E3E922B481}"/>
              </a:ext>
            </a:extLst>
          </p:cNvPr>
          <p:cNvSpPr>
            <a:spLocks noGrp="1"/>
          </p:cNvSpPr>
          <p:nvPr>
            <p:ph sz="half" idx="2"/>
          </p:nvPr>
        </p:nvSpPr>
        <p:spPr>
          <a:xfrm>
            <a:off x="255731" y="1500384"/>
            <a:ext cx="3749040" cy="4639056"/>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a:extLst>
              <a:ext uri="{FF2B5EF4-FFF2-40B4-BE49-F238E27FC236}">
                <a16:creationId xmlns:a16="http://schemas.microsoft.com/office/drawing/2014/main" id="{C57ED4FB-4B73-84A8-5372-E4B6FA3972AC}"/>
              </a:ext>
            </a:extLst>
          </p:cNvPr>
          <p:cNvSpPr>
            <a:spLocks noGrp="1"/>
          </p:cNvSpPr>
          <p:nvPr>
            <p:ph type="body" sz="quarter" idx="3"/>
          </p:nvPr>
        </p:nvSpPr>
        <p:spPr>
          <a:xfrm>
            <a:off x="4093222" y="958436"/>
            <a:ext cx="3853965"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6" name="Content Placeholder 5">
            <a:extLst>
              <a:ext uri="{FF2B5EF4-FFF2-40B4-BE49-F238E27FC236}">
                <a16:creationId xmlns:a16="http://schemas.microsoft.com/office/drawing/2014/main" id="{7342A6DD-0EAB-9390-6A2F-A5DE17AEE703}"/>
              </a:ext>
            </a:extLst>
          </p:cNvPr>
          <p:cNvSpPr>
            <a:spLocks noGrp="1"/>
          </p:cNvSpPr>
          <p:nvPr>
            <p:ph sz="quarter" idx="4"/>
          </p:nvPr>
        </p:nvSpPr>
        <p:spPr>
          <a:xfrm>
            <a:off x="4093222" y="1501900"/>
            <a:ext cx="3853965" cy="4589686"/>
          </a:xfrm>
          <a:prstGeom prst="rect">
            <a:avLst/>
          </a:prstGeom>
          <a:ln>
            <a:noFill/>
          </a:ln>
        </p:spPr>
        <p:txBody>
          <a:bodyPr vert="horz" lIns="91440" tIns="45720" rIns="91440" bIns="45720" rtlCol="0">
            <a:normAutofit/>
          </a:bodyPr>
          <a:lstStyle>
            <a:lvl1pPr>
              <a:defRPr lang="en-US" sz="1800"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Text Placeholder 4">
            <a:extLst>
              <a:ext uri="{FF2B5EF4-FFF2-40B4-BE49-F238E27FC236}">
                <a16:creationId xmlns:a16="http://schemas.microsoft.com/office/drawing/2014/main" id="{3109D616-4FC5-525E-AAAE-BDF2ACFFB1FA}"/>
              </a:ext>
            </a:extLst>
          </p:cNvPr>
          <p:cNvSpPr>
            <a:spLocks noGrp="1"/>
          </p:cNvSpPr>
          <p:nvPr>
            <p:ph type="body" sz="quarter" idx="13"/>
          </p:nvPr>
        </p:nvSpPr>
        <p:spPr>
          <a:xfrm>
            <a:off x="8035637" y="958436"/>
            <a:ext cx="3853965"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8" name="Content Placeholder 5">
            <a:extLst>
              <a:ext uri="{FF2B5EF4-FFF2-40B4-BE49-F238E27FC236}">
                <a16:creationId xmlns:a16="http://schemas.microsoft.com/office/drawing/2014/main" id="{15635006-677D-4E22-4A1E-481ECFCE0369}"/>
              </a:ext>
            </a:extLst>
          </p:cNvPr>
          <p:cNvSpPr>
            <a:spLocks noGrp="1"/>
          </p:cNvSpPr>
          <p:nvPr>
            <p:ph sz="quarter" idx="14"/>
          </p:nvPr>
        </p:nvSpPr>
        <p:spPr>
          <a:xfrm>
            <a:off x="8035637" y="1515066"/>
            <a:ext cx="3853964" cy="416095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9" name="Title 8">
            <a:extLst>
              <a:ext uri="{FF2B5EF4-FFF2-40B4-BE49-F238E27FC236}">
                <a16:creationId xmlns:a16="http://schemas.microsoft.com/office/drawing/2014/main" id="{793BD321-9513-0497-3C10-3A00143A27A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10383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riple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185221-A38C-A70A-949D-CDFC8111357A}"/>
              </a:ext>
            </a:extLst>
          </p:cNvPr>
          <p:cNvSpPr>
            <a:spLocks noGrp="1"/>
          </p:cNvSpPr>
          <p:nvPr>
            <p:ph type="body" idx="1"/>
          </p:nvPr>
        </p:nvSpPr>
        <p:spPr>
          <a:xfrm>
            <a:off x="255732" y="958436"/>
            <a:ext cx="3749040"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74544F80-4B0B-1AC0-187E-31E3E922B481}"/>
              </a:ext>
            </a:extLst>
          </p:cNvPr>
          <p:cNvSpPr>
            <a:spLocks noGrp="1"/>
          </p:cNvSpPr>
          <p:nvPr>
            <p:ph sz="half" idx="2"/>
          </p:nvPr>
        </p:nvSpPr>
        <p:spPr>
          <a:xfrm>
            <a:off x="255731" y="1500384"/>
            <a:ext cx="3749040" cy="4639056"/>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5" name="Text Placeholder 4">
            <a:extLst>
              <a:ext uri="{FF2B5EF4-FFF2-40B4-BE49-F238E27FC236}">
                <a16:creationId xmlns:a16="http://schemas.microsoft.com/office/drawing/2014/main" id="{C57ED4FB-4B73-84A8-5372-E4B6FA3972AC}"/>
              </a:ext>
            </a:extLst>
          </p:cNvPr>
          <p:cNvSpPr>
            <a:spLocks noGrp="1"/>
          </p:cNvSpPr>
          <p:nvPr>
            <p:ph type="body" sz="quarter" idx="3"/>
          </p:nvPr>
        </p:nvSpPr>
        <p:spPr>
          <a:xfrm>
            <a:off x="4093222" y="958436"/>
            <a:ext cx="3853965"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6" name="Content Placeholder 5">
            <a:extLst>
              <a:ext uri="{FF2B5EF4-FFF2-40B4-BE49-F238E27FC236}">
                <a16:creationId xmlns:a16="http://schemas.microsoft.com/office/drawing/2014/main" id="{7342A6DD-0EAB-9390-6A2F-A5DE17AEE703}"/>
              </a:ext>
            </a:extLst>
          </p:cNvPr>
          <p:cNvSpPr>
            <a:spLocks noGrp="1"/>
          </p:cNvSpPr>
          <p:nvPr>
            <p:ph sz="quarter" idx="4"/>
          </p:nvPr>
        </p:nvSpPr>
        <p:spPr>
          <a:xfrm>
            <a:off x="4093222" y="1501900"/>
            <a:ext cx="3853965" cy="4589686"/>
          </a:xfrm>
          <a:prstGeom prst="rect">
            <a:avLst/>
          </a:prstGeom>
          <a:ln>
            <a:noFill/>
          </a:ln>
        </p:spPr>
        <p:txBody>
          <a:bodyPr vert="horz" lIns="91440" tIns="45720" rIns="91440" bIns="45720" rtlCol="0">
            <a:normAutofit/>
          </a:bodyPr>
          <a:lstStyle>
            <a:lvl1pPr>
              <a:defRPr lang="en-US" sz="1800"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7" name="Text Placeholder 4">
            <a:extLst>
              <a:ext uri="{FF2B5EF4-FFF2-40B4-BE49-F238E27FC236}">
                <a16:creationId xmlns:a16="http://schemas.microsoft.com/office/drawing/2014/main" id="{3109D616-4FC5-525E-AAAE-BDF2ACFFB1FA}"/>
              </a:ext>
            </a:extLst>
          </p:cNvPr>
          <p:cNvSpPr>
            <a:spLocks noGrp="1"/>
          </p:cNvSpPr>
          <p:nvPr>
            <p:ph type="body" sz="quarter" idx="13"/>
          </p:nvPr>
        </p:nvSpPr>
        <p:spPr>
          <a:xfrm>
            <a:off x="8035637" y="958436"/>
            <a:ext cx="3853965" cy="453862"/>
          </a:xfrm>
          <a:prstGeom prst="rect">
            <a:avLst/>
          </a:prstGeom>
          <a:noFill/>
          <a:ln>
            <a:noFill/>
          </a:ln>
        </p:spPr>
        <p:txBody>
          <a:bodyPr anchor="ctr">
            <a:normAutofit/>
          </a:bodyPr>
          <a:lstStyle>
            <a:lvl1pPr marL="0" indent="0">
              <a:buNone/>
              <a:defRPr sz="2000" b="1">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a:t>
            </a:r>
          </a:p>
        </p:txBody>
      </p:sp>
      <p:sp>
        <p:nvSpPr>
          <p:cNvPr id="8" name="Content Placeholder 5">
            <a:extLst>
              <a:ext uri="{FF2B5EF4-FFF2-40B4-BE49-F238E27FC236}">
                <a16:creationId xmlns:a16="http://schemas.microsoft.com/office/drawing/2014/main" id="{15635006-677D-4E22-4A1E-481ECFCE0369}"/>
              </a:ext>
            </a:extLst>
          </p:cNvPr>
          <p:cNvSpPr>
            <a:spLocks noGrp="1"/>
          </p:cNvSpPr>
          <p:nvPr>
            <p:ph sz="quarter" idx="14"/>
          </p:nvPr>
        </p:nvSpPr>
        <p:spPr>
          <a:xfrm>
            <a:off x="8035637" y="1515066"/>
            <a:ext cx="3853964" cy="4160958"/>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9" name="Title 8">
            <a:extLst>
              <a:ext uri="{FF2B5EF4-FFF2-40B4-BE49-F238E27FC236}">
                <a16:creationId xmlns:a16="http://schemas.microsoft.com/office/drawing/2014/main" id="{793BD321-9513-0497-3C10-3A00143A27A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036416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Faded Outline Logo">
    <p:spTree>
      <p:nvGrpSpPr>
        <p:cNvPr id="1" name=""/>
        <p:cNvGrpSpPr/>
        <p:nvPr/>
      </p:nvGrpSpPr>
      <p:grpSpPr>
        <a:xfrm>
          <a:off x="0" y="0"/>
          <a:ext cx="0" cy="0"/>
          <a:chOff x="0" y="0"/>
          <a:chExt cx="0" cy="0"/>
        </a:xfrm>
      </p:grpSpPr>
      <p:pic>
        <p:nvPicPr>
          <p:cNvPr id="3" name="Picture 2" descr="A colorful spiral shaped object&#10;&#10;Description automatically generated with medium confidence">
            <a:extLst>
              <a:ext uri="{FF2B5EF4-FFF2-40B4-BE49-F238E27FC236}">
                <a16:creationId xmlns:a16="http://schemas.microsoft.com/office/drawing/2014/main" id="{02C0E91D-401F-6516-D884-E9AC4EA81A5C}"/>
              </a:ext>
            </a:extLst>
          </p:cNvPr>
          <p:cNvPicPr>
            <a:picLocks noChangeAspect="1"/>
          </p:cNvPicPr>
          <p:nvPr userDrawn="1"/>
        </p:nvPicPr>
        <p:blipFill>
          <a:blip r:embed="rId2" cstate="print">
            <a:alphaModFix amt="25000"/>
            <a:extLst>
              <a:ext uri="{28A0092B-C50C-407E-A947-70E740481C1C}">
                <a14:useLocalDpi xmlns:a14="http://schemas.microsoft.com/office/drawing/2010/main"/>
              </a:ext>
            </a:extLst>
          </a:blip>
          <a:stretch>
            <a:fillRect/>
          </a:stretch>
        </p:blipFill>
        <p:spPr>
          <a:xfrm>
            <a:off x="6023037" y="495201"/>
            <a:ext cx="5867975" cy="5197033"/>
          </a:xfrm>
          <a:prstGeom prst="rect">
            <a:avLst/>
          </a:prstGeom>
        </p:spPr>
      </p:pic>
      <p:sp>
        <p:nvSpPr>
          <p:cNvPr id="11" name="Content Placeholder 2">
            <a:extLst>
              <a:ext uri="{FF2B5EF4-FFF2-40B4-BE49-F238E27FC236}">
                <a16:creationId xmlns:a16="http://schemas.microsoft.com/office/drawing/2014/main" id="{2D4E8A63-B778-2853-7DB2-D9787C1EB9FE}"/>
              </a:ext>
            </a:extLst>
          </p:cNvPr>
          <p:cNvSpPr>
            <a:spLocks noGrp="1"/>
          </p:cNvSpPr>
          <p:nvPr>
            <p:ph idx="1"/>
          </p:nvPr>
        </p:nvSpPr>
        <p:spPr>
          <a:xfrm>
            <a:off x="256033" y="942975"/>
            <a:ext cx="11634977" cy="4899029"/>
          </a:xfrm>
          <a:prstGeom prst="rect">
            <a:avLst/>
          </a:prstGeo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
        <p:nvSpPr>
          <p:cNvPr id="5" name="Title 4">
            <a:extLst>
              <a:ext uri="{FF2B5EF4-FFF2-40B4-BE49-F238E27FC236}">
                <a16:creationId xmlns:a16="http://schemas.microsoft.com/office/drawing/2014/main" id="{37B8E551-BA3A-0C8F-F325-B0820BA7BDB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274552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911A6-F2AE-2248-4363-F94276F9B376}"/>
              </a:ext>
            </a:extLst>
          </p:cNvPr>
          <p:cNvSpPr>
            <a:spLocks noGrp="1"/>
          </p:cNvSpPr>
          <p:nvPr>
            <p:ph type="title"/>
          </p:nvPr>
        </p:nvSpPr>
        <p:spPr>
          <a:xfrm>
            <a:off x="274071" y="323277"/>
            <a:ext cx="4712709" cy="997527"/>
          </a:xfrm>
          <a:prstGeom prst="rect">
            <a:avLst/>
          </a:prstGeom>
        </p:spPr>
        <p:txBody>
          <a:bodyPr anchor="t">
            <a:normAutofit/>
          </a:bodyPr>
          <a:lstStyle>
            <a:lvl1pPr>
              <a:defRPr sz="2800" b="1"/>
            </a:lvl1pPr>
          </a:lstStyle>
          <a:p>
            <a:r>
              <a:rPr lang="en-US"/>
              <a:t>Click to edit</a:t>
            </a:r>
          </a:p>
        </p:txBody>
      </p:sp>
      <p:sp>
        <p:nvSpPr>
          <p:cNvPr id="3" name="Content Placeholder 2">
            <a:extLst>
              <a:ext uri="{FF2B5EF4-FFF2-40B4-BE49-F238E27FC236}">
                <a16:creationId xmlns:a16="http://schemas.microsoft.com/office/drawing/2014/main" id="{09B49A9A-6B81-99C0-058B-929A0FE1E3DC}"/>
              </a:ext>
            </a:extLst>
          </p:cNvPr>
          <p:cNvSpPr>
            <a:spLocks noGrp="1"/>
          </p:cNvSpPr>
          <p:nvPr>
            <p:ph idx="1"/>
          </p:nvPr>
        </p:nvSpPr>
        <p:spPr>
          <a:xfrm>
            <a:off x="5101238" y="323276"/>
            <a:ext cx="6738337" cy="5545715"/>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4" name="Text Placeholder 3">
            <a:extLst>
              <a:ext uri="{FF2B5EF4-FFF2-40B4-BE49-F238E27FC236}">
                <a16:creationId xmlns:a16="http://schemas.microsoft.com/office/drawing/2014/main" id="{AD30A508-0FB0-62BB-C5FD-6920A4D517B3}"/>
              </a:ext>
            </a:extLst>
          </p:cNvPr>
          <p:cNvSpPr>
            <a:spLocks noGrp="1"/>
          </p:cNvSpPr>
          <p:nvPr>
            <p:ph type="body" sz="half" idx="2"/>
          </p:nvPr>
        </p:nvSpPr>
        <p:spPr>
          <a:xfrm>
            <a:off x="274071" y="1422400"/>
            <a:ext cx="4712709" cy="4813516"/>
          </a:xfrm>
          <a:prstGeom prst="rect">
            <a:avLst/>
          </a:prstGeo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Tree>
    <p:extLst>
      <p:ext uri="{BB962C8B-B14F-4D97-AF65-F5344CB8AC3E}">
        <p14:creationId xmlns:p14="http://schemas.microsoft.com/office/powerpoint/2010/main" val="29627397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77D4C-1C05-8DB2-1932-3EF7F2D3C3FA}"/>
              </a:ext>
            </a:extLst>
          </p:cNvPr>
          <p:cNvSpPr>
            <a:spLocks noGrp="1"/>
          </p:cNvSpPr>
          <p:nvPr>
            <p:ph type="title"/>
          </p:nvPr>
        </p:nvSpPr>
        <p:spPr>
          <a:xfrm>
            <a:off x="288063" y="345990"/>
            <a:ext cx="4745540" cy="808556"/>
          </a:xfrm>
          <a:prstGeom prst="rect">
            <a:avLst/>
          </a:prstGeom>
        </p:spPr>
        <p:txBody>
          <a:bodyPr anchor="t">
            <a:normAutofit/>
          </a:bodyPr>
          <a:lstStyle>
            <a:lvl1pPr>
              <a:defRPr sz="2800" b="1"/>
            </a:lvl1pPr>
          </a:lstStyle>
          <a:p>
            <a:r>
              <a:rPr lang="en-US"/>
              <a:t>Click to edit</a:t>
            </a:r>
          </a:p>
        </p:txBody>
      </p:sp>
      <p:sp>
        <p:nvSpPr>
          <p:cNvPr id="3" name="Picture Placeholder 2">
            <a:extLst>
              <a:ext uri="{FF2B5EF4-FFF2-40B4-BE49-F238E27FC236}">
                <a16:creationId xmlns:a16="http://schemas.microsoft.com/office/drawing/2014/main" id="{FFCCAABE-88B9-2EB5-A1CA-5494D5694075}"/>
              </a:ext>
            </a:extLst>
          </p:cNvPr>
          <p:cNvSpPr>
            <a:spLocks noGrp="1"/>
          </p:cNvSpPr>
          <p:nvPr>
            <p:ph type="pic" idx="1"/>
          </p:nvPr>
        </p:nvSpPr>
        <p:spPr>
          <a:xfrm>
            <a:off x="5162052" y="345987"/>
            <a:ext cx="6741885" cy="5496210"/>
          </a:xfrm>
          <a:prstGeom prst="rect">
            <a:avLst/>
          </a:prstGeom>
          <a:ln>
            <a:noFill/>
          </a:ln>
        </p:spPr>
        <p:txBody>
          <a:bodyPr vert="horz" lIns="91440" tIns="45720" rIns="91440" bIns="45720" rtlCol="0">
            <a:normAutofit/>
          </a:bodyPr>
          <a:lstStyle>
            <a:lvl1pPr>
              <a:defRPr lang="en-US"/>
            </a:lvl1pPr>
          </a:lstStyle>
          <a:p>
            <a:pPr lvl="0">
              <a:lnSpc>
                <a:spcPct val="100000"/>
              </a:lnSpc>
            </a:pPr>
            <a:r>
              <a:rPr lang="en-US"/>
              <a:t>Click icon to add picture</a:t>
            </a:r>
          </a:p>
        </p:txBody>
      </p:sp>
      <p:sp>
        <p:nvSpPr>
          <p:cNvPr id="4" name="Text Placeholder 3">
            <a:extLst>
              <a:ext uri="{FF2B5EF4-FFF2-40B4-BE49-F238E27FC236}">
                <a16:creationId xmlns:a16="http://schemas.microsoft.com/office/drawing/2014/main" id="{005321D7-75F9-A5B6-C681-60E04F1B813A}"/>
              </a:ext>
            </a:extLst>
          </p:cNvPr>
          <p:cNvSpPr>
            <a:spLocks noGrp="1"/>
          </p:cNvSpPr>
          <p:nvPr>
            <p:ph type="body" sz="half" idx="2"/>
          </p:nvPr>
        </p:nvSpPr>
        <p:spPr>
          <a:xfrm>
            <a:off x="288063" y="1256145"/>
            <a:ext cx="4745540" cy="4979771"/>
          </a:xfrm>
          <a:prstGeom prst="rect">
            <a:avLst/>
          </a:prstGeo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Tree>
    <p:extLst>
      <p:ext uri="{BB962C8B-B14F-4D97-AF65-F5344CB8AC3E}">
        <p14:creationId xmlns:p14="http://schemas.microsoft.com/office/powerpoint/2010/main" val="25873324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1AD550-2F3B-F5F0-DAA9-C9248CE401AB}"/>
              </a:ext>
            </a:extLst>
          </p:cNvPr>
          <p:cNvSpPr>
            <a:spLocks noGrp="1"/>
          </p:cNvSpPr>
          <p:nvPr>
            <p:ph type="body" sz="quarter" idx="13"/>
          </p:nvPr>
        </p:nvSpPr>
        <p:spPr>
          <a:xfrm>
            <a:off x="256033" y="907488"/>
            <a:ext cx="11631168" cy="360363"/>
          </a:xfrm>
        </p:spPr>
        <p:txBody>
          <a:bodyPr anchor="ctr">
            <a:noAutofit/>
          </a:bodyPr>
          <a:lstStyle>
            <a:lvl1pPr marL="0" indent="0">
              <a:buNone/>
              <a:defRPr sz="1800" b="1">
                <a:solidFill>
                  <a:schemeClr val="accent2"/>
                </a:solidFill>
              </a:defRPr>
            </a:lvl1pPr>
          </a:lstStyle>
          <a:p>
            <a:pPr lvl="0"/>
            <a:r>
              <a:rPr lang="en-US"/>
              <a:t>Click to edit</a:t>
            </a:r>
          </a:p>
        </p:txBody>
      </p:sp>
      <p:sp>
        <p:nvSpPr>
          <p:cNvPr id="4" name="Title 3">
            <a:extLst>
              <a:ext uri="{FF2B5EF4-FFF2-40B4-BE49-F238E27FC236}">
                <a16:creationId xmlns:a16="http://schemas.microsoft.com/office/drawing/2014/main" id="{0CCB9AE9-61F4-0B83-6EF8-B39D5D943A0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075089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1AD550-2F3B-F5F0-DAA9-C9248CE401AB}"/>
              </a:ext>
            </a:extLst>
          </p:cNvPr>
          <p:cNvSpPr>
            <a:spLocks noGrp="1"/>
          </p:cNvSpPr>
          <p:nvPr>
            <p:ph type="body" sz="quarter" idx="13"/>
          </p:nvPr>
        </p:nvSpPr>
        <p:spPr>
          <a:xfrm>
            <a:off x="256033" y="907488"/>
            <a:ext cx="11631168" cy="360363"/>
          </a:xfrm>
        </p:spPr>
        <p:txBody>
          <a:bodyPr anchor="ctr">
            <a:noAutofit/>
          </a:bodyPr>
          <a:lstStyle>
            <a:lvl1pPr marL="0" indent="0" algn="ctr">
              <a:buNone/>
              <a:defRPr sz="1800" b="1">
                <a:solidFill>
                  <a:schemeClr val="accent3"/>
                </a:solidFill>
              </a:defRPr>
            </a:lvl1pPr>
          </a:lstStyle>
          <a:p>
            <a:pPr lvl="0"/>
            <a:r>
              <a:rPr lang="en-US"/>
              <a:t>Click to edit</a:t>
            </a:r>
          </a:p>
        </p:txBody>
      </p:sp>
      <p:sp>
        <p:nvSpPr>
          <p:cNvPr id="2" name="Picture Placeholder 2">
            <a:extLst>
              <a:ext uri="{FF2B5EF4-FFF2-40B4-BE49-F238E27FC236}">
                <a16:creationId xmlns:a16="http://schemas.microsoft.com/office/drawing/2014/main" id="{8531849E-F42E-A806-81BB-55680DCCAAB2}"/>
              </a:ext>
            </a:extLst>
          </p:cNvPr>
          <p:cNvSpPr>
            <a:spLocks noGrp="1"/>
          </p:cNvSpPr>
          <p:nvPr>
            <p:ph type="pic" sz="quarter" idx="14"/>
          </p:nvPr>
        </p:nvSpPr>
        <p:spPr>
          <a:xfrm>
            <a:off x="1558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5" name="Picture Placeholder 2">
            <a:extLst>
              <a:ext uri="{FF2B5EF4-FFF2-40B4-BE49-F238E27FC236}">
                <a16:creationId xmlns:a16="http://schemas.microsoft.com/office/drawing/2014/main" id="{724036E8-81ED-0DA1-8612-058B8EB342F6}"/>
              </a:ext>
            </a:extLst>
          </p:cNvPr>
          <p:cNvSpPr>
            <a:spLocks noGrp="1"/>
          </p:cNvSpPr>
          <p:nvPr>
            <p:ph type="pic" sz="quarter" idx="15"/>
          </p:nvPr>
        </p:nvSpPr>
        <p:spPr>
          <a:xfrm>
            <a:off x="3971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6" name="Picture Placeholder 2">
            <a:extLst>
              <a:ext uri="{FF2B5EF4-FFF2-40B4-BE49-F238E27FC236}">
                <a16:creationId xmlns:a16="http://schemas.microsoft.com/office/drawing/2014/main" id="{8A0481DF-1990-F900-9EDC-AEE5FCF40237}"/>
              </a:ext>
            </a:extLst>
          </p:cNvPr>
          <p:cNvSpPr>
            <a:spLocks noGrp="1"/>
          </p:cNvSpPr>
          <p:nvPr>
            <p:ph type="pic" sz="quarter" idx="16"/>
          </p:nvPr>
        </p:nvSpPr>
        <p:spPr>
          <a:xfrm>
            <a:off x="6384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7" name="Picture Placeholder 2">
            <a:extLst>
              <a:ext uri="{FF2B5EF4-FFF2-40B4-BE49-F238E27FC236}">
                <a16:creationId xmlns:a16="http://schemas.microsoft.com/office/drawing/2014/main" id="{D5498499-FB15-EA0A-A309-451922BB40CB}"/>
              </a:ext>
            </a:extLst>
          </p:cNvPr>
          <p:cNvSpPr>
            <a:spLocks noGrp="1"/>
          </p:cNvSpPr>
          <p:nvPr>
            <p:ph type="pic" sz="quarter" idx="17"/>
          </p:nvPr>
        </p:nvSpPr>
        <p:spPr>
          <a:xfrm>
            <a:off x="8797165" y="3945920"/>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9" name="Picture Placeholder 2">
            <a:extLst>
              <a:ext uri="{FF2B5EF4-FFF2-40B4-BE49-F238E27FC236}">
                <a16:creationId xmlns:a16="http://schemas.microsoft.com/office/drawing/2014/main" id="{07DA0B40-6DF1-FA44-8C65-F1406E2E9500}"/>
              </a:ext>
            </a:extLst>
          </p:cNvPr>
          <p:cNvSpPr>
            <a:spLocks noGrp="1"/>
          </p:cNvSpPr>
          <p:nvPr>
            <p:ph type="pic" sz="quarter" idx="18"/>
          </p:nvPr>
        </p:nvSpPr>
        <p:spPr>
          <a:xfrm>
            <a:off x="2767079" y="1603236"/>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11" name="Picture Placeholder 2">
            <a:extLst>
              <a:ext uri="{FF2B5EF4-FFF2-40B4-BE49-F238E27FC236}">
                <a16:creationId xmlns:a16="http://schemas.microsoft.com/office/drawing/2014/main" id="{166B0A5A-E45B-0AAC-1EF5-C32C3201F00D}"/>
              </a:ext>
            </a:extLst>
          </p:cNvPr>
          <p:cNvSpPr>
            <a:spLocks noGrp="1"/>
          </p:cNvSpPr>
          <p:nvPr>
            <p:ph type="pic" sz="quarter" idx="19"/>
          </p:nvPr>
        </p:nvSpPr>
        <p:spPr>
          <a:xfrm>
            <a:off x="5177664" y="1603236"/>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12" name="Picture Placeholder 2">
            <a:extLst>
              <a:ext uri="{FF2B5EF4-FFF2-40B4-BE49-F238E27FC236}">
                <a16:creationId xmlns:a16="http://schemas.microsoft.com/office/drawing/2014/main" id="{AB9EA7A6-EEA8-3553-3434-599B7CA0EAC9}"/>
              </a:ext>
            </a:extLst>
          </p:cNvPr>
          <p:cNvSpPr>
            <a:spLocks noGrp="1"/>
          </p:cNvSpPr>
          <p:nvPr>
            <p:ph type="pic" sz="quarter" idx="20"/>
          </p:nvPr>
        </p:nvSpPr>
        <p:spPr>
          <a:xfrm>
            <a:off x="7590665" y="1603236"/>
            <a:ext cx="1385820" cy="1385820"/>
          </a:xfrm>
          <a:prstGeom prst="roundRect">
            <a:avLst>
              <a:gd name="adj" fmla="val 50000"/>
            </a:avLst>
          </a:prstGeom>
        </p:spPr>
        <p:txBody>
          <a:bodyPr>
            <a:normAutofit/>
          </a:bodyPr>
          <a:lstStyle>
            <a:lvl1pPr marL="0" indent="0" algn="ctr">
              <a:buNone/>
              <a:defRPr sz="1100"/>
            </a:lvl1pPr>
          </a:lstStyle>
          <a:p>
            <a:endParaRPr lang="en-US"/>
          </a:p>
        </p:txBody>
      </p:sp>
      <p:sp>
        <p:nvSpPr>
          <p:cNvPr id="16" name="Title 3">
            <a:extLst>
              <a:ext uri="{FF2B5EF4-FFF2-40B4-BE49-F238E27FC236}">
                <a16:creationId xmlns:a16="http://schemas.microsoft.com/office/drawing/2014/main" id="{0CCB9AE9-61F4-0B83-6EF8-B39D5D943A03}"/>
              </a:ext>
            </a:extLst>
          </p:cNvPr>
          <p:cNvSpPr>
            <a:spLocks noGrp="1"/>
          </p:cNvSpPr>
          <p:nvPr>
            <p:ph type="title"/>
          </p:nvPr>
        </p:nvSpPr>
        <p:spPr>
          <a:xfrm>
            <a:off x="256033" y="237744"/>
            <a:ext cx="11631168" cy="612959"/>
          </a:xfrm>
        </p:spPr>
        <p:txBody>
          <a:bodyPr/>
          <a:lstStyle>
            <a:lvl1pPr algn="ctr">
              <a:defRPr/>
            </a:lvl1pPr>
          </a:lstStyle>
          <a:p>
            <a:r>
              <a:rPr lang="en-US"/>
              <a:t>Click to edit Master title style</a:t>
            </a:r>
          </a:p>
        </p:txBody>
      </p:sp>
      <p:sp>
        <p:nvSpPr>
          <p:cNvPr id="23" name="Text Placeholder 22">
            <a:extLst>
              <a:ext uri="{FF2B5EF4-FFF2-40B4-BE49-F238E27FC236}">
                <a16:creationId xmlns:a16="http://schemas.microsoft.com/office/drawing/2014/main" id="{25C1D309-AAEE-6327-655D-2037C6A9FA87}"/>
              </a:ext>
            </a:extLst>
          </p:cNvPr>
          <p:cNvSpPr>
            <a:spLocks noGrp="1"/>
          </p:cNvSpPr>
          <p:nvPr>
            <p:ph type="body" sz="quarter" idx="21" hasCustomPrompt="1"/>
          </p:nvPr>
        </p:nvSpPr>
        <p:spPr>
          <a:xfrm>
            <a:off x="2493328" y="3025197"/>
            <a:ext cx="1930082" cy="194253"/>
          </a:xfrm>
        </p:spPr>
        <p:txBody>
          <a:bodyPr anchor="ctr">
            <a:normAutofit/>
          </a:bodyPr>
          <a:lstStyle>
            <a:lvl1pPr marL="0" indent="0" algn="ctr">
              <a:buNone/>
              <a:defRPr sz="1200" b="1"/>
            </a:lvl1pPr>
          </a:lstStyle>
          <a:p>
            <a:pPr lvl="0"/>
            <a:r>
              <a:rPr lang="en-US"/>
              <a:t>Name</a:t>
            </a:r>
          </a:p>
        </p:txBody>
      </p:sp>
      <p:sp>
        <p:nvSpPr>
          <p:cNvPr id="24" name="Text Placeholder 22">
            <a:extLst>
              <a:ext uri="{FF2B5EF4-FFF2-40B4-BE49-F238E27FC236}">
                <a16:creationId xmlns:a16="http://schemas.microsoft.com/office/drawing/2014/main" id="{8681265B-C8C5-95F5-C577-0676075E06BA}"/>
              </a:ext>
            </a:extLst>
          </p:cNvPr>
          <p:cNvSpPr>
            <a:spLocks noGrp="1"/>
          </p:cNvSpPr>
          <p:nvPr>
            <p:ph type="body" sz="quarter" idx="22" hasCustomPrompt="1"/>
          </p:nvPr>
        </p:nvSpPr>
        <p:spPr>
          <a:xfrm>
            <a:off x="2493328" y="3253902"/>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25" name="Text Placeholder 22">
            <a:extLst>
              <a:ext uri="{FF2B5EF4-FFF2-40B4-BE49-F238E27FC236}">
                <a16:creationId xmlns:a16="http://schemas.microsoft.com/office/drawing/2014/main" id="{B6391AA2-C3FD-0620-C40E-61040EBC88DC}"/>
              </a:ext>
            </a:extLst>
          </p:cNvPr>
          <p:cNvSpPr>
            <a:spLocks noGrp="1"/>
          </p:cNvSpPr>
          <p:nvPr>
            <p:ph type="body" sz="quarter" idx="23" hasCustomPrompt="1"/>
          </p:nvPr>
        </p:nvSpPr>
        <p:spPr>
          <a:xfrm>
            <a:off x="4928755" y="3025197"/>
            <a:ext cx="1930082" cy="194253"/>
          </a:xfrm>
        </p:spPr>
        <p:txBody>
          <a:bodyPr anchor="ctr">
            <a:normAutofit/>
          </a:bodyPr>
          <a:lstStyle>
            <a:lvl1pPr marL="0" indent="0" algn="ctr">
              <a:buNone/>
              <a:defRPr sz="1200" b="1"/>
            </a:lvl1pPr>
          </a:lstStyle>
          <a:p>
            <a:pPr lvl="0"/>
            <a:r>
              <a:rPr lang="en-US"/>
              <a:t>Name</a:t>
            </a:r>
          </a:p>
        </p:txBody>
      </p:sp>
      <p:sp>
        <p:nvSpPr>
          <p:cNvPr id="26" name="Text Placeholder 22">
            <a:extLst>
              <a:ext uri="{FF2B5EF4-FFF2-40B4-BE49-F238E27FC236}">
                <a16:creationId xmlns:a16="http://schemas.microsoft.com/office/drawing/2014/main" id="{1A5E2C2A-0B02-9273-D84F-53D19103FDC6}"/>
              </a:ext>
            </a:extLst>
          </p:cNvPr>
          <p:cNvSpPr>
            <a:spLocks noGrp="1"/>
          </p:cNvSpPr>
          <p:nvPr>
            <p:ph type="body" sz="quarter" idx="24" hasCustomPrompt="1"/>
          </p:nvPr>
        </p:nvSpPr>
        <p:spPr>
          <a:xfrm>
            <a:off x="4928755" y="3253902"/>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27" name="Text Placeholder 22">
            <a:extLst>
              <a:ext uri="{FF2B5EF4-FFF2-40B4-BE49-F238E27FC236}">
                <a16:creationId xmlns:a16="http://schemas.microsoft.com/office/drawing/2014/main" id="{41046EE2-483D-9B54-F0F2-B2E06A531084}"/>
              </a:ext>
            </a:extLst>
          </p:cNvPr>
          <p:cNvSpPr>
            <a:spLocks noGrp="1"/>
          </p:cNvSpPr>
          <p:nvPr>
            <p:ph type="body" sz="quarter" idx="25" hasCustomPrompt="1"/>
          </p:nvPr>
        </p:nvSpPr>
        <p:spPr>
          <a:xfrm>
            <a:off x="7364182" y="3025197"/>
            <a:ext cx="1930082" cy="194253"/>
          </a:xfrm>
        </p:spPr>
        <p:txBody>
          <a:bodyPr anchor="ctr">
            <a:normAutofit/>
          </a:bodyPr>
          <a:lstStyle>
            <a:lvl1pPr marL="0" indent="0" algn="ctr">
              <a:buNone/>
              <a:defRPr sz="1200" b="1"/>
            </a:lvl1pPr>
          </a:lstStyle>
          <a:p>
            <a:pPr lvl="0"/>
            <a:r>
              <a:rPr lang="en-US"/>
              <a:t>Name</a:t>
            </a:r>
          </a:p>
        </p:txBody>
      </p:sp>
      <p:sp>
        <p:nvSpPr>
          <p:cNvPr id="28" name="Text Placeholder 22">
            <a:extLst>
              <a:ext uri="{FF2B5EF4-FFF2-40B4-BE49-F238E27FC236}">
                <a16:creationId xmlns:a16="http://schemas.microsoft.com/office/drawing/2014/main" id="{4869DC5D-9007-D262-6CC6-1DDC5C7D044D}"/>
              </a:ext>
            </a:extLst>
          </p:cNvPr>
          <p:cNvSpPr>
            <a:spLocks noGrp="1"/>
          </p:cNvSpPr>
          <p:nvPr>
            <p:ph type="body" sz="quarter" idx="26" hasCustomPrompt="1"/>
          </p:nvPr>
        </p:nvSpPr>
        <p:spPr>
          <a:xfrm>
            <a:off x="7364182" y="3253902"/>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29" name="Text Placeholder 22">
            <a:extLst>
              <a:ext uri="{FF2B5EF4-FFF2-40B4-BE49-F238E27FC236}">
                <a16:creationId xmlns:a16="http://schemas.microsoft.com/office/drawing/2014/main" id="{1875C7FE-3C20-B57A-C577-D81074FA072C}"/>
              </a:ext>
            </a:extLst>
          </p:cNvPr>
          <p:cNvSpPr>
            <a:spLocks noGrp="1"/>
          </p:cNvSpPr>
          <p:nvPr>
            <p:ph type="body" sz="quarter" idx="27" hasCustomPrompt="1"/>
          </p:nvPr>
        </p:nvSpPr>
        <p:spPr>
          <a:xfrm>
            <a:off x="1293457" y="5375874"/>
            <a:ext cx="1930082" cy="194253"/>
          </a:xfrm>
        </p:spPr>
        <p:txBody>
          <a:bodyPr anchor="ctr">
            <a:normAutofit/>
          </a:bodyPr>
          <a:lstStyle>
            <a:lvl1pPr marL="0" indent="0" algn="ctr">
              <a:buNone/>
              <a:defRPr sz="1200" b="1"/>
            </a:lvl1pPr>
          </a:lstStyle>
          <a:p>
            <a:pPr lvl="0"/>
            <a:r>
              <a:rPr lang="en-US"/>
              <a:t>Name</a:t>
            </a:r>
          </a:p>
        </p:txBody>
      </p:sp>
      <p:sp>
        <p:nvSpPr>
          <p:cNvPr id="30" name="Text Placeholder 22">
            <a:extLst>
              <a:ext uri="{FF2B5EF4-FFF2-40B4-BE49-F238E27FC236}">
                <a16:creationId xmlns:a16="http://schemas.microsoft.com/office/drawing/2014/main" id="{0A60A4A4-D183-4F5C-4E03-EC59A18F8350}"/>
              </a:ext>
            </a:extLst>
          </p:cNvPr>
          <p:cNvSpPr>
            <a:spLocks noGrp="1"/>
          </p:cNvSpPr>
          <p:nvPr>
            <p:ph type="body" sz="quarter" idx="28" hasCustomPrompt="1"/>
          </p:nvPr>
        </p:nvSpPr>
        <p:spPr>
          <a:xfrm>
            <a:off x="1293457"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31" name="Text Placeholder 22">
            <a:extLst>
              <a:ext uri="{FF2B5EF4-FFF2-40B4-BE49-F238E27FC236}">
                <a16:creationId xmlns:a16="http://schemas.microsoft.com/office/drawing/2014/main" id="{A7043F41-79E2-9602-C451-95DC29036AEA}"/>
              </a:ext>
            </a:extLst>
          </p:cNvPr>
          <p:cNvSpPr>
            <a:spLocks noGrp="1"/>
          </p:cNvSpPr>
          <p:nvPr>
            <p:ph type="body" sz="quarter" idx="29" hasCustomPrompt="1"/>
          </p:nvPr>
        </p:nvSpPr>
        <p:spPr>
          <a:xfrm>
            <a:off x="3697659" y="5375874"/>
            <a:ext cx="1930082" cy="194253"/>
          </a:xfrm>
        </p:spPr>
        <p:txBody>
          <a:bodyPr anchor="ctr">
            <a:normAutofit/>
          </a:bodyPr>
          <a:lstStyle>
            <a:lvl1pPr marL="0" indent="0" algn="ctr">
              <a:buNone/>
              <a:defRPr sz="1200" b="1"/>
            </a:lvl1pPr>
          </a:lstStyle>
          <a:p>
            <a:pPr lvl="0"/>
            <a:r>
              <a:rPr lang="en-US"/>
              <a:t>Name</a:t>
            </a:r>
          </a:p>
        </p:txBody>
      </p:sp>
      <p:sp>
        <p:nvSpPr>
          <p:cNvPr id="32" name="Text Placeholder 22">
            <a:extLst>
              <a:ext uri="{FF2B5EF4-FFF2-40B4-BE49-F238E27FC236}">
                <a16:creationId xmlns:a16="http://schemas.microsoft.com/office/drawing/2014/main" id="{B570A5F3-EC03-A782-5E72-351830233029}"/>
              </a:ext>
            </a:extLst>
          </p:cNvPr>
          <p:cNvSpPr>
            <a:spLocks noGrp="1"/>
          </p:cNvSpPr>
          <p:nvPr>
            <p:ph type="body" sz="quarter" idx="30" hasCustomPrompt="1"/>
          </p:nvPr>
        </p:nvSpPr>
        <p:spPr>
          <a:xfrm>
            <a:off x="3697659"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33" name="Text Placeholder 22">
            <a:extLst>
              <a:ext uri="{FF2B5EF4-FFF2-40B4-BE49-F238E27FC236}">
                <a16:creationId xmlns:a16="http://schemas.microsoft.com/office/drawing/2014/main" id="{CE884788-749A-5DD6-13E0-FE5BB25D72DE}"/>
              </a:ext>
            </a:extLst>
          </p:cNvPr>
          <p:cNvSpPr>
            <a:spLocks noGrp="1"/>
          </p:cNvSpPr>
          <p:nvPr>
            <p:ph type="body" sz="quarter" idx="31" hasCustomPrompt="1"/>
          </p:nvPr>
        </p:nvSpPr>
        <p:spPr>
          <a:xfrm>
            <a:off x="6137546" y="5375874"/>
            <a:ext cx="1930082" cy="194253"/>
          </a:xfrm>
        </p:spPr>
        <p:txBody>
          <a:bodyPr anchor="ctr">
            <a:normAutofit/>
          </a:bodyPr>
          <a:lstStyle>
            <a:lvl1pPr marL="0" indent="0" algn="ctr">
              <a:buNone/>
              <a:defRPr sz="1200" b="1"/>
            </a:lvl1pPr>
          </a:lstStyle>
          <a:p>
            <a:pPr lvl="0"/>
            <a:r>
              <a:rPr lang="en-US"/>
              <a:t>Name</a:t>
            </a:r>
          </a:p>
        </p:txBody>
      </p:sp>
      <p:sp>
        <p:nvSpPr>
          <p:cNvPr id="34" name="Text Placeholder 22">
            <a:extLst>
              <a:ext uri="{FF2B5EF4-FFF2-40B4-BE49-F238E27FC236}">
                <a16:creationId xmlns:a16="http://schemas.microsoft.com/office/drawing/2014/main" id="{F1AC9B3F-E94A-9D36-C08B-E46BDC1AA49F}"/>
              </a:ext>
            </a:extLst>
          </p:cNvPr>
          <p:cNvSpPr>
            <a:spLocks noGrp="1"/>
          </p:cNvSpPr>
          <p:nvPr>
            <p:ph type="body" sz="quarter" idx="32" hasCustomPrompt="1"/>
          </p:nvPr>
        </p:nvSpPr>
        <p:spPr>
          <a:xfrm>
            <a:off x="6137546"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
        <p:nvSpPr>
          <p:cNvPr id="35" name="Text Placeholder 22">
            <a:extLst>
              <a:ext uri="{FF2B5EF4-FFF2-40B4-BE49-F238E27FC236}">
                <a16:creationId xmlns:a16="http://schemas.microsoft.com/office/drawing/2014/main" id="{AEAFC818-C41B-08F2-E697-BABF1219BCB0}"/>
              </a:ext>
            </a:extLst>
          </p:cNvPr>
          <p:cNvSpPr>
            <a:spLocks noGrp="1"/>
          </p:cNvSpPr>
          <p:nvPr>
            <p:ph type="body" sz="quarter" idx="33" hasCustomPrompt="1"/>
          </p:nvPr>
        </p:nvSpPr>
        <p:spPr>
          <a:xfrm>
            <a:off x="8575996" y="5375874"/>
            <a:ext cx="1930082" cy="194253"/>
          </a:xfrm>
        </p:spPr>
        <p:txBody>
          <a:bodyPr anchor="ctr">
            <a:normAutofit/>
          </a:bodyPr>
          <a:lstStyle>
            <a:lvl1pPr marL="0" indent="0" algn="ctr">
              <a:buNone/>
              <a:defRPr sz="1200" b="1"/>
            </a:lvl1pPr>
          </a:lstStyle>
          <a:p>
            <a:pPr lvl="0"/>
            <a:r>
              <a:rPr lang="en-US"/>
              <a:t>Name</a:t>
            </a:r>
          </a:p>
        </p:txBody>
      </p:sp>
      <p:sp>
        <p:nvSpPr>
          <p:cNvPr id="36" name="Text Placeholder 22">
            <a:extLst>
              <a:ext uri="{FF2B5EF4-FFF2-40B4-BE49-F238E27FC236}">
                <a16:creationId xmlns:a16="http://schemas.microsoft.com/office/drawing/2014/main" id="{99F6FC27-A605-803F-7622-388D7FF9F1E6}"/>
              </a:ext>
            </a:extLst>
          </p:cNvPr>
          <p:cNvSpPr>
            <a:spLocks noGrp="1"/>
          </p:cNvSpPr>
          <p:nvPr>
            <p:ph type="body" sz="quarter" idx="34" hasCustomPrompt="1"/>
          </p:nvPr>
        </p:nvSpPr>
        <p:spPr>
          <a:xfrm>
            <a:off x="8575996" y="5604579"/>
            <a:ext cx="1930082" cy="175098"/>
          </a:xfrm>
        </p:spPr>
        <p:txBody>
          <a:bodyPr anchor="ctr">
            <a:normAutofit/>
          </a:bodyPr>
          <a:lstStyle>
            <a:lvl1pPr marL="0" indent="0" algn="ctr">
              <a:buNone/>
              <a:defRPr sz="800" b="0">
                <a:solidFill>
                  <a:schemeClr val="bg1">
                    <a:lumMod val="50000"/>
                  </a:schemeClr>
                </a:solidFill>
              </a:defRPr>
            </a:lvl1pPr>
          </a:lstStyle>
          <a:p>
            <a:pPr lvl="0"/>
            <a:r>
              <a:rPr lang="en-US"/>
              <a:t>Name</a:t>
            </a:r>
          </a:p>
        </p:txBody>
      </p:sp>
    </p:spTree>
    <p:extLst>
      <p:ext uri="{BB962C8B-B14F-4D97-AF65-F5344CB8AC3E}">
        <p14:creationId xmlns:p14="http://schemas.microsoft.com/office/powerpoint/2010/main" val="6270624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Blank with Bor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63458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with Border no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3953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6A0514-1ECB-74B0-0319-90CDB66390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13053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F8A71D-481D-DCF8-BE35-EF9C3D098EC6}"/>
              </a:ext>
            </a:extLst>
          </p:cNvPr>
          <p:cNvSpPr>
            <a:spLocks noGrp="1"/>
          </p:cNvSpPr>
          <p:nvPr>
            <p:ph type="title"/>
          </p:nvPr>
        </p:nvSpPr>
        <p:spPr/>
        <p:txBody>
          <a:bodyPr anchor="ctr" anchorCtr="0">
            <a:noAutofit/>
          </a:bodyPr>
          <a:lstStyle/>
          <a:p>
            <a:r>
              <a:rPr lang="en-US"/>
              <a:t>Click to edit Master title style</a:t>
            </a:r>
          </a:p>
        </p:txBody>
      </p:sp>
    </p:spTree>
    <p:extLst>
      <p:ext uri="{BB962C8B-B14F-4D97-AF65-F5344CB8AC3E}">
        <p14:creationId xmlns:p14="http://schemas.microsoft.com/office/powerpoint/2010/main" val="22688000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Only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AF8A71D-481D-DCF8-BE35-EF9C3D098EC6}"/>
              </a:ext>
            </a:extLst>
          </p:cNvPr>
          <p:cNvSpPr>
            <a:spLocks noGrp="1"/>
          </p:cNvSpPr>
          <p:nvPr>
            <p:ph type="title"/>
          </p:nvPr>
        </p:nvSpPr>
        <p:spPr>
          <a:xfrm>
            <a:off x="1017017" y="237744"/>
            <a:ext cx="10157967" cy="612959"/>
          </a:xfrm>
        </p:spPr>
        <p:txBody>
          <a:bodyPr anchor="ctr" anchorCtr="0">
            <a:noAutofit/>
          </a:bodyPr>
          <a:lstStyle>
            <a:lvl1pPr algn="ctr">
              <a:defRPr/>
            </a:lvl1pPr>
          </a:lstStyle>
          <a:p>
            <a:r>
              <a:rPr lang="en-US"/>
              <a:t>Click to edit Master title style</a:t>
            </a:r>
          </a:p>
        </p:txBody>
      </p:sp>
    </p:spTree>
    <p:extLst>
      <p:ext uri="{BB962C8B-B14F-4D97-AF65-F5344CB8AC3E}">
        <p14:creationId xmlns:p14="http://schemas.microsoft.com/office/powerpoint/2010/main" val="12538867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Title Only 2">
    <p:spTree>
      <p:nvGrpSpPr>
        <p:cNvPr id="1" name=""/>
        <p:cNvGrpSpPr/>
        <p:nvPr/>
      </p:nvGrpSpPr>
      <p:grpSpPr>
        <a:xfrm>
          <a:off x="0" y="0"/>
          <a:ext cx="0" cy="0"/>
          <a:chOff x="0" y="0"/>
          <a:chExt cx="0" cy="0"/>
        </a:xfrm>
      </p:grpSpPr>
      <p:sp>
        <p:nvSpPr>
          <p:cNvPr id="2" name="Free-form: Shape 81">
            <a:extLst>
              <a:ext uri="{FF2B5EF4-FFF2-40B4-BE49-F238E27FC236}">
                <a16:creationId xmlns:a16="http://schemas.microsoft.com/office/drawing/2014/main" id="{B1B941AA-6E75-3096-B4CD-36A1BD6795ED}"/>
              </a:ext>
            </a:extLst>
          </p:cNvPr>
          <p:cNvSpPr/>
          <p:nvPr userDrawn="1"/>
        </p:nvSpPr>
        <p:spPr>
          <a:xfrm flipH="1" flipV="1">
            <a:off x="9186320" y="746502"/>
            <a:ext cx="3005680" cy="4736223"/>
          </a:xfrm>
          <a:custGeom>
            <a:avLst/>
            <a:gdLst>
              <a:gd name="connsiteX0" fmla="*/ 1173480 w 2346960"/>
              <a:gd name="connsiteY0" fmla="*/ 3698240 h 3698240"/>
              <a:gd name="connsiteX1" fmla="*/ 2346960 w 2346960"/>
              <a:gd name="connsiteY1" fmla="*/ 2524760 h 3698240"/>
              <a:gd name="connsiteX2" fmla="*/ 2346960 w 2346960"/>
              <a:gd name="connsiteY2" fmla="*/ 1173480 h 3698240"/>
              <a:gd name="connsiteX3" fmla="*/ 2346960 w 2346960"/>
              <a:gd name="connsiteY3" fmla="*/ 0 h 3698240"/>
              <a:gd name="connsiteX4" fmla="*/ 1173480 w 2346960"/>
              <a:gd name="connsiteY4" fmla="*/ 0 h 3698240"/>
              <a:gd name="connsiteX5" fmla="*/ 0 w 2346960"/>
              <a:gd name="connsiteY5" fmla="*/ 1173480 h 3698240"/>
              <a:gd name="connsiteX6" fmla="*/ 0 w 2346960"/>
              <a:gd name="connsiteY6" fmla="*/ 2524760 h 3698240"/>
              <a:gd name="connsiteX7" fmla="*/ 1173480 w 2346960"/>
              <a:gd name="connsiteY7" fmla="*/ 3698240 h 36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6960" h="3698240">
                <a:moveTo>
                  <a:pt x="1173480" y="3698240"/>
                </a:moveTo>
                <a:cubicBezTo>
                  <a:pt x="1821575" y="3698240"/>
                  <a:pt x="2346960" y="3172855"/>
                  <a:pt x="2346960" y="2524760"/>
                </a:cubicBezTo>
                <a:lnTo>
                  <a:pt x="2346960" y="1173480"/>
                </a:lnTo>
                <a:lnTo>
                  <a:pt x="2346960" y="0"/>
                </a:lnTo>
                <a:lnTo>
                  <a:pt x="1173480" y="0"/>
                </a:lnTo>
                <a:cubicBezTo>
                  <a:pt x="525385" y="0"/>
                  <a:pt x="0" y="525385"/>
                  <a:pt x="0" y="1173480"/>
                </a:cubicBezTo>
                <a:lnTo>
                  <a:pt x="0" y="2524760"/>
                </a:lnTo>
                <a:cubicBezTo>
                  <a:pt x="0" y="3172855"/>
                  <a:pt x="525385" y="3698240"/>
                  <a:pt x="1173480" y="3698240"/>
                </a:cubicBezTo>
                <a:close/>
              </a:path>
            </a:pathLst>
          </a:custGeom>
          <a:gradFill>
            <a:gsLst>
              <a:gs pos="0">
                <a:schemeClr val="bg1">
                  <a:lumMod val="95000"/>
                </a:schemeClr>
              </a:gs>
              <a:gs pos="91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3" name="Free-form: Shape 89">
            <a:extLst>
              <a:ext uri="{FF2B5EF4-FFF2-40B4-BE49-F238E27FC236}">
                <a16:creationId xmlns:a16="http://schemas.microsoft.com/office/drawing/2014/main" id="{ED8134C3-53A9-A581-109B-0F56D190758C}"/>
              </a:ext>
            </a:extLst>
          </p:cNvPr>
          <p:cNvSpPr/>
          <p:nvPr userDrawn="1"/>
        </p:nvSpPr>
        <p:spPr>
          <a:xfrm flipH="1" flipV="1">
            <a:off x="6489419" y="-1"/>
            <a:ext cx="3005680" cy="1482897"/>
          </a:xfrm>
          <a:custGeom>
            <a:avLst/>
            <a:gdLst>
              <a:gd name="connsiteX0" fmla="*/ 3005680 w 3005680"/>
              <a:gd name="connsiteY0" fmla="*/ 1789377 h 1789377"/>
              <a:gd name="connsiteX1" fmla="*/ 0 w 3005680"/>
              <a:gd name="connsiteY1" fmla="*/ 1789377 h 1789377"/>
              <a:gd name="connsiteX2" fmla="*/ 0 w 3005680"/>
              <a:gd name="connsiteY2" fmla="*/ 1502840 h 1789377"/>
              <a:gd name="connsiteX3" fmla="*/ 1502840 w 3005680"/>
              <a:gd name="connsiteY3" fmla="*/ 0 h 1789377"/>
              <a:gd name="connsiteX4" fmla="*/ 3005680 w 3005680"/>
              <a:gd name="connsiteY4" fmla="*/ 0 h 1789377"/>
              <a:gd name="connsiteX5" fmla="*/ 3005680 w 3005680"/>
              <a:gd name="connsiteY5" fmla="*/ 1502840 h 178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5680" h="1789377">
                <a:moveTo>
                  <a:pt x="3005680" y="1789377"/>
                </a:moveTo>
                <a:lnTo>
                  <a:pt x="0" y="1789377"/>
                </a:lnTo>
                <a:lnTo>
                  <a:pt x="0" y="1502840"/>
                </a:lnTo>
                <a:cubicBezTo>
                  <a:pt x="0" y="672845"/>
                  <a:pt x="672845" y="0"/>
                  <a:pt x="1502840" y="0"/>
                </a:cubicBezTo>
                <a:lnTo>
                  <a:pt x="3005680" y="0"/>
                </a:lnTo>
                <a:lnTo>
                  <a:pt x="3005680" y="1502840"/>
                </a:lnTo>
                <a:close/>
              </a:path>
            </a:pathLst>
          </a:custGeom>
          <a:gradFill>
            <a:gsLst>
              <a:gs pos="17000">
                <a:schemeClr val="bg1">
                  <a:lumMod val="95000"/>
                </a:schemeClr>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4" name="Free-form: Shape 84">
            <a:extLst>
              <a:ext uri="{FF2B5EF4-FFF2-40B4-BE49-F238E27FC236}">
                <a16:creationId xmlns:a16="http://schemas.microsoft.com/office/drawing/2014/main" id="{D8CF51F3-0A5C-FA9B-EDD5-058146DAA3AB}"/>
              </a:ext>
            </a:extLst>
          </p:cNvPr>
          <p:cNvSpPr/>
          <p:nvPr userDrawn="1"/>
        </p:nvSpPr>
        <p:spPr>
          <a:xfrm>
            <a:off x="0" y="2075770"/>
            <a:ext cx="3005680" cy="4736223"/>
          </a:xfrm>
          <a:custGeom>
            <a:avLst/>
            <a:gdLst>
              <a:gd name="connsiteX0" fmla="*/ 1173480 w 2346960"/>
              <a:gd name="connsiteY0" fmla="*/ 3698240 h 3698240"/>
              <a:gd name="connsiteX1" fmla="*/ 2346960 w 2346960"/>
              <a:gd name="connsiteY1" fmla="*/ 2524760 h 3698240"/>
              <a:gd name="connsiteX2" fmla="*/ 2346960 w 2346960"/>
              <a:gd name="connsiteY2" fmla="*/ 1173480 h 3698240"/>
              <a:gd name="connsiteX3" fmla="*/ 2346960 w 2346960"/>
              <a:gd name="connsiteY3" fmla="*/ 0 h 3698240"/>
              <a:gd name="connsiteX4" fmla="*/ 1173480 w 2346960"/>
              <a:gd name="connsiteY4" fmla="*/ 0 h 3698240"/>
              <a:gd name="connsiteX5" fmla="*/ 0 w 2346960"/>
              <a:gd name="connsiteY5" fmla="*/ 1173480 h 3698240"/>
              <a:gd name="connsiteX6" fmla="*/ 0 w 2346960"/>
              <a:gd name="connsiteY6" fmla="*/ 2524760 h 3698240"/>
              <a:gd name="connsiteX7" fmla="*/ 1173480 w 2346960"/>
              <a:gd name="connsiteY7" fmla="*/ 3698240 h 3698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6960" h="3698240">
                <a:moveTo>
                  <a:pt x="1173480" y="3698240"/>
                </a:moveTo>
                <a:cubicBezTo>
                  <a:pt x="1821575" y="3698240"/>
                  <a:pt x="2346960" y="3172855"/>
                  <a:pt x="2346960" y="2524760"/>
                </a:cubicBezTo>
                <a:lnTo>
                  <a:pt x="2346960" y="1173480"/>
                </a:lnTo>
                <a:lnTo>
                  <a:pt x="2346960" y="0"/>
                </a:lnTo>
                <a:lnTo>
                  <a:pt x="1173480" y="0"/>
                </a:lnTo>
                <a:cubicBezTo>
                  <a:pt x="525385" y="0"/>
                  <a:pt x="0" y="525385"/>
                  <a:pt x="0" y="1173480"/>
                </a:cubicBezTo>
                <a:lnTo>
                  <a:pt x="0" y="2524760"/>
                </a:lnTo>
                <a:cubicBezTo>
                  <a:pt x="0" y="3172855"/>
                  <a:pt x="525385" y="3698240"/>
                  <a:pt x="1173480" y="3698240"/>
                </a:cubicBezTo>
                <a:close/>
              </a:path>
            </a:pathLst>
          </a:custGeom>
          <a:gradFill>
            <a:gsLst>
              <a:gs pos="19000">
                <a:schemeClr val="bg1">
                  <a:lumMod val="95000"/>
                </a:schemeClr>
              </a:gs>
              <a:gs pos="81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5" name="Free-form: Shape 90">
            <a:extLst>
              <a:ext uri="{FF2B5EF4-FFF2-40B4-BE49-F238E27FC236}">
                <a16:creationId xmlns:a16="http://schemas.microsoft.com/office/drawing/2014/main" id="{B8543059-71A6-485E-8DBD-4B7597C26B3C}"/>
              </a:ext>
            </a:extLst>
          </p:cNvPr>
          <p:cNvSpPr/>
          <p:nvPr userDrawn="1"/>
        </p:nvSpPr>
        <p:spPr>
          <a:xfrm flipH="1">
            <a:off x="3375827" y="4819241"/>
            <a:ext cx="3005680" cy="2038759"/>
          </a:xfrm>
          <a:custGeom>
            <a:avLst/>
            <a:gdLst>
              <a:gd name="connsiteX0" fmla="*/ 3005680 w 3005680"/>
              <a:gd name="connsiteY0" fmla="*/ 0 h 2038759"/>
              <a:gd name="connsiteX1" fmla="*/ 1502840 w 3005680"/>
              <a:gd name="connsiteY1" fmla="*/ 0 h 2038759"/>
              <a:gd name="connsiteX2" fmla="*/ 0 w 3005680"/>
              <a:gd name="connsiteY2" fmla="*/ 1502840 h 2038759"/>
              <a:gd name="connsiteX3" fmla="*/ 0 w 3005680"/>
              <a:gd name="connsiteY3" fmla="*/ 2038759 h 2038759"/>
              <a:gd name="connsiteX4" fmla="*/ 3005680 w 3005680"/>
              <a:gd name="connsiteY4" fmla="*/ 2038759 h 2038759"/>
              <a:gd name="connsiteX5" fmla="*/ 3005680 w 3005680"/>
              <a:gd name="connsiteY5" fmla="*/ 1502840 h 203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5680" h="2038759">
                <a:moveTo>
                  <a:pt x="3005680" y="0"/>
                </a:moveTo>
                <a:lnTo>
                  <a:pt x="1502840" y="0"/>
                </a:lnTo>
                <a:cubicBezTo>
                  <a:pt x="672845" y="0"/>
                  <a:pt x="0" y="672845"/>
                  <a:pt x="0" y="1502840"/>
                </a:cubicBezTo>
                <a:lnTo>
                  <a:pt x="0" y="2038759"/>
                </a:lnTo>
                <a:lnTo>
                  <a:pt x="3005680" y="2038759"/>
                </a:lnTo>
                <a:lnTo>
                  <a:pt x="3005680" y="1502840"/>
                </a:lnTo>
                <a:close/>
              </a:path>
            </a:pathLst>
          </a:custGeom>
          <a:gradFill>
            <a:gsLst>
              <a:gs pos="0">
                <a:schemeClr val="bg1">
                  <a:lumMod val="95000"/>
                </a:schemeClr>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7" name="Free-form: Shape 103">
            <a:extLst>
              <a:ext uri="{FF2B5EF4-FFF2-40B4-BE49-F238E27FC236}">
                <a16:creationId xmlns:a16="http://schemas.microsoft.com/office/drawing/2014/main" id="{2158B393-5181-6720-53C3-1585E5917D61}"/>
              </a:ext>
            </a:extLst>
          </p:cNvPr>
          <p:cNvSpPr/>
          <p:nvPr userDrawn="1"/>
        </p:nvSpPr>
        <p:spPr>
          <a:xfrm rot="16200000" flipH="1" flipV="1">
            <a:off x="2409934" y="1264088"/>
            <a:ext cx="253276" cy="938213"/>
          </a:xfrm>
          <a:custGeom>
            <a:avLst/>
            <a:gdLst>
              <a:gd name="connsiteX0" fmla="*/ 0 w 253276"/>
              <a:gd name="connsiteY0" fmla="*/ 272460 h 938213"/>
              <a:gd name="connsiteX1" fmla="*/ 0 w 253276"/>
              <a:gd name="connsiteY1" fmla="*/ 126636 h 938213"/>
              <a:gd name="connsiteX2" fmla="*/ 126637 w 253276"/>
              <a:gd name="connsiteY2" fmla="*/ 0 h 938213"/>
              <a:gd name="connsiteX3" fmla="*/ 253273 w 253276"/>
              <a:gd name="connsiteY3" fmla="*/ 0 h 938213"/>
              <a:gd name="connsiteX4" fmla="*/ 253273 w 253276"/>
              <a:gd name="connsiteY4" fmla="*/ 126636 h 938213"/>
              <a:gd name="connsiteX5" fmla="*/ 253273 w 253276"/>
              <a:gd name="connsiteY5" fmla="*/ 134780 h 938213"/>
              <a:gd name="connsiteX6" fmla="*/ 253274 w 253276"/>
              <a:gd name="connsiteY6" fmla="*/ 134780 h 938213"/>
              <a:gd name="connsiteX7" fmla="*/ 253274 w 253276"/>
              <a:gd name="connsiteY7" fmla="*/ 261416 h 938213"/>
              <a:gd name="connsiteX8" fmla="*/ 253274 w 253276"/>
              <a:gd name="connsiteY8" fmla="*/ 269559 h 938213"/>
              <a:gd name="connsiteX9" fmla="*/ 253275 w 253276"/>
              <a:gd name="connsiteY9" fmla="*/ 269559 h 938213"/>
              <a:gd name="connsiteX10" fmla="*/ 253275 w 253276"/>
              <a:gd name="connsiteY10" fmla="*/ 396195 h 938213"/>
              <a:gd name="connsiteX11" fmla="*/ 253275 w 253276"/>
              <a:gd name="connsiteY11" fmla="*/ 404338 h 938213"/>
              <a:gd name="connsiteX12" fmla="*/ 253275 w 253276"/>
              <a:gd name="connsiteY12" fmla="*/ 530974 h 938213"/>
              <a:gd name="connsiteX13" fmla="*/ 253275 w 253276"/>
              <a:gd name="connsiteY13" fmla="*/ 539117 h 938213"/>
              <a:gd name="connsiteX14" fmla="*/ 253276 w 253276"/>
              <a:gd name="connsiteY14" fmla="*/ 539117 h 938213"/>
              <a:gd name="connsiteX15" fmla="*/ 253276 w 253276"/>
              <a:gd name="connsiteY15" fmla="*/ 665753 h 938213"/>
              <a:gd name="connsiteX16" fmla="*/ 253276 w 253276"/>
              <a:gd name="connsiteY16" fmla="*/ 811577 h 938213"/>
              <a:gd name="connsiteX17" fmla="*/ 126640 w 253276"/>
              <a:gd name="connsiteY17" fmla="*/ 938213 h 938213"/>
              <a:gd name="connsiteX18" fmla="*/ 3 w 253276"/>
              <a:gd name="connsiteY18" fmla="*/ 811577 h 938213"/>
              <a:gd name="connsiteX19" fmla="*/ 3 w 253276"/>
              <a:gd name="connsiteY19" fmla="*/ 676803 h 938213"/>
              <a:gd name="connsiteX20" fmla="*/ 2 w 253276"/>
              <a:gd name="connsiteY20" fmla="*/ 676798 h 938213"/>
              <a:gd name="connsiteX21" fmla="*/ 2 w 253276"/>
              <a:gd name="connsiteY21" fmla="*/ 542019 h 938213"/>
              <a:gd name="connsiteX22" fmla="*/ 2 w 253276"/>
              <a:gd name="connsiteY22" fmla="*/ 530974 h 938213"/>
              <a:gd name="connsiteX23" fmla="*/ 2 w 253276"/>
              <a:gd name="connsiteY23" fmla="*/ 407245 h 938213"/>
              <a:gd name="connsiteX24" fmla="*/ 1 w 253276"/>
              <a:gd name="connsiteY24" fmla="*/ 407240 h 938213"/>
              <a:gd name="connsiteX25" fmla="*/ 1 w 253276"/>
              <a:gd name="connsiteY25" fmla="*/ 272465 h 9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3276" h="938213">
                <a:moveTo>
                  <a:pt x="0" y="272460"/>
                </a:moveTo>
                <a:lnTo>
                  <a:pt x="0" y="126636"/>
                </a:lnTo>
                <a:cubicBezTo>
                  <a:pt x="0" y="56697"/>
                  <a:pt x="56697" y="0"/>
                  <a:pt x="126637" y="0"/>
                </a:cubicBezTo>
                <a:lnTo>
                  <a:pt x="253273" y="0"/>
                </a:lnTo>
                <a:lnTo>
                  <a:pt x="253273" y="126636"/>
                </a:lnTo>
                <a:lnTo>
                  <a:pt x="253273" y="134780"/>
                </a:lnTo>
                <a:lnTo>
                  <a:pt x="253274" y="134780"/>
                </a:lnTo>
                <a:lnTo>
                  <a:pt x="253274" y="261416"/>
                </a:lnTo>
                <a:lnTo>
                  <a:pt x="253274" y="269559"/>
                </a:lnTo>
                <a:lnTo>
                  <a:pt x="253275" y="269559"/>
                </a:lnTo>
                <a:lnTo>
                  <a:pt x="253275" y="396195"/>
                </a:lnTo>
                <a:lnTo>
                  <a:pt x="253275" y="404338"/>
                </a:lnTo>
                <a:lnTo>
                  <a:pt x="253275" y="530974"/>
                </a:lnTo>
                <a:lnTo>
                  <a:pt x="253275" y="539117"/>
                </a:lnTo>
                <a:lnTo>
                  <a:pt x="253276" y="539117"/>
                </a:lnTo>
                <a:lnTo>
                  <a:pt x="253276" y="665753"/>
                </a:lnTo>
                <a:lnTo>
                  <a:pt x="253276" y="811577"/>
                </a:lnTo>
                <a:cubicBezTo>
                  <a:pt x="253276" y="881516"/>
                  <a:pt x="196579" y="938213"/>
                  <a:pt x="126640" y="938213"/>
                </a:cubicBezTo>
                <a:cubicBezTo>
                  <a:pt x="56700" y="938213"/>
                  <a:pt x="3" y="881516"/>
                  <a:pt x="3" y="811577"/>
                </a:cubicBezTo>
                <a:lnTo>
                  <a:pt x="3" y="676803"/>
                </a:lnTo>
                <a:lnTo>
                  <a:pt x="2" y="676798"/>
                </a:lnTo>
                <a:lnTo>
                  <a:pt x="2" y="542019"/>
                </a:lnTo>
                <a:lnTo>
                  <a:pt x="2" y="530974"/>
                </a:lnTo>
                <a:lnTo>
                  <a:pt x="2" y="407245"/>
                </a:lnTo>
                <a:lnTo>
                  <a:pt x="1" y="407240"/>
                </a:lnTo>
                <a:lnTo>
                  <a:pt x="1" y="272465"/>
                </a:lnTo>
                <a:close/>
              </a:path>
            </a:pathLst>
          </a:custGeom>
          <a:gradFill flip="none" rotWithShape="1">
            <a:gsLst>
              <a:gs pos="0">
                <a:schemeClr val="accent3"/>
              </a:gs>
              <a:gs pos="100000">
                <a:schemeClr val="tx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noProof="0"/>
          </a:p>
        </p:txBody>
      </p:sp>
      <p:sp>
        <p:nvSpPr>
          <p:cNvPr id="8" name="Free-form: Shape 104">
            <a:extLst>
              <a:ext uri="{FF2B5EF4-FFF2-40B4-BE49-F238E27FC236}">
                <a16:creationId xmlns:a16="http://schemas.microsoft.com/office/drawing/2014/main" id="{93798702-926D-029D-4A99-D26A38D7D6C7}"/>
              </a:ext>
            </a:extLst>
          </p:cNvPr>
          <p:cNvSpPr/>
          <p:nvPr userDrawn="1"/>
        </p:nvSpPr>
        <p:spPr>
          <a:xfrm rot="16200000">
            <a:off x="9528788" y="5339034"/>
            <a:ext cx="253276" cy="938213"/>
          </a:xfrm>
          <a:custGeom>
            <a:avLst/>
            <a:gdLst>
              <a:gd name="connsiteX0" fmla="*/ 0 w 253276"/>
              <a:gd name="connsiteY0" fmla="*/ 272460 h 938213"/>
              <a:gd name="connsiteX1" fmla="*/ 0 w 253276"/>
              <a:gd name="connsiteY1" fmla="*/ 126636 h 938213"/>
              <a:gd name="connsiteX2" fmla="*/ 126637 w 253276"/>
              <a:gd name="connsiteY2" fmla="*/ 0 h 938213"/>
              <a:gd name="connsiteX3" fmla="*/ 253273 w 253276"/>
              <a:gd name="connsiteY3" fmla="*/ 0 h 938213"/>
              <a:gd name="connsiteX4" fmla="*/ 253273 w 253276"/>
              <a:gd name="connsiteY4" fmla="*/ 126636 h 938213"/>
              <a:gd name="connsiteX5" fmla="*/ 253273 w 253276"/>
              <a:gd name="connsiteY5" fmla="*/ 134780 h 938213"/>
              <a:gd name="connsiteX6" fmla="*/ 253274 w 253276"/>
              <a:gd name="connsiteY6" fmla="*/ 134780 h 938213"/>
              <a:gd name="connsiteX7" fmla="*/ 253274 w 253276"/>
              <a:gd name="connsiteY7" fmla="*/ 261416 h 938213"/>
              <a:gd name="connsiteX8" fmla="*/ 253274 w 253276"/>
              <a:gd name="connsiteY8" fmla="*/ 269559 h 938213"/>
              <a:gd name="connsiteX9" fmla="*/ 253275 w 253276"/>
              <a:gd name="connsiteY9" fmla="*/ 269559 h 938213"/>
              <a:gd name="connsiteX10" fmla="*/ 253275 w 253276"/>
              <a:gd name="connsiteY10" fmla="*/ 396195 h 938213"/>
              <a:gd name="connsiteX11" fmla="*/ 253275 w 253276"/>
              <a:gd name="connsiteY11" fmla="*/ 404338 h 938213"/>
              <a:gd name="connsiteX12" fmla="*/ 253275 w 253276"/>
              <a:gd name="connsiteY12" fmla="*/ 530974 h 938213"/>
              <a:gd name="connsiteX13" fmla="*/ 253275 w 253276"/>
              <a:gd name="connsiteY13" fmla="*/ 539117 h 938213"/>
              <a:gd name="connsiteX14" fmla="*/ 253276 w 253276"/>
              <a:gd name="connsiteY14" fmla="*/ 539117 h 938213"/>
              <a:gd name="connsiteX15" fmla="*/ 253276 w 253276"/>
              <a:gd name="connsiteY15" fmla="*/ 665753 h 938213"/>
              <a:gd name="connsiteX16" fmla="*/ 253276 w 253276"/>
              <a:gd name="connsiteY16" fmla="*/ 811577 h 938213"/>
              <a:gd name="connsiteX17" fmla="*/ 126640 w 253276"/>
              <a:gd name="connsiteY17" fmla="*/ 938213 h 938213"/>
              <a:gd name="connsiteX18" fmla="*/ 3 w 253276"/>
              <a:gd name="connsiteY18" fmla="*/ 811577 h 938213"/>
              <a:gd name="connsiteX19" fmla="*/ 3 w 253276"/>
              <a:gd name="connsiteY19" fmla="*/ 676803 h 938213"/>
              <a:gd name="connsiteX20" fmla="*/ 2 w 253276"/>
              <a:gd name="connsiteY20" fmla="*/ 676798 h 938213"/>
              <a:gd name="connsiteX21" fmla="*/ 2 w 253276"/>
              <a:gd name="connsiteY21" fmla="*/ 542019 h 938213"/>
              <a:gd name="connsiteX22" fmla="*/ 2 w 253276"/>
              <a:gd name="connsiteY22" fmla="*/ 530974 h 938213"/>
              <a:gd name="connsiteX23" fmla="*/ 2 w 253276"/>
              <a:gd name="connsiteY23" fmla="*/ 407245 h 938213"/>
              <a:gd name="connsiteX24" fmla="*/ 1 w 253276"/>
              <a:gd name="connsiteY24" fmla="*/ 407240 h 938213"/>
              <a:gd name="connsiteX25" fmla="*/ 1 w 253276"/>
              <a:gd name="connsiteY25" fmla="*/ 272465 h 9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53276" h="938213">
                <a:moveTo>
                  <a:pt x="0" y="272460"/>
                </a:moveTo>
                <a:lnTo>
                  <a:pt x="0" y="126636"/>
                </a:lnTo>
                <a:cubicBezTo>
                  <a:pt x="0" y="56697"/>
                  <a:pt x="56697" y="0"/>
                  <a:pt x="126637" y="0"/>
                </a:cubicBezTo>
                <a:lnTo>
                  <a:pt x="253273" y="0"/>
                </a:lnTo>
                <a:lnTo>
                  <a:pt x="253273" y="126636"/>
                </a:lnTo>
                <a:lnTo>
                  <a:pt x="253273" y="134780"/>
                </a:lnTo>
                <a:lnTo>
                  <a:pt x="253274" y="134780"/>
                </a:lnTo>
                <a:lnTo>
                  <a:pt x="253274" y="261416"/>
                </a:lnTo>
                <a:lnTo>
                  <a:pt x="253274" y="269559"/>
                </a:lnTo>
                <a:lnTo>
                  <a:pt x="253275" y="269559"/>
                </a:lnTo>
                <a:lnTo>
                  <a:pt x="253275" y="396195"/>
                </a:lnTo>
                <a:lnTo>
                  <a:pt x="253275" y="404338"/>
                </a:lnTo>
                <a:lnTo>
                  <a:pt x="253275" y="530974"/>
                </a:lnTo>
                <a:lnTo>
                  <a:pt x="253275" y="539117"/>
                </a:lnTo>
                <a:lnTo>
                  <a:pt x="253276" y="539117"/>
                </a:lnTo>
                <a:lnTo>
                  <a:pt x="253276" y="665753"/>
                </a:lnTo>
                <a:lnTo>
                  <a:pt x="253276" y="811577"/>
                </a:lnTo>
                <a:cubicBezTo>
                  <a:pt x="253276" y="881516"/>
                  <a:pt x="196579" y="938213"/>
                  <a:pt x="126640" y="938213"/>
                </a:cubicBezTo>
                <a:cubicBezTo>
                  <a:pt x="56700" y="938213"/>
                  <a:pt x="3" y="881516"/>
                  <a:pt x="3" y="811577"/>
                </a:cubicBezTo>
                <a:lnTo>
                  <a:pt x="3" y="676803"/>
                </a:lnTo>
                <a:lnTo>
                  <a:pt x="2" y="676798"/>
                </a:lnTo>
                <a:lnTo>
                  <a:pt x="2" y="542019"/>
                </a:lnTo>
                <a:lnTo>
                  <a:pt x="2" y="530974"/>
                </a:lnTo>
                <a:lnTo>
                  <a:pt x="2" y="407245"/>
                </a:lnTo>
                <a:lnTo>
                  <a:pt x="1" y="407240"/>
                </a:lnTo>
                <a:lnTo>
                  <a:pt x="1" y="272465"/>
                </a:lnTo>
                <a:close/>
              </a:path>
            </a:pathLst>
          </a:custGeom>
          <a:gradFill flip="none" rotWithShape="1">
            <a:gsLst>
              <a:gs pos="0">
                <a:schemeClr val="accent3"/>
              </a:gs>
              <a:gs pos="100000">
                <a:schemeClr val="tx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6" name="Title 5">
            <a:extLst>
              <a:ext uri="{FF2B5EF4-FFF2-40B4-BE49-F238E27FC236}">
                <a16:creationId xmlns:a16="http://schemas.microsoft.com/office/drawing/2014/main" id="{3AF8A71D-481D-DCF8-BE35-EF9C3D098EC6}"/>
              </a:ext>
            </a:extLst>
          </p:cNvPr>
          <p:cNvSpPr>
            <a:spLocks noGrp="1"/>
          </p:cNvSpPr>
          <p:nvPr>
            <p:ph type="title"/>
          </p:nvPr>
        </p:nvSpPr>
        <p:spPr>
          <a:xfrm>
            <a:off x="3368192" y="1482897"/>
            <a:ext cx="5455617" cy="612959"/>
          </a:xfrm>
        </p:spPr>
        <p:txBody>
          <a:bodyPr anchor="ctr" anchorCtr="0">
            <a:noAutofit/>
          </a:bodyPr>
          <a:lstStyle>
            <a:lvl1pPr algn="ctr">
              <a:defRPr/>
            </a:lvl1pPr>
          </a:lstStyle>
          <a:p>
            <a:r>
              <a:rPr lang="en-US"/>
              <a:t>Click to edit Master title style</a:t>
            </a:r>
          </a:p>
        </p:txBody>
      </p:sp>
      <p:sp>
        <p:nvSpPr>
          <p:cNvPr id="10" name="TextBox 3">
            <a:extLst>
              <a:ext uri="{FF2B5EF4-FFF2-40B4-BE49-F238E27FC236}">
                <a16:creationId xmlns:a16="http://schemas.microsoft.com/office/drawing/2014/main" id="{DD0F27A0-AA2F-BD20-61CC-1726963E11E1}"/>
              </a:ext>
            </a:extLst>
          </p:cNvPr>
          <p:cNvSpPr txBox="1"/>
          <p:nvPr userDrawn="1"/>
        </p:nvSpPr>
        <p:spPr>
          <a:xfrm>
            <a:off x="194444" y="6458575"/>
            <a:ext cx="6095256"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lumMod val="50000"/>
                  </a:schemeClr>
                </a:solidFill>
                <a:effectLst/>
                <a:uLnTx/>
                <a:uFillTx/>
                <a:latin typeface="Trade Gothic Next"/>
                <a:ea typeface="+mn-ea"/>
                <a:cs typeface="+mn-cs"/>
              </a:rPr>
              <a:t>‹#›    |    ©  Milestone Technologies Inc. All Rights Reserved.      |      www.milestone.tech</a:t>
            </a:r>
          </a:p>
        </p:txBody>
      </p:sp>
      <p:pic>
        <p:nvPicPr>
          <p:cNvPr id="12" name="Picture 11">
            <a:extLst>
              <a:ext uri="{FF2B5EF4-FFF2-40B4-BE49-F238E27FC236}">
                <a16:creationId xmlns:a16="http://schemas.microsoft.com/office/drawing/2014/main" id="{E268E318-0261-B3E8-DAAE-862458D5F4CC}"/>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1185498" y="6190340"/>
            <a:ext cx="750336" cy="475344"/>
          </a:xfrm>
          <a:prstGeom prst="rect">
            <a:avLst/>
          </a:prstGeom>
        </p:spPr>
      </p:pic>
      <p:pic>
        <p:nvPicPr>
          <p:cNvPr id="15" name="Graphic 39">
            <a:extLst>
              <a:ext uri="{FF2B5EF4-FFF2-40B4-BE49-F238E27FC236}">
                <a16:creationId xmlns:a16="http://schemas.microsoft.com/office/drawing/2014/main" id="{230B0EB3-5108-CA69-75C7-E95B43FCA7B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88513" y="203031"/>
            <a:ext cx="394715" cy="484909"/>
          </a:xfrm>
          <a:prstGeom prst="rect">
            <a:avLst/>
          </a:prstGeom>
        </p:spPr>
      </p:pic>
      <p:sp>
        <p:nvSpPr>
          <p:cNvPr id="18" name="Text Placeholder 17">
            <a:extLst>
              <a:ext uri="{FF2B5EF4-FFF2-40B4-BE49-F238E27FC236}">
                <a16:creationId xmlns:a16="http://schemas.microsoft.com/office/drawing/2014/main" id="{BE30BD73-9752-39C1-A756-1F5297C12FDC}"/>
              </a:ext>
            </a:extLst>
          </p:cNvPr>
          <p:cNvSpPr>
            <a:spLocks noGrp="1"/>
          </p:cNvSpPr>
          <p:nvPr>
            <p:ph type="body" sz="quarter" idx="10" hasCustomPrompt="1"/>
          </p:nvPr>
        </p:nvSpPr>
        <p:spPr>
          <a:xfrm>
            <a:off x="3369087" y="2373312"/>
            <a:ext cx="5493514" cy="2351088"/>
          </a:xfrm>
        </p:spPr>
        <p:txBody>
          <a:bodyPr>
            <a:noAutofit/>
          </a:bodyPr>
          <a:lstStyle>
            <a:lvl1pPr marL="0" indent="0" algn="ctr">
              <a:lnSpc>
                <a:spcPct val="100000"/>
              </a:lnSpc>
              <a:buNone/>
              <a:defRPr sz="1200">
                <a:latin typeface="+mn-lt"/>
              </a:defRPr>
            </a:lvl1pPr>
            <a:lvl2pPr marL="457189" indent="0">
              <a:buNone/>
              <a:defRPr/>
            </a:lvl2pPr>
            <a:lvl3pPr marL="914377" indent="0">
              <a:buNone/>
              <a:defRPr/>
            </a:lvl3pPr>
            <a:lvl4pPr marL="1371566" indent="0">
              <a:buNone/>
              <a:defRPr/>
            </a:lvl4pPr>
            <a:lvl5pPr marL="1828755" indent="0">
              <a:buNone/>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Vivamus</a:t>
            </a:r>
            <a:r>
              <a:rPr lang="en-US"/>
              <a:t> auctor </a:t>
            </a:r>
            <a:r>
              <a:rPr lang="en-US" err="1"/>
              <a:t>sapien</a:t>
            </a:r>
            <a:r>
              <a:rPr lang="en-US"/>
              <a:t> a dolor </a:t>
            </a:r>
            <a:r>
              <a:rPr lang="en-US" err="1"/>
              <a:t>faucibus</a:t>
            </a:r>
            <a:r>
              <a:rPr lang="en-US"/>
              <a:t>, a dictum </a:t>
            </a:r>
            <a:r>
              <a:rPr lang="en-US" err="1"/>
              <a:t>odio</a:t>
            </a:r>
            <a:r>
              <a:rPr lang="en-US"/>
              <a:t> </a:t>
            </a:r>
            <a:r>
              <a:rPr lang="en-US" err="1"/>
              <a:t>consectetur</a:t>
            </a:r>
            <a:r>
              <a:rPr lang="en-US"/>
              <a:t>. Aenean </a:t>
            </a:r>
            <a:r>
              <a:rPr lang="en-US" err="1"/>
              <a:t>tempor</a:t>
            </a:r>
            <a:r>
              <a:rPr lang="en-US"/>
              <a:t> </a:t>
            </a:r>
            <a:r>
              <a:rPr lang="en-US" err="1"/>
              <a:t>blandit</a:t>
            </a:r>
            <a:r>
              <a:rPr lang="en-US"/>
              <a:t> </a:t>
            </a:r>
            <a:r>
              <a:rPr lang="en-US" err="1"/>
              <a:t>orci</a:t>
            </a:r>
            <a:r>
              <a:rPr lang="en-US"/>
              <a:t>, </a:t>
            </a:r>
            <a:r>
              <a:rPr lang="en-US" err="1"/>
              <a:t>facilisis</a:t>
            </a:r>
            <a:r>
              <a:rPr lang="en-US"/>
              <a:t> </a:t>
            </a:r>
            <a:r>
              <a:rPr lang="en-US" err="1"/>
              <a:t>ullamcorper</a:t>
            </a:r>
            <a:r>
              <a:rPr lang="en-US"/>
              <a:t> diam </a:t>
            </a:r>
            <a:r>
              <a:rPr lang="en-US" err="1"/>
              <a:t>faucibus</a:t>
            </a:r>
            <a:r>
              <a:rPr lang="en-US"/>
              <a:t> vitae. Cras sit </a:t>
            </a:r>
            <a:r>
              <a:rPr lang="en-US" err="1"/>
              <a:t>amet</a:t>
            </a:r>
            <a:r>
              <a:rPr lang="en-US"/>
              <a:t> </a:t>
            </a:r>
            <a:r>
              <a:rPr lang="en-US" err="1"/>
              <a:t>nibh</a:t>
            </a:r>
            <a:r>
              <a:rPr lang="en-US"/>
              <a:t> </a:t>
            </a:r>
            <a:r>
              <a:rPr lang="en-US" err="1"/>
              <a:t>facilisis</a:t>
            </a:r>
            <a:r>
              <a:rPr lang="en-US"/>
              <a:t>, </a:t>
            </a:r>
            <a:r>
              <a:rPr lang="en-US" err="1"/>
              <a:t>luctus</a:t>
            </a:r>
            <a:r>
              <a:rPr lang="en-US"/>
              <a:t> </a:t>
            </a:r>
            <a:r>
              <a:rPr lang="en-US" err="1"/>
              <a:t>felis</a:t>
            </a:r>
            <a:r>
              <a:rPr lang="en-US"/>
              <a:t> et, </a:t>
            </a:r>
            <a:r>
              <a:rPr lang="en-US" err="1"/>
              <a:t>sagittis</a:t>
            </a:r>
            <a:r>
              <a:rPr lang="en-US"/>
              <a:t> </a:t>
            </a:r>
            <a:r>
              <a:rPr lang="en-US" err="1"/>
              <a:t>velit</a:t>
            </a:r>
            <a:r>
              <a:rPr lang="en-US"/>
              <a:t>. Nulla </a:t>
            </a:r>
            <a:r>
              <a:rPr lang="en-US" err="1"/>
              <a:t>quis</a:t>
            </a:r>
            <a:r>
              <a:rPr lang="en-US"/>
              <a:t> ante </a:t>
            </a:r>
            <a:r>
              <a:rPr lang="en-US" err="1"/>
              <a:t>interdum</a:t>
            </a:r>
            <a:r>
              <a:rPr lang="en-US"/>
              <a:t> diam </a:t>
            </a:r>
            <a:r>
              <a:rPr lang="en-US" err="1"/>
              <a:t>eleifend</a:t>
            </a:r>
            <a:r>
              <a:rPr lang="en-US"/>
              <a:t> </a:t>
            </a:r>
            <a:r>
              <a:rPr lang="en-US" err="1"/>
              <a:t>tincidunt</a:t>
            </a:r>
            <a:r>
              <a:rPr lang="en-US"/>
              <a:t> vitae a </a:t>
            </a:r>
            <a:r>
              <a:rPr lang="en-US" err="1"/>
              <a:t>lectus</a:t>
            </a:r>
            <a:r>
              <a:rPr lang="en-US"/>
              <a:t>. </a:t>
            </a:r>
            <a:r>
              <a:rPr lang="en-US" err="1"/>
              <a:t>Aliquam</a:t>
            </a:r>
            <a:r>
              <a:rPr lang="en-US"/>
              <a:t> id </a:t>
            </a:r>
            <a:r>
              <a:rPr lang="en-US" err="1"/>
              <a:t>neque</a:t>
            </a:r>
            <a:r>
              <a:rPr lang="en-US"/>
              <a:t> id </a:t>
            </a:r>
            <a:r>
              <a:rPr lang="en-US" err="1"/>
              <a:t>mauris</a:t>
            </a:r>
            <a:r>
              <a:rPr lang="en-US"/>
              <a:t> </a:t>
            </a:r>
            <a:r>
              <a:rPr lang="en-US" err="1"/>
              <a:t>iaculis</a:t>
            </a:r>
            <a:r>
              <a:rPr lang="en-US"/>
              <a:t> </a:t>
            </a:r>
            <a:r>
              <a:rPr lang="en-US" err="1"/>
              <a:t>placerat</a:t>
            </a:r>
            <a:r>
              <a:rPr lang="en-US"/>
              <a:t>. Mauris </a:t>
            </a:r>
            <a:r>
              <a:rPr lang="en-US" err="1"/>
              <a:t>eu</a:t>
            </a:r>
            <a:r>
              <a:rPr lang="en-US"/>
              <a:t> </a:t>
            </a:r>
            <a:r>
              <a:rPr lang="en-US" err="1"/>
              <a:t>commodo</a:t>
            </a:r>
            <a:r>
              <a:rPr lang="en-US"/>
              <a:t> </a:t>
            </a:r>
            <a:r>
              <a:rPr lang="en-US" err="1"/>
              <a:t>erat</a:t>
            </a:r>
            <a:r>
              <a:rPr lang="en-US"/>
              <a:t>, sed </a:t>
            </a:r>
            <a:r>
              <a:rPr lang="en-US" err="1"/>
              <a:t>consequat</a:t>
            </a:r>
            <a:r>
              <a:rPr lang="en-US"/>
              <a:t> </a:t>
            </a:r>
            <a:r>
              <a:rPr lang="en-US" err="1"/>
              <a:t>tortor</a:t>
            </a:r>
            <a:r>
              <a:rPr lang="en-US"/>
              <a:t>. Sed </a:t>
            </a:r>
            <a:r>
              <a:rPr lang="en-US" err="1"/>
              <a:t>sollicitudin</a:t>
            </a:r>
            <a:r>
              <a:rPr lang="en-US"/>
              <a:t> nec </a:t>
            </a:r>
            <a:r>
              <a:rPr lang="en-US" err="1"/>
              <a:t>elit</a:t>
            </a:r>
            <a:r>
              <a:rPr lang="en-US"/>
              <a:t> </a:t>
            </a:r>
            <a:r>
              <a:rPr lang="en-US" err="1"/>
              <a:t>eu</a:t>
            </a:r>
            <a:r>
              <a:rPr lang="en-US"/>
              <a:t> </a:t>
            </a:r>
            <a:r>
              <a:rPr lang="en-US" err="1"/>
              <a:t>tristique</a:t>
            </a:r>
            <a:r>
              <a:rPr lang="en-US"/>
              <a:t>. </a:t>
            </a:r>
            <a:r>
              <a:rPr lang="en-US" err="1"/>
              <a:t>Phasellus</a:t>
            </a:r>
            <a:r>
              <a:rPr lang="en-US"/>
              <a:t> </a:t>
            </a:r>
            <a:r>
              <a:rPr lang="en-US" err="1"/>
              <a:t>laoreet</a:t>
            </a:r>
            <a:r>
              <a:rPr lang="en-US"/>
              <a:t> </a:t>
            </a:r>
            <a:r>
              <a:rPr lang="en-US" err="1"/>
              <a:t>iaculis</a:t>
            </a:r>
            <a:r>
              <a:rPr lang="en-US"/>
              <a:t> </a:t>
            </a:r>
            <a:r>
              <a:rPr lang="en-US" err="1"/>
              <a:t>lectus</a:t>
            </a:r>
            <a:r>
              <a:rPr lang="en-US"/>
              <a:t> nec </a:t>
            </a:r>
            <a:r>
              <a:rPr lang="en-US" err="1"/>
              <a:t>pretium</a:t>
            </a:r>
            <a:r>
              <a:rPr lang="en-US"/>
              <a:t>. </a:t>
            </a:r>
            <a:r>
              <a:rPr lang="en-US" err="1"/>
              <a:t>Phasellus</a:t>
            </a:r>
            <a:r>
              <a:rPr lang="en-US"/>
              <a:t> </a:t>
            </a:r>
            <a:r>
              <a:rPr lang="en-US" err="1"/>
              <a:t>venenatis</a:t>
            </a:r>
            <a:r>
              <a:rPr lang="en-US"/>
              <a:t> </a:t>
            </a:r>
            <a:r>
              <a:rPr lang="en-US" err="1"/>
              <a:t>porttitor</a:t>
            </a:r>
            <a:r>
              <a:rPr lang="en-US"/>
              <a:t> </a:t>
            </a:r>
            <a:r>
              <a:rPr lang="en-US" err="1"/>
              <a:t>tempor</a:t>
            </a:r>
            <a:r>
              <a:rPr lang="en-US"/>
              <a:t>. </a:t>
            </a:r>
            <a:r>
              <a:rPr lang="en-US" err="1"/>
              <a:t>Praesent</a:t>
            </a:r>
            <a:r>
              <a:rPr lang="en-US"/>
              <a:t> </a:t>
            </a:r>
            <a:r>
              <a:rPr lang="en-US" err="1"/>
              <a:t>consectetur</a:t>
            </a:r>
            <a:r>
              <a:rPr lang="en-US"/>
              <a:t> </a:t>
            </a:r>
            <a:r>
              <a:rPr lang="en-US" err="1"/>
              <a:t>erat</a:t>
            </a:r>
            <a:r>
              <a:rPr lang="en-US"/>
              <a:t> </a:t>
            </a:r>
            <a:r>
              <a:rPr lang="en-US" err="1"/>
              <a:t>mauris</a:t>
            </a:r>
            <a:r>
              <a:rPr lang="en-US"/>
              <a:t>, </a:t>
            </a:r>
            <a:r>
              <a:rPr lang="en-US" err="1"/>
              <a:t>eu</a:t>
            </a:r>
            <a:r>
              <a:rPr lang="en-US"/>
              <a:t> </a:t>
            </a:r>
            <a:r>
              <a:rPr lang="en-US" err="1"/>
              <a:t>tincidunt</a:t>
            </a:r>
            <a:r>
              <a:rPr lang="en-US"/>
              <a:t> </a:t>
            </a:r>
            <a:r>
              <a:rPr lang="en-US" err="1"/>
              <a:t>orci</a:t>
            </a:r>
            <a:r>
              <a:rPr lang="en-US"/>
              <a:t> porta </a:t>
            </a:r>
            <a:r>
              <a:rPr lang="en-US" err="1"/>
              <a:t>consequat</a:t>
            </a:r>
            <a:r>
              <a:rPr lang="en-US"/>
              <a:t>. Nam </a:t>
            </a:r>
            <a:r>
              <a:rPr lang="en-US" err="1"/>
              <a:t>faucibus</a:t>
            </a:r>
            <a:r>
              <a:rPr lang="en-US"/>
              <a:t> </a:t>
            </a:r>
            <a:r>
              <a:rPr lang="en-US" err="1"/>
              <a:t>est</a:t>
            </a:r>
            <a:r>
              <a:rPr lang="en-US"/>
              <a:t> a </a:t>
            </a:r>
            <a:r>
              <a:rPr lang="en-US" err="1"/>
              <a:t>lacus</a:t>
            </a:r>
            <a:r>
              <a:rPr lang="en-US"/>
              <a:t> </a:t>
            </a:r>
            <a:r>
              <a:rPr lang="en-US" err="1"/>
              <a:t>tristique</a:t>
            </a:r>
            <a:r>
              <a:rPr lang="en-US"/>
              <a:t>, </a:t>
            </a:r>
            <a:r>
              <a:rPr lang="en-US" err="1"/>
              <a:t>feugiat</a:t>
            </a:r>
            <a:r>
              <a:rPr lang="en-US"/>
              <a:t> </a:t>
            </a:r>
            <a:r>
              <a:rPr lang="en-US" err="1"/>
              <a:t>molestie</a:t>
            </a:r>
            <a:r>
              <a:rPr lang="en-US"/>
              <a:t> </a:t>
            </a:r>
            <a:r>
              <a:rPr lang="en-US" err="1"/>
              <a:t>risus</a:t>
            </a:r>
            <a:r>
              <a:rPr lang="en-US"/>
              <a:t> tempus. Mauris </a:t>
            </a:r>
            <a:r>
              <a:rPr lang="en-US" err="1"/>
              <a:t>ultricies</a:t>
            </a:r>
            <a:r>
              <a:rPr lang="en-US"/>
              <a:t> lorem ac </a:t>
            </a:r>
            <a:r>
              <a:rPr lang="en-US" err="1"/>
              <a:t>odio</a:t>
            </a:r>
            <a:r>
              <a:rPr lang="en-US"/>
              <a:t> </a:t>
            </a:r>
            <a:r>
              <a:rPr lang="en-US" err="1"/>
              <a:t>imperdiet</a:t>
            </a:r>
            <a:r>
              <a:rPr lang="en-US"/>
              <a:t>, </a:t>
            </a:r>
            <a:r>
              <a:rPr lang="en-US" err="1"/>
              <a:t>quis</a:t>
            </a:r>
            <a:r>
              <a:rPr lang="en-US"/>
              <a:t> dictum </a:t>
            </a:r>
            <a:r>
              <a:rPr lang="en-US" err="1"/>
              <a:t>augue</a:t>
            </a:r>
            <a:r>
              <a:rPr lang="en-US"/>
              <a:t> gravida. Sed </a:t>
            </a:r>
            <a:r>
              <a:rPr lang="en-US" err="1"/>
              <a:t>aliquam</a:t>
            </a:r>
            <a:r>
              <a:rPr lang="en-US"/>
              <a:t> </a:t>
            </a:r>
            <a:r>
              <a:rPr lang="en-US" err="1"/>
              <a:t>viverra</a:t>
            </a:r>
            <a:r>
              <a:rPr lang="en-US"/>
              <a:t> </a:t>
            </a:r>
            <a:r>
              <a:rPr lang="en-US" err="1"/>
              <a:t>sem</a:t>
            </a:r>
            <a:endParaRPr lang="en-US"/>
          </a:p>
        </p:txBody>
      </p:sp>
    </p:spTree>
    <p:extLst>
      <p:ext uri="{BB962C8B-B14F-4D97-AF65-F5344CB8AC3E}">
        <p14:creationId xmlns:p14="http://schemas.microsoft.com/office/powerpoint/2010/main" val="3133031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with Title and Subtitl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9986645-2EA4-7861-59DA-8139D754DB11}"/>
              </a:ext>
            </a:extLst>
          </p:cNvPr>
          <p:cNvSpPr>
            <a:spLocks noGrp="1"/>
          </p:cNvSpPr>
          <p:nvPr>
            <p:ph type="title"/>
          </p:nvPr>
        </p:nvSpPr>
        <p:spPr>
          <a:xfrm>
            <a:off x="256033" y="237744"/>
            <a:ext cx="11631168" cy="612959"/>
          </a:xfrm>
        </p:spPr>
        <p:txBody>
          <a:bodyPr/>
          <a:lstStyle/>
          <a:p>
            <a:endParaRPr lang="en-US"/>
          </a:p>
        </p:txBody>
      </p:sp>
      <p:sp>
        <p:nvSpPr>
          <p:cNvPr id="6" name="Text Placeholder 2">
            <a:extLst>
              <a:ext uri="{FF2B5EF4-FFF2-40B4-BE49-F238E27FC236}">
                <a16:creationId xmlns:a16="http://schemas.microsoft.com/office/drawing/2014/main" id="{55CCE49F-4D6F-EC2D-7569-0E57D824EC8A}"/>
              </a:ext>
            </a:extLst>
          </p:cNvPr>
          <p:cNvSpPr>
            <a:spLocks noGrp="1"/>
          </p:cNvSpPr>
          <p:nvPr>
            <p:ph type="body" sz="quarter" idx="13"/>
          </p:nvPr>
        </p:nvSpPr>
        <p:spPr>
          <a:xfrm>
            <a:off x="255449" y="856134"/>
            <a:ext cx="11631168" cy="360363"/>
          </a:xfrm>
        </p:spPr>
        <p:txBody>
          <a:bodyPr anchor="ctr">
            <a:noAutofit/>
          </a:bodyPr>
          <a:lstStyle>
            <a:lvl1pPr marL="0" indent="0">
              <a:buNone/>
              <a:defRPr sz="1600" b="1">
                <a:solidFill>
                  <a:schemeClr val="accent2"/>
                </a:solidFill>
              </a:defRPr>
            </a:lvl1pPr>
          </a:lstStyle>
          <a:p>
            <a:pPr lvl="0"/>
            <a:r>
              <a:rPr lang="en-US"/>
              <a:t>Click to edit</a:t>
            </a:r>
          </a:p>
        </p:txBody>
      </p:sp>
    </p:spTree>
    <p:extLst>
      <p:ext uri="{BB962C8B-B14F-4D97-AF65-F5344CB8AC3E}">
        <p14:creationId xmlns:p14="http://schemas.microsoft.com/office/powerpoint/2010/main" val="802091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8F295F8-213B-1075-B364-AA411F3B1059}"/>
              </a:ext>
            </a:extLst>
          </p:cNvPr>
          <p:cNvSpPr>
            <a:spLocks noGrp="1"/>
          </p:cNvSpPr>
          <p:nvPr>
            <p:ph type="title"/>
          </p:nvPr>
        </p:nvSpPr>
        <p:spPr>
          <a:xfrm>
            <a:off x="256033" y="237744"/>
            <a:ext cx="11631168" cy="612959"/>
          </a:xfrm>
        </p:spPr>
        <p:txBody>
          <a:bodyPr/>
          <a:lstStyle/>
          <a:p>
            <a:endParaRPr lang="en-US"/>
          </a:p>
        </p:txBody>
      </p:sp>
    </p:spTree>
    <p:extLst>
      <p:ext uri="{BB962C8B-B14F-4D97-AF65-F5344CB8AC3E}">
        <p14:creationId xmlns:p14="http://schemas.microsoft.com/office/powerpoint/2010/main" val="22294901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Masterpage No. Right" preserve="1" userDrawn="1">
  <p:cSld name="Masterpage No. Right">
    <p:spTree>
      <p:nvGrpSpPr>
        <p:cNvPr id="1" name="Shape 13"/>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8BD2E823-93DE-295B-E768-8EE5E78164E3}"/>
              </a:ext>
            </a:extLst>
          </p:cNvPr>
          <p:cNvSpPr>
            <a:spLocks noGrp="1"/>
          </p:cNvSpPr>
          <p:nvPr>
            <p:ph idx="1"/>
          </p:nvPr>
        </p:nvSpPr>
        <p:spPr>
          <a:xfrm>
            <a:off x="256033" y="1004166"/>
            <a:ext cx="11044777" cy="4746394"/>
          </a:xfrm>
          <a:prstGeom prst="rect">
            <a:avLst/>
          </a:prstGeom>
          <a:ln>
            <a:noFill/>
          </a:ln>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sp>
        <p:nvSpPr>
          <p:cNvPr id="3" name="Google Shape;606;p25">
            <a:extLst>
              <a:ext uri="{FF2B5EF4-FFF2-40B4-BE49-F238E27FC236}">
                <a16:creationId xmlns:a16="http://schemas.microsoft.com/office/drawing/2014/main" id="{7C925005-BB80-ECBB-E250-EF0D5E78962C}"/>
              </a:ext>
            </a:extLst>
          </p:cNvPr>
          <p:cNvSpPr/>
          <p:nvPr userDrawn="1"/>
        </p:nvSpPr>
        <p:spPr>
          <a:xfrm>
            <a:off x="-367411" y="5515991"/>
            <a:ext cx="334228" cy="337075"/>
          </a:xfrm>
          <a:prstGeom prst="rect">
            <a:avLst/>
          </a:prstGeom>
          <a:solidFill>
            <a:srgbClr val="F9A619"/>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srgbClr val="092C53"/>
              </a:solidFill>
              <a:latin typeface="Trade Gothic Next" panose="020B0503040303020004" pitchFamily="34" charset="0"/>
              <a:ea typeface="Microsoft GothicNeo" panose="020B0500000101010101" pitchFamily="34" charset="-127"/>
              <a:cs typeface="Microsoft GothicNeo" panose="020B0500000101010101" pitchFamily="34" charset="-127"/>
            </a:endParaRPr>
          </a:p>
        </p:txBody>
      </p:sp>
      <p:sp>
        <p:nvSpPr>
          <p:cNvPr id="5" name="Google Shape;608;p25">
            <a:extLst>
              <a:ext uri="{FF2B5EF4-FFF2-40B4-BE49-F238E27FC236}">
                <a16:creationId xmlns:a16="http://schemas.microsoft.com/office/drawing/2014/main" id="{317FAEFA-98B7-62F9-5FD7-A8F343B5FEAC}"/>
              </a:ext>
            </a:extLst>
          </p:cNvPr>
          <p:cNvSpPr/>
          <p:nvPr userDrawn="1"/>
        </p:nvSpPr>
        <p:spPr>
          <a:xfrm>
            <a:off x="-366763" y="5181915"/>
            <a:ext cx="334228" cy="337075"/>
          </a:xfrm>
          <a:prstGeom prst="rect">
            <a:avLst/>
          </a:prstGeom>
          <a:solidFill>
            <a:srgbClr val="EE2650"/>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s-ES" sz="1000">
              <a:solidFill>
                <a:prstClr val="white"/>
              </a:solidFill>
              <a:latin typeface="Trade Gothic Next" panose="020B0503040303020004" pitchFamily="34" charset="0"/>
              <a:ea typeface="Microsoft GothicNeo" panose="020B0500000101010101" pitchFamily="34" charset="-127"/>
              <a:cs typeface="Microsoft GothicNeo" panose="020B0500000101010101" pitchFamily="34" charset="-127"/>
              <a:sym typeface="IBM Plex Sans Light"/>
            </a:endParaRPr>
          </a:p>
        </p:txBody>
      </p:sp>
      <p:sp>
        <p:nvSpPr>
          <p:cNvPr id="8" name="Google Shape;606;p25">
            <a:extLst>
              <a:ext uri="{FF2B5EF4-FFF2-40B4-BE49-F238E27FC236}">
                <a16:creationId xmlns:a16="http://schemas.microsoft.com/office/drawing/2014/main" id="{37C6E191-1348-C493-270B-F7F8EDCC15EB}"/>
              </a:ext>
            </a:extLst>
          </p:cNvPr>
          <p:cNvSpPr/>
          <p:nvPr userDrawn="1"/>
        </p:nvSpPr>
        <p:spPr>
          <a:xfrm>
            <a:off x="-701963" y="5181599"/>
            <a:ext cx="334228" cy="337075"/>
          </a:xfrm>
          <a:prstGeom prst="rect">
            <a:avLst/>
          </a:prstGeom>
          <a:solidFill>
            <a:srgbClr val="00172F"/>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prstClr val="white"/>
              </a:solidFill>
              <a:latin typeface="Trade Gothic Next" panose="020B0503040303020004" pitchFamily="34" charset="0"/>
              <a:ea typeface="Microsoft GothicNeo" panose="020B0500000101010101" pitchFamily="34" charset="-127"/>
              <a:cs typeface="Microsoft GothicNeo" panose="020B0500000101010101" pitchFamily="34" charset="-127"/>
            </a:endParaRPr>
          </a:p>
        </p:txBody>
      </p:sp>
      <p:sp>
        <p:nvSpPr>
          <p:cNvPr id="9" name="Google Shape;607;p25">
            <a:extLst>
              <a:ext uri="{FF2B5EF4-FFF2-40B4-BE49-F238E27FC236}">
                <a16:creationId xmlns:a16="http://schemas.microsoft.com/office/drawing/2014/main" id="{D173DFE0-3680-5D93-4E43-DACDF23F9DDC}"/>
              </a:ext>
            </a:extLst>
          </p:cNvPr>
          <p:cNvSpPr/>
          <p:nvPr userDrawn="1"/>
        </p:nvSpPr>
        <p:spPr>
          <a:xfrm>
            <a:off x="-366833" y="5853448"/>
            <a:ext cx="334228" cy="337075"/>
          </a:xfrm>
          <a:prstGeom prst="rect">
            <a:avLst/>
          </a:prstGeom>
          <a:solidFill>
            <a:srgbClr val="FACA2B"/>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800">
              <a:solidFill>
                <a:srgbClr val="00172F"/>
              </a:solidFill>
              <a:latin typeface="Trade Gothic Next" panose="020B0503040303020004" pitchFamily="34" charset="0"/>
              <a:ea typeface="Microsoft GothicNeo" panose="020B0500000101010101" pitchFamily="34" charset="-127"/>
              <a:cs typeface="Microsoft GothicNeo" panose="020B0500000101010101" pitchFamily="34" charset="-127"/>
              <a:sym typeface="Helvetica Neue"/>
            </a:endParaRPr>
          </a:p>
        </p:txBody>
      </p:sp>
      <p:sp>
        <p:nvSpPr>
          <p:cNvPr id="12" name="Google Shape;608;p25">
            <a:extLst>
              <a:ext uri="{FF2B5EF4-FFF2-40B4-BE49-F238E27FC236}">
                <a16:creationId xmlns:a16="http://schemas.microsoft.com/office/drawing/2014/main" id="{F06D4F74-4C61-4A25-43AF-6B8BF0E1B688}"/>
              </a:ext>
            </a:extLst>
          </p:cNvPr>
          <p:cNvSpPr/>
          <p:nvPr userDrawn="1"/>
        </p:nvSpPr>
        <p:spPr>
          <a:xfrm>
            <a:off x="-701963" y="5518276"/>
            <a:ext cx="334228" cy="337075"/>
          </a:xfrm>
          <a:prstGeom prst="rect">
            <a:avLst/>
          </a:prstGeom>
          <a:solidFill>
            <a:srgbClr val="092C53"/>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Trade Gothic Next" panose="020B0503040303020004" pitchFamily="34" charset="0"/>
              <a:ea typeface="Microsoft GothicNeo" panose="020B0500000101010101" pitchFamily="34" charset="-127"/>
              <a:cs typeface="Microsoft GothicNeo" panose="020B0500000101010101" pitchFamily="34" charset="-127"/>
              <a:sym typeface="Helvetica Neue"/>
            </a:endParaRPr>
          </a:p>
        </p:txBody>
      </p:sp>
      <p:sp>
        <p:nvSpPr>
          <p:cNvPr id="13" name="Google Shape;605;p25">
            <a:extLst>
              <a:ext uri="{FF2B5EF4-FFF2-40B4-BE49-F238E27FC236}">
                <a16:creationId xmlns:a16="http://schemas.microsoft.com/office/drawing/2014/main" id="{5CD47DA2-025D-B304-C554-96E03D933042}"/>
              </a:ext>
            </a:extLst>
          </p:cNvPr>
          <p:cNvSpPr/>
          <p:nvPr userDrawn="1"/>
        </p:nvSpPr>
        <p:spPr>
          <a:xfrm>
            <a:off x="-701963" y="5855733"/>
            <a:ext cx="334228" cy="337075"/>
          </a:xfrm>
          <a:prstGeom prst="rect">
            <a:avLst/>
          </a:prstGeom>
          <a:solidFill>
            <a:srgbClr val="184476"/>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Trade Gothic Next" panose="020B0503040303020004" pitchFamily="34" charset="0"/>
              <a:ea typeface="Microsoft GothicNeo" panose="020B0500000101010101" pitchFamily="34" charset="-127"/>
              <a:cs typeface="Microsoft GothicNeo" panose="020B0500000101010101" pitchFamily="34" charset="-127"/>
              <a:sym typeface="Helvetica Neue"/>
            </a:endParaRPr>
          </a:p>
        </p:txBody>
      </p:sp>
      <p:sp>
        <p:nvSpPr>
          <p:cNvPr id="16" name="Title 15">
            <a:extLst>
              <a:ext uri="{FF2B5EF4-FFF2-40B4-BE49-F238E27FC236}">
                <a16:creationId xmlns:a16="http://schemas.microsoft.com/office/drawing/2014/main" id="{8FC29ACA-8A4F-709F-6806-A32214823A45}"/>
              </a:ext>
            </a:extLst>
          </p:cNvPr>
          <p:cNvSpPr>
            <a:spLocks noGrp="1"/>
          </p:cNvSpPr>
          <p:nvPr>
            <p:ph type="title"/>
          </p:nvPr>
        </p:nvSpPr>
        <p:spPr>
          <a:xfrm>
            <a:off x="256033" y="237744"/>
            <a:ext cx="11044777" cy="648129"/>
          </a:xfrm>
        </p:spPr>
        <p:txBody>
          <a:bodyPr/>
          <a:lstStyle/>
          <a:p>
            <a:r>
              <a:rPr lang="en-US"/>
              <a:t>Click to edit Master title style</a:t>
            </a:r>
          </a:p>
        </p:txBody>
      </p:sp>
      <p:sp>
        <p:nvSpPr>
          <p:cNvPr id="19" name="Rectangle 18">
            <a:extLst>
              <a:ext uri="{FF2B5EF4-FFF2-40B4-BE49-F238E27FC236}">
                <a16:creationId xmlns:a16="http://schemas.microsoft.com/office/drawing/2014/main" id="{21F386DB-BFA4-1734-837E-FE44AAF96627}"/>
              </a:ext>
            </a:extLst>
          </p:cNvPr>
          <p:cNvSpPr/>
          <p:nvPr userDrawn="1"/>
        </p:nvSpPr>
        <p:spPr>
          <a:xfrm>
            <a:off x="11410950" y="0"/>
            <a:ext cx="57843" cy="5750560"/>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717598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Table">
    <p:spTree>
      <p:nvGrpSpPr>
        <p:cNvPr id="1" name=""/>
        <p:cNvGrpSpPr/>
        <p:nvPr/>
      </p:nvGrpSpPr>
      <p:grpSpPr>
        <a:xfrm>
          <a:off x="0" y="0"/>
          <a:ext cx="0" cy="0"/>
          <a:chOff x="0" y="0"/>
          <a:chExt cx="0" cy="0"/>
        </a:xfrm>
      </p:grpSpPr>
      <p:sp>
        <p:nvSpPr>
          <p:cNvPr id="8" name="Table Placeholder 7">
            <a:extLst>
              <a:ext uri="{FF2B5EF4-FFF2-40B4-BE49-F238E27FC236}">
                <a16:creationId xmlns:a16="http://schemas.microsoft.com/office/drawing/2014/main" id="{DDC340D6-008F-E05E-C916-E8373635CDFE}"/>
              </a:ext>
            </a:extLst>
          </p:cNvPr>
          <p:cNvSpPr>
            <a:spLocks noGrp="1"/>
          </p:cNvSpPr>
          <p:nvPr>
            <p:ph type="tbl" sz="quarter" idx="13"/>
          </p:nvPr>
        </p:nvSpPr>
        <p:spPr>
          <a:xfrm>
            <a:off x="4457702" y="961534"/>
            <a:ext cx="7429499" cy="4715366"/>
          </a:xfrm>
          <a:ln>
            <a:noFill/>
          </a:ln>
        </p:spPr>
        <p:txBody>
          <a:bodyPr/>
          <a:lstStyle>
            <a:lvl1pPr marL="0" indent="0">
              <a:buNone/>
              <a:defRPr/>
            </a:lvl1pPr>
          </a:lstStyle>
          <a:p>
            <a:endParaRPr lang="en-US"/>
          </a:p>
        </p:txBody>
      </p:sp>
      <p:sp>
        <p:nvSpPr>
          <p:cNvPr id="10" name="Text Placeholder 9">
            <a:extLst>
              <a:ext uri="{FF2B5EF4-FFF2-40B4-BE49-F238E27FC236}">
                <a16:creationId xmlns:a16="http://schemas.microsoft.com/office/drawing/2014/main" id="{0E8CB49E-B0BC-6083-6A6D-764BB364B730}"/>
              </a:ext>
            </a:extLst>
          </p:cNvPr>
          <p:cNvSpPr>
            <a:spLocks noGrp="1"/>
          </p:cNvSpPr>
          <p:nvPr>
            <p:ph type="body" sz="quarter" idx="14"/>
          </p:nvPr>
        </p:nvSpPr>
        <p:spPr>
          <a:xfrm>
            <a:off x="256032" y="961534"/>
            <a:ext cx="4061969" cy="5197965"/>
          </a:xfrm>
          <a:ln>
            <a:noFill/>
          </a:ln>
        </p:spPr>
        <p:txBody>
          <a:bodyPr vert="horz" lIns="91440" tIns="45720" rIns="91440" bIns="45720" rtlCol="0">
            <a:normAutofit/>
          </a:bodyPr>
          <a:lstStyle>
            <a:lvl1pPr>
              <a:defRPr lang="en-US" dirty="0"/>
            </a:lvl1pPr>
          </a:lstStyle>
          <a:p>
            <a:pPr lvl="0">
              <a:lnSpc>
                <a:spcPct val="100000"/>
              </a:lnSpc>
            </a:pPr>
            <a:r>
              <a:rPr lang="en-US"/>
              <a:t>Click to edit</a:t>
            </a:r>
          </a:p>
        </p:txBody>
      </p:sp>
      <p:sp>
        <p:nvSpPr>
          <p:cNvPr id="4" name="Title 3">
            <a:extLst>
              <a:ext uri="{FF2B5EF4-FFF2-40B4-BE49-F238E27FC236}">
                <a16:creationId xmlns:a16="http://schemas.microsoft.com/office/drawing/2014/main" id="{2E758BF0-0197-B234-7601-2D5A72D27D9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48901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EFA546-AB9B-1634-3221-E198482E82E1}"/>
              </a:ext>
            </a:extLst>
          </p:cNvPr>
          <p:cNvSpPr>
            <a:spLocks noGrp="1"/>
          </p:cNvSpPr>
          <p:nvPr>
            <p:ph type="title" orient="vert"/>
          </p:nvPr>
        </p:nvSpPr>
        <p:spPr>
          <a:xfrm>
            <a:off x="10629900" y="203200"/>
            <a:ext cx="1333500" cy="5578475"/>
          </a:xfrm>
          <a:prstGeom prst="rect">
            <a:avLst/>
          </a:prstGeom>
        </p:spPr>
        <p:txBody>
          <a:bodyPr vert="eaVert">
            <a:normAutofit/>
          </a:bodyPr>
          <a:lstStyle>
            <a:lvl1pPr>
              <a:defRPr sz="3200"/>
            </a:lvl1pPr>
          </a:lstStyle>
          <a:p>
            <a:r>
              <a:rPr lang="en-US"/>
              <a:t>Click to edit Master title style</a:t>
            </a:r>
          </a:p>
        </p:txBody>
      </p:sp>
      <p:sp>
        <p:nvSpPr>
          <p:cNvPr id="3" name="Vertical Text Placeholder 2">
            <a:extLst>
              <a:ext uri="{FF2B5EF4-FFF2-40B4-BE49-F238E27FC236}">
                <a16:creationId xmlns:a16="http://schemas.microsoft.com/office/drawing/2014/main" id="{4775E9F5-94F3-F2F7-407F-5A4D9A39AA5F}"/>
              </a:ext>
            </a:extLst>
          </p:cNvPr>
          <p:cNvSpPr>
            <a:spLocks noGrp="1"/>
          </p:cNvSpPr>
          <p:nvPr>
            <p:ph type="body" orient="vert" idx="1"/>
          </p:nvPr>
        </p:nvSpPr>
        <p:spPr>
          <a:xfrm>
            <a:off x="159613" y="191382"/>
            <a:ext cx="10346466" cy="609511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2011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F61859B4-F1A7-F40F-4637-1AEA66DE817E}"/>
              </a:ext>
            </a:extLst>
          </p:cNvPr>
          <p:cNvSpPr>
            <a:spLocks noGrp="1"/>
          </p:cNvSpPr>
          <p:nvPr>
            <p:ph type="body" orient="vert" idx="1"/>
          </p:nvPr>
        </p:nvSpPr>
        <p:spPr>
          <a:xfrm>
            <a:off x="256033" y="1025237"/>
            <a:ext cx="11631168" cy="502341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7154E477-49A4-07E8-75AD-B6C9FDFF199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04880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 Type="http://schemas.openxmlformats.org/officeDocument/2006/relationships/slideLayout" Target="../slideLayouts/slideLayout46.xml"/><Relationship Id="rId21" Type="http://schemas.openxmlformats.org/officeDocument/2006/relationships/slideLayout" Target="../slideLayouts/slideLayout64.xml"/><Relationship Id="rId34" Type="http://schemas.openxmlformats.org/officeDocument/2006/relationships/image" Target="../media/image19.png"/><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theme" Target="../theme/theme2.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88DA60-7527-EF1E-6EA0-8DBB47A51D3D}"/>
              </a:ext>
            </a:extLst>
          </p:cNvPr>
          <p:cNvSpPr>
            <a:spLocks noGrp="1"/>
          </p:cNvSpPr>
          <p:nvPr>
            <p:ph type="title"/>
          </p:nvPr>
        </p:nvSpPr>
        <p:spPr>
          <a:xfrm>
            <a:off x="256033" y="237744"/>
            <a:ext cx="10157967" cy="6129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4D3B5E-94D1-4877-1506-5D7C7064D085}"/>
              </a:ext>
            </a:extLst>
          </p:cNvPr>
          <p:cNvSpPr>
            <a:spLocks noGrp="1"/>
          </p:cNvSpPr>
          <p:nvPr>
            <p:ph type="body" idx="1"/>
          </p:nvPr>
        </p:nvSpPr>
        <p:spPr>
          <a:xfrm>
            <a:off x="256032" y="927101"/>
            <a:ext cx="11631168" cy="5030354"/>
          </a:xfrm>
          <a:prstGeom prst="rect">
            <a:avLst/>
          </a:prstGeom>
          <a:ln>
            <a:noFill/>
          </a:ln>
        </p:spPr>
        <p:txBody>
          <a:bodyPr vert="horz" lIns="91440" tIns="45720" rIns="91440" bIns="45720" rtlCol="0">
            <a:normAutofit/>
          </a:body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pic>
        <p:nvPicPr>
          <p:cNvPr id="8" name="Picture 7">
            <a:extLst>
              <a:ext uri="{FF2B5EF4-FFF2-40B4-BE49-F238E27FC236}">
                <a16:creationId xmlns:a16="http://schemas.microsoft.com/office/drawing/2014/main" id="{E268E318-0261-B3E8-DAAE-862458D5F4CC}"/>
              </a:ext>
            </a:extLst>
          </p:cNvPr>
          <p:cNvPicPr>
            <a:picLocks noChangeAspect="1"/>
          </p:cNvPicPr>
          <p:nvPr userDrawn="1"/>
        </p:nvPicPr>
        <p:blipFill>
          <a:blip r:embed="rId45" cstate="hqprint">
            <a:extLst>
              <a:ext uri="{28A0092B-C50C-407E-A947-70E740481C1C}">
                <a14:useLocalDpi xmlns:a14="http://schemas.microsoft.com/office/drawing/2010/main" val="0"/>
              </a:ext>
            </a:extLst>
          </a:blip>
          <a:srcRect/>
          <a:stretch/>
        </p:blipFill>
        <p:spPr>
          <a:xfrm>
            <a:off x="11185631" y="6190522"/>
            <a:ext cx="750336" cy="475344"/>
          </a:xfrm>
          <a:prstGeom prst="rect">
            <a:avLst/>
          </a:prstGeom>
        </p:spPr>
      </p:pic>
      <p:sp>
        <p:nvSpPr>
          <p:cNvPr id="5" name="Google Shape;605;p25">
            <a:extLst>
              <a:ext uri="{FF2B5EF4-FFF2-40B4-BE49-F238E27FC236}">
                <a16:creationId xmlns:a16="http://schemas.microsoft.com/office/drawing/2014/main" id="{BD0BE3B0-D711-0284-619F-826545E3DB8C}"/>
              </a:ext>
            </a:extLst>
          </p:cNvPr>
          <p:cNvSpPr/>
          <p:nvPr userDrawn="1"/>
        </p:nvSpPr>
        <p:spPr>
          <a:xfrm>
            <a:off x="-367411" y="6526802"/>
            <a:ext cx="334228" cy="337075"/>
          </a:xfrm>
          <a:prstGeom prst="rect">
            <a:avLst/>
          </a:prstGeom>
          <a:solidFill>
            <a:srgbClr val="C6DBDF"/>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chemeClr val="bg1"/>
              </a:solidFill>
              <a:latin typeface="+mj-lt"/>
              <a:ea typeface="Microsoft GothicNeo" panose="020B0500000101010101" pitchFamily="34" charset="-127"/>
              <a:cs typeface="Microsoft GothicNeo" panose="020B0500000101010101" pitchFamily="34" charset="-127"/>
              <a:sym typeface="Helvetica Neue"/>
            </a:endParaRPr>
          </a:p>
        </p:txBody>
      </p:sp>
      <p:sp>
        <p:nvSpPr>
          <p:cNvPr id="6" name="Google Shape;606;p25">
            <a:extLst>
              <a:ext uri="{FF2B5EF4-FFF2-40B4-BE49-F238E27FC236}">
                <a16:creationId xmlns:a16="http://schemas.microsoft.com/office/drawing/2014/main" id="{107ACC2C-1D17-078A-D365-8AF16DC542D7}"/>
              </a:ext>
            </a:extLst>
          </p:cNvPr>
          <p:cNvSpPr/>
          <p:nvPr userDrawn="1"/>
        </p:nvSpPr>
        <p:spPr>
          <a:xfrm>
            <a:off x="-367411" y="5515991"/>
            <a:ext cx="334228" cy="337075"/>
          </a:xfrm>
          <a:prstGeom prst="rect">
            <a:avLst/>
          </a:prstGeom>
          <a:solidFill>
            <a:srgbClr val="F9A619"/>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srgbClr val="092C53"/>
              </a:solidFill>
              <a:latin typeface="+mj-lt"/>
              <a:ea typeface="Microsoft GothicNeo" panose="020B0500000101010101" pitchFamily="34" charset="-127"/>
              <a:cs typeface="Microsoft GothicNeo" panose="020B0500000101010101" pitchFamily="34" charset="-127"/>
            </a:endParaRPr>
          </a:p>
        </p:txBody>
      </p:sp>
      <p:sp>
        <p:nvSpPr>
          <p:cNvPr id="7" name="Google Shape;607;p25">
            <a:extLst>
              <a:ext uri="{FF2B5EF4-FFF2-40B4-BE49-F238E27FC236}">
                <a16:creationId xmlns:a16="http://schemas.microsoft.com/office/drawing/2014/main" id="{10AE7F51-3C0F-F3A0-48F9-D739987FE724}"/>
              </a:ext>
            </a:extLst>
          </p:cNvPr>
          <p:cNvSpPr/>
          <p:nvPr userDrawn="1"/>
        </p:nvSpPr>
        <p:spPr>
          <a:xfrm>
            <a:off x="-701963" y="6529088"/>
            <a:ext cx="334228" cy="332831"/>
          </a:xfrm>
          <a:prstGeom prst="rect">
            <a:avLst/>
          </a:prstGeom>
          <a:solidFill>
            <a:srgbClr val="DCDCDC"/>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1000">
              <a:solidFill>
                <a:srgbClr val="092C53"/>
              </a:solidFill>
              <a:latin typeface="+mj-lt"/>
              <a:ea typeface="Microsoft GothicNeo" panose="020B0500000101010101" pitchFamily="34" charset="-127"/>
              <a:cs typeface="Microsoft GothicNeo" panose="020B0500000101010101" pitchFamily="34" charset="-127"/>
              <a:sym typeface="Helvetica Neue"/>
            </a:endParaRPr>
          </a:p>
        </p:txBody>
      </p:sp>
      <p:sp>
        <p:nvSpPr>
          <p:cNvPr id="9" name="Google Shape;608;p25">
            <a:extLst>
              <a:ext uri="{FF2B5EF4-FFF2-40B4-BE49-F238E27FC236}">
                <a16:creationId xmlns:a16="http://schemas.microsoft.com/office/drawing/2014/main" id="{B404A645-5EF8-88CF-E6DE-E514102B4513}"/>
              </a:ext>
            </a:extLst>
          </p:cNvPr>
          <p:cNvSpPr/>
          <p:nvPr userDrawn="1"/>
        </p:nvSpPr>
        <p:spPr>
          <a:xfrm>
            <a:off x="-366763" y="5181915"/>
            <a:ext cx="334228" cy="337075"/>
          </a:xfrm>
          <a:prstGeom prst="rect">
            <a:avLst/>
          </a:prstGeom>
          <a:solidFill>
            <a:srgbClr val="EE2650"/>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s-ES" sz="1000">
              <a:solidFill>
                <a:prstClr val="white"/>
              </a:solidFill>
              <a:latin typeface="+mj-lt"/>
              <a:ea typeface="Microsoft GothicNeo" panose="020B0500000101010101" pitchFamily="34" charset="-127"/>
              <a:cs typeface="Microsoft GothicNeo" panose="020B0500000101010101" pitchFamily="34" charset="-127"/>
              <a:sym typeface="IBM Plex Sans Light"/>
            </a:endParaRPr>
          </a:p>
        </p:txBody>
      </p:sp>
      <p:sp>
        <p:nvSpPr>
          <p:cNvPr id="10" name="Google Shape;610;p25">
            <a:extLst>
              <a:ext uri="{FF2B5EF4-FFF2-40B4-BE49-F238E27FC236}">
                <a16:creationId xmlns:a16="http://schemas.microsoft.com/office/drawing/2014/main" id="{5FB885F2-7AD2-FCD8-C925-F2A49D215408}"/>
              </a:ext>
            </a:extLst>
          </p:cNvPr>
          <p:cNvSpPr/>
          <p:nvPr userDrawn="1"/>
        </p:nvSpPr>
        <p:spPr>
          <a:xfrm>
            <a:off x="-366763" y="6191010"/>
            <a:ext cx="334228" cy="337075"/>
          </a:xfrm>
          <a:prstGeom prst="rect">
            <a:avLst/>
          </a:prstGeom>
          <a:solidFill>
            <a:srgbClr val="FBCD3A"/>
          </a:solidFill>
          <a:ln>
            <a:noFill/>
          </a:ln>
        </p:spPr>
        <p:txBody>
          <a:bodyPr spcFirstLastPara="1" wrap="square" lIns="274320" tIns="91440" rIns="0" bIns="0" anchor="t" anchorCtr="0">
            <a:noAutofit/>
          </a:bodyPr>
          <a:lstStyle/>
          <a:p>
            <a:pPr defTabSz="914377">
              <a:lnSpc>
                <a:spcPct val="120588"/>
              </a:lnSpc>
              <a:buClr>
                <a:srgbClr val="333740"/>
              </a:buClr>
              <a:buSzPts val="3400"/>
              <a:defRPr/>
            </a:pPr>
            <a:endParaRPr lang="en-US" sz="1000">
              <a:latin typeface="+mj-lt"/>
              <a:ea typeface="Microsoft GothicNeo" panose="020B0500000101010101" pitchFamily="34" charset="-127"/>
              <a:cs typeface="Microsoft GothicNeo" panose="020B0500000101010101" pitchFamily="34" charset="-127"/>
              <a:sym typeface="Helvetica Neue"/>
            </a:endParaRPr>
          </a:p>
        </p:txBody>
      </p:sp>
      <p:sp>
        <p:nvSpPr>
          <p:cNvPr id="11" name="Google Shape;606;p25">
            <a:extLst>
              <a:ext uri="{FF2B5EF4-FFF2-40B4-BE49-F238E27FC236}">
                <a16:creationId xmlns:a16="http://schemas.microsoft.com/office/drawing/2014/main" id="{1F725DD0-8807-AD21-C807-0EBE8D514504}"/>
              </a:ext>
            </a:extLst>
          </p:cNvPr>
          <p:cNvSpPr/>
          <p:nvPr userDrawn="1"/>
        </p:nvSpPr>
        <p:spPr>
          <a:xfrm>
            <a:off x="-701963" y="5181599"/>
            <a:ext cx="334228" cy="337075"/>
          </a:xfrm>
          <a:prstGeom prst="rect">
            <a:avLst/>
          </a:prstGeom>
          <a:solidFill>
            <a:srgbClr val="00172F"/>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prstClr val="white"/>
              </a:solidFill>
              <a:latin typeface="+mj-lt"/>
              <a:ea typeface="Microsoft GothicNeo" panose="020B0500000101010101" pitchFamily="34" charset="-127"/>
              <a:cs typeface="Microsoft GothicNeo" panose="020B0500000101010101" pitchFamily="34" charset="-127"/>
            </a:endParaRPr>
          </a:p>
        </p:txBody>
      </p:sp>
      <p:sp>
        <p:nvSpPr>
          <p:cNvPr id="12" name="Google Shape;607;p25">
            <a:extLst>
              <a:ext uri="{FF2B5EF4-FFF2-40B4-BE49-F238E27FC236}">
                <a16:creationId xmlns:a16="http://schemas.microsoft.com/office/drawing/2014/main" id="{0CF4E7F1-81C0-7480-64D3-CAB9B844D096}"/>
              </a:ext>
            </a:extLst>
          </p:cNvPr>
          <p:cNvSpPr/>
          <p:nvPr userDrawn="1"/>
        </p:nvSpPr>
        <p:spPr>
          <a:xfrm>
            <a:off x="-366833" y="5853447"/>
            <a:ext cx="334228" cy="337075"/>
          </a:xfrm>
          <a:prstGeom prst="rect">
            <a:avLst/>
          </a:prstGeom>
          <a:solidFill>
            <a:srgbClr val="FACA2B"/>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800">
              <a:solidFill>
                <a:srgbClr val="00172F"/>
              </a:solidFill>
              <a:latin typeface="+mj-lt"/>
              <a:ea typeface="Microsoft GothicNeo" panose="020B0500000101010101" pitchFamily="34" charset="-127"/>
              <a:cs typeface="Microsoft GothicNeo" panose="020B0500000101010101" pitchFamily="34" charset="-127"/>
              <a:sym typeface="Helvetica Neue"/>
            </a:endParaRPr>
          </a:p>
        </p:txBody>
      </p:sp>
      <p:sp>
        <p:nvSpPr>
          <p:cNvPr id="13" name="Google Shape;608;p25">
            <a:extLst>
              <a:ext uri="{FF2B5EF4-FFF2-40B4-BE49-F238E27FC236}">
                <a16:creationId xmlns:a16="http://schemas.microsoft.com/office/drawing/2014/main" id="{5ADFF20B-C20A-8A8A-3C80-75AF04EB557D}"/>
              </a:ext>
            </a:extLst>
          </p:cNvPr>
          <p:cNvSpPr/>
          <p:nvPr userDrawn="1"/>
        </p:nvSpPr>
        <p:spPr>
          <a:xfrm>
            <a:off x="-701963" y="5518276"/>
            <a:ext cx="334228" cy="337075"/>
          </a:xfrm>
          <a:prstGeom prst="rect">
            <a:avLst/>
          </a:prstGeom>
          <a:solidFill>
            <a:srgbClr val="092C53"/>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mj-lt"/>
              <a:ea typeface="Microsoft GothicNeo" panose="020B0500000101010101" pitchFamily="34" charset="-127"/>
              <a:cs typeface="Microsoft GothicNeo" panose="020B0500000101010101" pitchFamily="34" charset="-127"/>
              <a:sym typeface="Helvetica Neue"/>
            </a:endParaRPr>
          </a:p>
        </p:txBody>
      </p:sp>
      <p:sp>
        <p:nvSpPr>
          <p:cNvPr id="14" name="Google Shape;605;p25">
            <a:extLst>
              <a:ext uri="{FF2B5EF4-FFF2-40B4-BE49-F238E27FC236}">
                <a16:creationId xmlns:a16="http://schemas.microsoft.com/office/drawing/2014/main" id="{61CECCEA-AD88-5542-D140-00CEEFCEE306}"/>
              </a:ext>
            </a:extLst>
          </p:cNvPr>
          <p:cNvSpPr/>
          <p:nvPr userDrawn="1"/>
        </p:nvSpPr>
        <p:spPr>
          <a:xfrm>
            <a:off x="-701963" y="5855733"/>
            <a:ext cx="334228" cy="337075"/>
          </a:xfrm>
          <a:prstGeom prst="rect">
            <a:avLst/>
          </a:prstGeom>
          <a:solidFill>
            <a:srgbClr val="184476"/>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mj-lt"/>
              <a:ea typeface="Microsoft GothicNeo" panose="020B0500000101010101" pitchFamily="34" charset="-127"/>
              <a:cs typeface="Microsoft GothicNeo" panose="020B0500000101010101" pitchFamily="34" charset="-127"/>
              <a:sym typeface="Helvetica Neue"/>
            </a:endParaRPr>
          </a:p>
        </p:txBody>
      </p:sp>
      <p:sp>
        <p:nvSpPr>
          <p:cNvPr id="15" name="Google Shape;609;p25">
            <a:extLst>
              <a:ext uri="{FF2B5EF4-FFF2-40B4-BE49-F238E27FC236}">
                <a16:creationId xmlns:a16="http://schemas.microsoft.com/office/drawing/2014/main" id="{E5CEB862-E1A4-4B20-7314-D25417621DBC}"/>
              </a:ext>
            </a:extLst>
          </p:cNvPr>
          <p:cNvSpPr/>
          <p:nvPr userDrawn="1"/>
        </p:nvSpPr>
        <p:spPr>
          <a:xfrm>
            <a:off x="-701963" y="6190850"/>
            <a:ext cx="334228" cy="337075"/>
          </a:xfrm>
          <a:prstGeom prst="rect">
            <a:avLst/>
          </a:prstGeom>
          <a:solidFill>
            <a:srgbClr val="1B76B8"/>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800">
              <a:solidFill>
                <a:prstClr val="white"/>
              </a:solidFill>
              <a:latin typeface="+mj-lt"/>
              <a:ea typeface="Microsoft GothicNeo" panose="020B0500000101010101" pitchFamily="34" charset="-127"/>
              <a:cs typeface="Microsoft GothicNeo" panose="020B0500000101010101" pitchFamily="34" charset="-127"/>
              <a:sym typeface="Helvetica Neue"/>
            </a:endParaRPr>
          </a:p>
        </p:txBody>
      </p:sp>
      <p:sp>
        <p:nvSpPr>
          <p:cNvPr id="4" name="TextBox 3">
            <a:extLst>
              <a:ext uri="{FF2B5EF4-FFF2-40B4-BE49-F238E27FC236}">
                <a16:creationId xmlns:a16="http://schemas.microsoft.com/office/drawing/2014/main" id="{DD0F27A0-AA2F-BD20-61CC-1726963E11E1}"/>
              </a:ext>
            </a:extLst>
          </p:cNvPr>
          <p:cNvSpPr txBox="1"/>
          <p:nvPr userDrawn="1"/>
        </p:nvSpPr>
        <p:spPr>
          <a:xfrm>
            <a:off x="194975" y="6460117"/>
            <a:ext cx="609525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EE10FFB-08DD-49DB-B9A9-5721ABFC4D5A}" type="slidenum">
              <a:rPr kumimoji="0" lang="en-US" sz="800" b="0" i="0" u="none" strike="noStrike" kern="1200" cap="none" spc="0" normalizeH="0" baseline="0" noProof="0" smtClean="0">
                <a:ln>
                  <a:noFill/>
                </a:ln>
                <a:solidFill>
                  <a:schemeClr val="bg1"/>
                </a:solidFill>
                <a:effectLst/>
                <a:uLnTx/>
                <a:uFillTx/>
                <a:latin typeface="Trade Gothic Next"/>
                <a:ea typeface="+mn-ea"/>
                <a:cs typeface="+mn-cs"/>
              </a:rPr>
              <a:t>‹#›</a:t>
            </a:fld>
            <a:r>
              <a:rPr kumimoji="0" lang="en-US" sz="800" b="0" i="0" u="none" strike="noStrike" kern="1200" cap="none" spc="0" normalizeH="0" baseline="0" noProof="0">
                <a:ln>
                  <a:noFill/>
                </a:ln>
                <a:solidFill>
                  <a:schemeClr val="bg1"/>
                </a:solidFill>
                <a:effectLst/>
                <a:uLnTx/>
                <a:uFillTx/>
                <a:latin typeface="Trade Gothic Next"/>
                <a:ea typeface="+mn-ea"/>
                <a:cs typeface="+mn-cs"/>
              </a:rPr>
              <a:t>    |    ©  Milestone Technologies Inc. All Rights Reserved.      |      www.milestone.tech</a:t>
            </a:r>
          </a:p>
        </p:txBody>
      </p:sp>
    </p:spTree>
    <p:extLst>
      <p:ext uri="{BB962C8B-B14F-4D97-AF65-F5344CB8AC3E}">
        <p14:creationId xmlns:p14="http://schemas.microsoft.com/office/powerpoint/2010/main" val="1646058119"/>
      </p:ext>
    </p:extLst>
  </p:cSld>
  <p:clrMap bg1="lt1" tx1="dk1" bg2="lt2" tx2="dk2" accent1="accent1" accent2="accent2" accent3="accent3" accent4="accent4" accent5="accent5" accent6="accent6" hlink="hlink" folHlink="folHlink"/>
  <p:sldLayoutIdLst>
    <p:sldLayoutId id="2147483769" r:id="rId1"/>
    <p:sldLayoutId id="2147483661" r:id="rId2"/>
    <p:sldLayoutId id="2147483873" r:id="rId3"/>
    <p:sldLayoutId id="2147483882" r:id="rId4"/>
    <p:sldLayoutId id="2147483884" r:id="rId5"/>
    <p:sldLayoutId id="2147483886" r:id="rId6"/>
    <p:sldLayoutId id="2147483690" r:id="rId7"/>
    <p:sldLayoutId id="2147483885" r:id="rId8"/>
    <p:sldLayoutId id="2147483876" r:id="rId9"/>
    <p:sldLayoutId id="2147483875" r:id="rId10"/>
    <p:sldLayoutId id="2147483881" r:id="rId11"/>
    <p:sldLayoutId id="2147483662" r:id="rId12"/>
    <p:sldLayoutId id="2147483794" r:id="rId13"/>
    <p:sldLayoutId id="2147483664" r:id="rId14"/>
    <p:sldLayoutId id="2147483750" r:id="rId15"/>
    <p:sldLayoutId id="2147483665" r:id="rId16"/>
    <p:sldLayoutId id="2147483731" r:id="rId17"/>
    <p:sldLayoutId id="2147483877" r:id="rId18"/>
    <p:sldLayoutId id="2147483687" r:id="rId19"/>
    <p:sldLayoutId id="2147483668" r:id="rId20"/>
    <p:sldLayoutId id="2147483669" r:id="rId21"/>
    <p:sldLayoutId id="2147483749" r:id="rId22"/>
    <p:sldLayoutId id="2147483811" r:id="rId23"/>
    <p:sldLayoutId id="2147483883" r:id="rId24"/>
    <p:sldLayoutId id="2147483887" r:id="rId25"/>
    <p:sldLayoutId id="2147483705" r:id="rId26"/>
    <p:sldLayoutId id="2147483805" r:id="rId27"/>
    <p:sldLayoutId id="2147483666" r:id="rId28"/>
    <p:sldLayoutId id="2147483931" r:id="rId29"/>
    <p:sldLayoutId id="2147483735" r:id="rId30"/>
    <p:sldLayoutId id="2147483878" r:id="rId31"/>
    <p:sldLayoutId id="2147483879" r:id="rId32"/>
    <p:sldLayoutId id="2147483808" r:id="rId33"/>
    <p:sldLayoutId id="2147483667" r:id="rId34"/>
    <p:sldLayoutId id="2147483889" r:id="rId35"/>
    <p:sldLayoutId id="2147483891" r:id="rId36"/>
    <p:sldLayoutId id="2147483890" r:id="rId37"/>
    <p:sldLayoutId id="2147483892" r:id="rId38"/>
    <p:sldLayoutId id="2147483930" r:id="rId39"/>
    <p:sldLayoutId id="2147483732" r:id="rId40"/>
    <p:sldLayoutId id="2147483698" r:id="rId41"/>
    <p:sldLayoutId id="2147483671" r:id="rId42"/>
    <p:sldLayoutId id="2147483670" r:id="rId43"/>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dt="0"/>
  <p:txStyles>
    <p:titleStyle>
      <a:lvl1pPr algn="l" defTabSz="914377" rtl="0" eaLnBrk="1" latinLnBrk="0" hangingPunct="1">
        <a:lnSpc>
          <a:spcPct val="90000"/>
        </a:lnSpc>
        <a:spcBef>
          <a:spcPct val="0"/>
        </a:spcBef>
        <a:buNone/>
        <a:defRPr sz="2800" b="1" kern="1200">
          <a:solidFill>
            <a:schemeClr val="bg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lang="en-US" sz="2000" kern="1200" dirty="0">
          <a:solidFill>
            <a:schemeClr val="bg1"/>
          </a:solidFill>
          <a:latin typeface="+mj-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lang="en-US" sz="1800" kern="1200" dirty="0">
          <a:solidFill>
            <a:schemeClr val="bg1"/>
          </a:solidFill>
          <a:latin typeface="+mj-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lang="en-US" sz="1600" kern="1200" dirty="0">
          <a:solidFill>
            <a:schemeClr val="bg1"/>
          </a:solidFill>
          <a:latin typeface="+mj-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lang="en-US" sz="1400" kern="1200" dirty="0">
          <a:solidFill>
            <a:schemeClr val="bg1"/>
          </a:solidFill>
          <a:latin typeface="+mj-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lang="en-US" sz="1400" kern="1200" dirty="0">
          <a:solidFill>
            <a:schemeClr val="bg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DFD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88DA60-7527-EF1E-6EA0-8DBB47A51D3D}"/>
              </a:ext>
            </a:extLst>
          </p:cNvPr>
          <p:cNvSpPr>
            <a:spLocks noGrp="1"/>
          </p:cNvSpPr>
          <p:nvPr>
            <p:ph type="title"/>
          </p:nvPr>
        </p:nvSpPr>
        <p:spPr>
          <a:xfrm>
            <a:off x="256033" y="237744"/>
            <a:ext cx="11631167" cy="6129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4D3B5E-94D1-4877-1506-5D7C7064D085}"/>
              </a:ext>
            </a:extLst>
          </p:cNvPr>
          <p:cNvSpPr>
            <a:spLocks noGrp="1"/>
          </p:cNvSpPr>
          <p:nvPr>
            <p:ph type="body" idx="1"/>
          </p:nvPr>
        </p:nvSpPr>
        <p:spPr>
          <a:xfrm>
            <a:off x="256032" y="927101"/>
            <a:ext cx="11631168" cy="5030354"/>
          </a:xfrm>
          <a:prstGeom prst="rect">
            <a:avLst/>
          </a:prstGeom>
          <a:ln>
            <a:noFill/>
          </a:ln>
        </p:spPr>
        <p:txBody>
          <a:bodyPr vert="horz" lIns="91440" tIns="45720" rIns="91440" bIns="45720" rtlCol="0">
            <a:normAutofit/>
          </a:bodyPr>
          <a:lstStyle/>
          <a:p>
            <a:pPr lvl="0">
              <a:lnSpc>
                <a:spcPct val="100000"/>
              </a:lnSpc>
            </a:pPr>
            <a:r>
              <a:rPr lang="en-US"/>
              <a:t>Click to edit Master text styles</a:t>
            </a:r>
          </a:p>
          <a:p>
            <a:pPr lvl="1">
              <a:lnSpc>
                <a:spcPct val="100000"/>
              </a:lnSpc>
            </a:pPr>
            <a:r>
              <a:rPr lang="en-US"/>
              <a:t>Second level</a:t>
            </a:r>
          </a:p>
          <a:p>
            <a:pPr lvl="2">
              <a:lnSpc>
                <a:spcPct val="100000"/>
              </a:lnSpc>
            </a:pPr>
            <a:r>
              <a:rPr lang="en-US"/>
              <a:t>Third level</a:t>
            </a:r>
          </a:p>
          <a:p>
            <a:pPr lvl="3">
              <a:lnSpc>
                <a:spcPct val="100000"/>
              </a:lnSpc>
            </a:pPr>
            <a:r>
              <a:rPr lang="en-US"/>
              <a:t>Fourth level</a:t>
            </a:r>
          </a:p>
          <a:p>
            <a:pPr lvl="4">
              <a:lnSpc>
                <a:spcPct val="100000"/>
              </a:lnSpc>
            </a:pPr>
            <a:r>
              <a:rPr lang="en-US"/>
              <a:t>Fifth level</a:t>
            </a:r>
          </a:p>
        </p:txBody>
      </p:sp>
      <p:pic>
        <p:nvPicPr>
          <p:cNvPr id="8" name="Picture 7">
            <a:extLst>
              <a:ext uri="{FF2B5EF4-FFF2-40B4-BE49-F238E27FC236}">
                <a16:creationId xmlns:a16="http://schemas.microsoft.com/office/drawing/2014/main" id="{E268E318-0261-B3E8-DAAE-862458D5F4CC}"/>
              </a:ext>
            </a:extLst>
          </p:cNvPr>
          <p:cNvPicPr>
            <a:picLocks noChangeAspect="1"/>
          </p:cNvPicPr>
          <p:nvPr userDrawn="1"/>
        </p:nvPicPr>
        <p:blipFill>
          <a:blip r:embed="rId34" cstate="hqprint">
            <a:extLst>
              <a:ext uri="{28A0092B-C50C-407E-A947-70E740481C1C}">
                <a14:useLocalDpi xmlns:a14="http://schemas.microsoft.com/office/drawing/2010/main" val="0"/>
              </a:ext>
            </a:extLst>
          </a:blip>
          <a:srcRect/>
          <a:stretch/>
        </p:blipFill>
        <p:spPr>
          <a:xfrm>
            <a:off x="11188408" y="6190522"/>
            <a:ext cx="744782" cy="475344"/>
          </a:xfrm>
          <a:prstGeom prst="rect">
            <a:avLst/>
          </a:prstGeom>
        </p:spPr>
      </p:pic>
      <p:sp>
        <p:nvSpPr>
          <p:cNvPr id="5" name="Google Shape;605;p25">
            <a:extLst>
              <a:ext uri="{FF2B5EF4-FFF2-40B4-BE49-F238E27FC236}">
                <a16:creationId xmlns:a16="http://schemas.microsoft.com/office/drawing/2014/main" id="{BD0BE3B0-D711-0284-619F-826545E3DB8C}"/>
              </a:ext>
            </a:extLst>
          </p:cNvPr>
          <p:cNvSpPr/>
          <p:nvPr userDrawn="1"/>
        </p:nvSpPr>
        <p:spPr>
          <a:xfrm>
            <a:off x="-367411" y="6526802"/>
            <a:ext cx="334228" cy="337075"/>
          </a:xfrm>
          <a:prstGeom prst="rect">
            <a:avLst/>
          </a:prstGeom>
          <a:solidFill>
            <a:srgbClr val="C6DBDF"/>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chemeClr val="bg1"/>
              </a:solidFill>
              <a:latin typeface="+mj-lt"/>
              <a:ea typeface="Microsoft GothicNeo" panose="020B0500000101010101" pitchFamily="34" charset="-127"/>
              <a:cs typeface="Microsoft GothicNeo" panose="020B0500000101010101" pitchFamily="34" charset="-127"/>
              <a:sym typeface="Helvetica Neue"/>
            </a:endParaRPr>
          </a:p>
        </p:txBody>
      </p:sp>
      <p:sp>
        <p:nvSpPr>
          <p:cNvPr id="6" name="Google Shape;606;p25">
            <a:extLst>
              <a:ext uri="{FF2B5EF4-FFF2-40B4-BE49-F238E27FC236}">
                <a16:creationId xmlns:a16="http://schemas.microsoft.com/office/drawing/2014/main" id="{107ACC2C-1D17-078A-D365-8AF16DC542D7}"/>
              </a:ext>
            </a:extLst>
          </p:cNvPr>
          <p:cNvSpPr/>
          <p:nvPr userDrawn="1"/>
        </p:nvSpPr>
        <p:spPr>
          <a:xfrm>
            <a:off x="-367411" y="5515991"/>
            <a:ext cx="334228" cy="337075"/>
          </a:xfrm>
          <a:prstGeom prst="rect">
            <a:avLst/>
          </a:prstGeom>
          <a:solidFill>
            <a:srgbClr val="F9A619"/>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srgbClr val="092C53"/>
              </a:solidFill>
              <a:latin typeface="+mj-lt"/>
              <a:ea typeface="Microsoft GothicNeo" panose="020B0500000101010101" pitchFamily="34" charset="-127"/>
              <a:cs typeface="Microsoft GothicNeo" panose="020B0500000101010101" pitchFamily="34" charset="-127"/>
            </a:endParaRPr>
          </a:p>
        </p:txBody>
      </p:sp>
      <p:sp>
        <p:nvSpPr>
          <p:cNvPr id="7" name="Google Shape;607;p25">
            <a:extLst>
              <a:ext uri="{FF2B5EF4-FFF2-40B4-BE49-F238E27FC236}">
                <a16:creationId xmlns:a16="http://schemas.microsoft.com/office/drawing/2014/main" id="{10AE7F51-3C0F-F3A0-48F9-D739987FE724}"/>
              </a:ext>
            </a:extLst>
          </p:cNvPr>
          <p:cNvSpPr/>
          <p:nvPr userDrawn="1"/>
        </p:nvSpPr>
        <p:spPr>
          <a:xfrm>
            <a:off x="-701963" y="6529088"/>
            <a:ext cx="334228" cy="332831"/>
          </a:xfrm>
          <a:prstGeom prst="rect">
            <a:avLst/>
          </a:prstGeom>
          <a:solidFill>
            <a:srgbClr val="DCDCDC"/>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1000">
              <a:solidFill>
                <a:srgbClr val="092C53"/>
              </a:solidFill>
              <a:latin typeface="+mj-lt"/>
              <a:ea typeface="Microsoft GothicNeo" panose="020B0500000101010101" pitchFamily="34" charset="-127"/>
              <a:cs typeface="Microsoft GothicNeo" panose="020B0500000101010101" pitchFamily="34" charset="-127"/>
              <a:sym typeface="Helvetica Neue"/>
            </a:endParaRPr>
          </a:p>
        </p:txBody>
      </p:sp>
      <p:sp>
        <p:nvSpPr>
          <p:cNvPr id="9" name="Google Shape;608;p25">
            <a:extLst>
              <a:ext uri="{FF2B5EF4-FFF2-40B4-BE49-F238E27FC236}">
                <a16:creationId xmlns:a16="http://schemas.microsoft.com/office/drawing/2014/main" id="{B404A645-5EF8-88CF-E6DE-E514102B4513}"/>
              </a:ext>
            </a:extLst>
          </p:cNvPr>
          <p:cNvSpPr/>
          <p:nvPr userDrawn="1"/>
        </p:nvSpPr>
        <p:spPr>
          <a:xfrm>
            <a:off x="-366763" y="5181915"/>
            <a:ext cx="334228" cy="337075"/>
          </a:xfrm>
          <a:prstGeom prst="rect">
            <a:avLst/>
          </a:prstGeom>
          <a:solidFill>
            <a:srgbClr val="EE2650"/>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s-ES" sz="1000">
              <a:solidFill>
                <a:prstClr val="white"/>
              </a:solidFill>
              <a:latin typeface="+mj-lt"/>
              <a:ea typeface="Microsoft GothicNeo" panose="020B0500000101010101" pitchFamily="34" charset="-127"/>
              <a:cs typeface="Microsoft GothicNeo" panose="020B0500000101010101" pitchFamily="34" charset="-127"/>
              <a:sym typeface="IBM Plex Sans Light"/>
            </a:endParaRPr>
          </a:p>
        </p:txBody>
      </p:sp>
      <p:sp>
        <p:nvSpPr>
          <p:cNvPr id="10" name="Google Shape;610;p25">
            <a:extLst>
              <a:ext uri="{FF2B5EF4-FFF2-40B4-BE49-F238E27FC236}">
                <a16:creationId xmlns:a16="http://schemas.microsoft.com/office/drawing/2014/main" id="{5FB885F2-7AD2-FCD8-C925-F2A49D215408}"/>
              </a:ext>
            </a:extLst>
          </p:cNvPr>
          <p:cNvSpPr/>
          <p:nvPr userDrawn="1"/>
        </p:nvSpPr>
        <p:spPr>
          <a:xfrm>
            <a:off x="-366763" y="6191010"/>
            <a:ext cx="334228" cy="337075"/>
          </a:xfrm>
          <a:prstGeom prst="rect">
            <a:avLst/>
          </a:prstGeom>
          <a:solidFill>
            <a:srgbClr val="FBCD3A"/>
          </a:solidFill>
          <a:ln>
            <a:noFill/>
          </a:ln>
        </p:spPr>
        <p:txBody>
          <a:bodyPr spcFirstLastPara="1" wrap="square" lIns="274320" tIns="91440" rIns="0" bIns="0" anchor="t" anchorCtr="0">
            <a:noAutofit/>
          </a:bodyPr>
          <a:lstStyle/>
          <a:p>
            <a:pPr defTabSz="914377">
              <a:lnSpc>
                <a:spcPct val="120588"/>
              </a:lnSpc>
              <a:buClr>
                <a:srgbClr val="333740"/>
              </a:buClr>
              <a:buSzPts val="3400"/>
              <a:defRPr/>
            </a:pPr>
            <a:endParaRPr lang="en-US" sz="1000">
              <a:latin typeface="+mj-lt"/>
              <a:ea typeface="Microsoft GothicNeo" panose="020B0500000101010101" pitchFamily="34" charset="-127"/>
              <a:cs typeface="Microsoft GothicNeo" panose="020B0500000101010101" pitchFamily="34" charset="-127"/>
              <a:sym typeface="Helvetica Neue"/>
            </a:endParaRPr>
          </a:p>
        </p:txBody>
      </p:sp>
      <p:sp>
        <p:nvSpPr>
          <p:cNvPr id="11" name="Google Shape;606;p25">
            <a:extLst>
              <a:ext uri="{FF2B5EF4-FFF2-40B4-BE49-F238E27FC236}">
                <a16:creationId xmlns:a16="http://schemas.microsoft.com/office/drawing/2014/main" id="{1F725DD0-8807-AD21-C807-0EBE8D514504}"/>
              </a:ext>
            </a:extLst>
          </p:cNvPr>
          <p:cNvSpPr/>
          <p:nvPr userDrawn="1"/>
        </p:nvSpPr>
        <p:spPr>
          <a:xfrm>
            <a:off x="-701963" y="5181599"/>
            <a:ext cx="334228" cy="337075"/>
          </a:xfrm>
          <a:prstGeom prst="rect">
            <a:avLst/>
          </a:prstGeom>
          <a:solidFill>
            <a:srgbClr val="00172F"/>
          </a:solidFill>
          <a:ln>
            <a:noFill/>
          </a:ln>
        </p:spPr>
        <p:txBody>
          <a:bodyPr spcFirstLastPara="1" wrap="square" lIns="274320" tIns="91440" rIns="0" bIns="0" anchor="t" anchorCtr="0">
            <a:noAutofit/>
          </a:bodyPr>
          <a:lstStyle/>
          <a:p>
            <a:pPr defTabSz="914377">
              <a:lnSpc>
                <a:spcPct val="120588"/>
              </a:lnSpc>
              <a:buClr>
                <a:srgbClr val="092C53"/>
              </a:buClr>
              <a:buSzPts val="3400"/>
              <a:defRPr/>
            </a:pPr>
            <a:endParaRPr lang="en-US" sz="1000">
              <a:solidFill>
                <a:prstClr val="white"/>
              </a:solidFill>
              <a:latin typeface="+mj-lt"/>
              <a:ea typeface="Microsoft GothicNeo" panose="020B0500000101010101" pitchFamily="34" charset="-127"/>
              <a:cs typeface="Microsoft GothicNeo" panose="020B0500000101010101" pitchFamily="34" charset="-127"/>
            </a:endParaRPr>
          </a:p>
        </p:txBody>
      </p:sp>
      <p:sp>
        <p:nvSpPr>
          <p:cNvPr id="12" name="Google Shape;607;p25">
            <a:extLst>
              <a:ext uri="{FF2B5EF4-FFF2-40B4-BE49-F238E27FC236}">
                <a16:creationId xmlns:a16="http://schemas.microsoft.com/office/drawing/2014/main" id="{0CF4E7F1-81C0-7480-64D3-CAB9B844D096}"/>
              </a:ext>
            </a:extLst>
          </p:cNvPr>
          <p:cNvSpPr/>
          <p:nvPr userDrawn="1"/>
        </p:nvSpPr>
        <p:spPr>
          <a:xfrm>
            <a:off x="-366833" y="5853447"/>
            <a:ext cx="334228" cy="337075"/>
          </a:xfrm>
          <a:prstGeom prst="rect">
            <a:avLst/>
          </a:prstGeom>
          <a:solidFill>
            <a:srgbClr val="FACA2B"/>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800">
              <a:solidFill>
                <a:srgbClr val="00172F"/>
              </a:solidFill>
              <a:latin typeface="+mj-lt"/>
              <a:ea typeface="Microsoft GothicNeo" panose="020B0500000101010101" pitchFamily="34" charset="-127"/>
              <a:cs typeface="Microsoft GothicNeo" panose="020B0500000101010101" pitchFamily="34" charset="-127"/>
              <a:sym typeface="Helvetica Neue"/>
            </a:endParaRPr>
          </a:p>
        </p:txBody>
      </p:sp>
      <p:sp>
        <p:nvSpPr>
          <p:cNvPr id="13" name="Google Shape;608;p25">
            <a:extLst>
              <a:ext uri="{FF2B5EF4-FFF2-40B4-BE49-F238E27FC236}">
                <a16:creationId xmlns:a16="http://schemas.microsoft.com/office/drawing/2014/main" id="{5ADFF20B-C20A-8A8A-3C80-75AF04EB557D}"/>
              </a:ext>
            </a:extLst>
          </p:cNvPr>
          <p:cNvSpPr/>
          <p:nvPr userDrawn="1"/>
        </p:nvSpPr>
        <p:spPr>
          <a:xfrm>
            <a:off x="-701963" y="5518276"/>
            <a:ext cx="334228" cy="337075"/>
          </a:xfrm>
          <a:prstGeom prst="rect">
            <a:avLst/>
          </a:prstGeom>
          <a:solidFill>
            <a:srgbClr val="092C53"/>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mj-lt"/>
              <a:ea typeface="Microsoft GothicNeo" panose="020B0500000101010101" pitchFamily="34" charset="-127"/>
              <a:cs typeface="Microsoft GothicNeo" panose="020B0500000101010101" pitchFamily="34" charset="-127"/>
              <a:sym typeface="Helvetica Neue"/>
            </a:endParaRPr>
          </a:p>
        </p:txBody>
      </p:sp>
      <p:sp>
        <p:nvSpPr>
          <p:cNvPr id="14" name="Google Shape;605;p25">
            <a:extLst>
              <a:ext uri="{FF2B5EF4-FFF2-40B4-BE49-F238E27FC236}">
                <a16:creationId xmlns:a16="http://schemas.microsoft.com/office/drawing/2014/main" id="{61CECCEA-AD88-5542-D140-00CEEFCEE306}"/>
              </a:ext>
            </a:extLst>
          </p:cNvPr>
          <p:cNvSpPr/>
          <p:nvPr userDrawn="1"/>
        </p:nvSpPr>
        <p:spPr>
          <a:xfrm>
            <a:off x="-701963" y="5855733"/>
            <a:ext cx="334228" cy="337075"/>
          </a:xfrm>
          <a:prstGeom prst="rect">
            <a:avLst/>
          </a:prstGeom>
          <a:solidFill>
            <a:srgbClr val="184476"/>
          </a:solidFill>
          <a:ln>
            <a:noFill/>
          </a:ln>
        </p:spPr>
        <p:txBody>
          <a:bodyPr spcFirstLastPara="1" wrap="square" lIns="274320" tIns="91440" rIns="0" bIns="0" anchor="t" anchorCtr="0">
            <a:noAutofit/>
          </a:bodyPr>
          <a:lstStyle/>
          <a:p>
            <a:pPr defTabSz="914377">
              <a:lnSpc>
                <a:spcPct val="120000"/>
              </a:lnSpc>
              <a:buClr>
                <a:srgbClr val="000000"/>
              </a:buClr>
              <a:buSzPts val="2400"/>
              <a:defRPr/>
            </a:pPr>
            <a:endParaRPr sz="1100">
              <a:solidFill>
                <a:srgbClr val="5E5E5E"/>
              </a:solidFill>
              <a:latin typeface="+mj-lt"/>
              <a:ea typeface="Microsoft GothicNeo" panose="020B0500000101010101" pitchFamily="34" charset="-127"/>
              <a:cs typeface="Microsoft GothicNeo" panose="020B0500000101010101" pitchFamily="34" charset="-127"/>
              <a:sym typeface="Helvetica Neue"/>
            </a:endParaRPr>
          </a:p>
        </p:txBody>
      </p:sp>
      <p:sp>
        <p:nvSpPr>
          <p:cNvPr id="15" name="Google Shape;609;p25">
            <a:extLst>
              <a:ext uri="{FF2B5EF4-FFF2-40B4-BE49-F238E27FC236}">
                <a16:creationId xmlns:a16="http://schemas.microsoft.com/office/drawing/2014/main" id="{E5CEB862-E1A4-4B20-7314-D25417621DBC}"/>
              </a:ext>
            </a:extLst>
          </p:cNvPr>
          <p:cNvSpPr/>
          <p:nvPr userDrawn="1"/>
        </p:nvSpPr>
        <p:spPr>
          <a:xfrm>
            <a:off x="-701963" y="6190850"/>
            <a:ext cx="334228" cy="337075"/>
          </a:xfrm>
          <a:prstGeom prst="rect">
            <a:avLst/>
          </a:prstGeom>
          <a:solidFill>
            <a:srgbClr val="1B76B8"/>
          </a:solidFill>
          <a:ln>
            <a:noFill/>
          </a:ln>
        </p:spPr>
        <p:txBody>
          <a:bodyPr spcFirstLastPara="1" wrap="square" lIns="274320" tIns="91440" rIns="0" bIns="0" anchor="t" anchorCtr="0">
            <a:noAutofit/>
          </a:bodyPr>
          <a:lstStyle/>
          <a:p>
            <a:pPr defTabSz="914377">
              <a:lnSpc>
                <a:spcPct val="120588"/>
              </a:lnSpc>
              <a:buClr>
                <a:prstClr val="white"/>
              </a:buClr>
              <a:buSzPts val="3400"/>
              <a:defRPr/>
            </a:pPr>
            <a:endParaRPr lang="en-US" sz="800">
              <a:solidFill>
                <a:prstClr val="white"/>
              </a:solidFill>
              <a:latin typeface="+mj-lt"/>
              <a:ea typeface="Microsoft GothicNeo" panose="020B0500000101010101" pitchFamily="34" charset="-127"/>
              <a:cs typeface="Microsoft GothicNeo" panose="020B0500000101010101" pitchFamily="34" charset="-127"/>
              <a:sym typeface="Helvetica Neue"/>
            </a:endParaRPr>
          </a:p>
        </p:txBody>
      </p:sp>
      <p:sp>
        <p:nvSpPr>
          <p:cNvPr id="4" name="TextBox 3">
            <a:extLst>
              <a:ext uri="{FF2B5EF4-FFF2-40B4-BE49-F238E27FC236}">
                <a16:creationId xmlns:a16="http://schemas.microsoft.com/office/drawing/2014/main" id="{DD0F27A0-AA2F-BD20-61CC-1726963E11E1}"/>
              </a:ext>
            </a:extLst>
          </p:cNvPr>
          <p:cNvSpPr txBox="1"/>
          <p:nvPr userDrawn="1"/>
        </p:nvSpPr>
        <p:spPr>
          <a:xfrm>
            <a:off x="194975" y="6460117"/>
            <a:ext cx="609525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9414081-8AF5-47F9-9E66-7B4397511F73}" type="slidenum">
              <a:rPr kumimoji="0" lang="en-US" sz="800" b="0" i="0" u="none" strike="noStrike" kern="1200" cap="none" spc="0" normalizeH="0" baseline="0" noProof="0" smtClean="0">
                <a:ln>
                  <a:noFill/>
                </a:ln>
                <a:solidFill>
                  <a:schemeClr val="bg1">
                    <a:lumMod val="50000"/>
                  </a:schemeClr>
                </a:solidFill>
                <a:effectLst/>
                <a:uLnTx/>
                <a:uFillTx/>
                <a:latin typeface="Trade Gothic Next"/>
                <a:ea typeface="+mn-ea"/>
                <a:cs typeface="+mn-cs"/>
              </a:rPr>
              <a:t>‹#›</a:t>
            </a:fld>
            <a:r>
              <a:rPr kumimoji="0" lang="en-US" sz="800" b="0" i="0" u="none" strike="noStrike" kern="1200" cap="none" spc="0" normalizeH="0" baseline="0" noProof="0">
                <a:ln>
                  <a:noFill/>
                </a:ln>
                <a:solidFill>
                  <a:schemeClr val="bg1">
                    <a:lumMod val="50000"/>
                  </a:schemeClr>
                </a:solidFill>
                <a:effectLst/>
                <a:uLnTx/>
                <a:uFillTx/>
                <a:latin typeface="Trade Gothic Next"/>
                <a:ea typeface="+mn-ea"/>
                <a:cs typeface="+mn-cs"/>
              </a:rPr>
              <a:t>    |    ©  Milestone Technologies Inc. All Rights Reserved.      |      www.milestone.tech</a:t>
            </a:r>
          </a:p>
        </p:txBody>
      </p:sp>
    </p:spTree>
    <p:extLst>
      <p:ext uri="{BB962C8B-B14F-4D97-AF65-F5344CB8AC3E}">
        <p14:creationId xmlns:p14="http://schemas.microsoft.com/office/powerpoint/2010/main" val="362044462"/>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926" r:id="rId3"/>
    <p:sldLayoutId id="2147483927" r:id="rId4"/>
    <p:sldLayoutId id="2147483928" r:id="rId5"/>
    <p:sldLayoutId id="214748392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 id="2147483910" r:id="rId17"/>
    <p:sldLayoutId id="2147483911" r:id="rId18"/>
    <p:sldLayoutId id="2147483912" r:id="rId19"/>
    <p:sldLayoutId id="2147483913" r:id="rId20"/>
    <p:sldLayoutId id="2147483914" r:id="rId21"/>
    <p:sldLayoutId id="2147483915" r:id="rId22"/>
    <p:sldLayoutId id="2147483916" r:id="rId23"/>
    <p:sldLayoutId id="2147483917" r:id="rId24"/>
    <p:sldLayoutId id="2147483918" r:id="rId25"/>
    <p:sldLayoutId id="2147483919" r:id="rId26"/>
    <p:sldLayoutId id="2147483920" r:id="rId27"/>
    <p:sldLayoutId id="2147483921" r:id="rId28"/>
    <p:sldLayoutId id="2147483922" r:id="rId29"/>
    <p:sldLayoutId id="2147483923" r:id="rId30"/>
    <p:sldLayoutId id="2147483924" r:id="rId31"/>
    <p:sldLayoutId id="2147483925" r:id="rId32"/>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lang="en-US" sz="2000" kern="1200" dirty="0">
          <a:solidFill>
            <a:schemeClr val="tx1"/>
          </a:solidFill>
          <a:latin typeface="+mj-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mj-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lang="en-US" sz="1600" kern="1200" dirty="0">
          <a:solidFill>
            <a:schemeClr val="tx1"/>
          </a:solidFill>
          <a:latin typeface="+mj-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mj-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35.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66.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CC5BB1E-67A9-1CC8-C12D-ACBF5A829E63}"/>
              </a:ext>
            </a:extLst>
          </p:cNvPr>
          <p:cNvSpPr>
            <a:spLocks noGrp="1"/>
          </p:cNvSpPr>
          <p:nvPr>
            <p:ph type="body" sz="quarter" idx="16"/>
          </p:nvPr>
        </p:nvSpPr>
        <p:spPr/>
        <p:txBody>
          <a:bodyPr>
            <a:normAutofit/>
          </a:bodyPr>
          <a:lstStyle/>
          <a:p>
            <a:r>
              <a:rPr lang="en-US"/>
              <a:t>Proposal Template</a:t>
            </a:r>
          </a:p>
        </p:txBody>
      </p:sp>
    </p:spTree>
    <p:extLst>
      <p:ext uri="{BB962C8B-B14F-4D97-AF65-F5344CB8AC3E}">
        <p14:creationId xmlns:p14="http://schemas.microsoft.com/office/powerpoint/2010/main" val="4472565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A race car on a track&#10;&#10;AI-generated content may be incorrect.">
            <a:extLst>
              <a:ext uri="{FF2B5EF4-FFF2-40B4-BE49-F238E27FC236}">
                <a16:creationId xmlns:a16="http://schemas.microsoft.com/office/drawing/2014/main" id="{A5B8C972-0AED-F2E3-53BF-D50EFB47B5AB}"/>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27465" r="27465"/>
          <a:stretch>
            <a:fillRect/>
          </a:stretch>
        </p:blipFill>
        <p:spPr/>
      </p:pic>
      <p:sp>
        <p:nvSpPr>
          <p:cNvPr id="8" name="Text Placeholder 7">
            <a:extLst>
              <a:ext uri="{FF2B5EF4-FFF2-40B4-BE49-F238E27FC236}">
                <a16:creationId xmlns:a16="http://schemas.microsoft.com/office/drawing/2014/main" id="{34B10C36-637D-7ECE-BB8B-BB4C36D34F70}"/>
              </a:ext>
            </a:extLst>
          </p:cNvPr>
          <p:cNvSpPr>
            <a:spLocks noGrp="1"/>
          </p:cNvSpPr>
          <p:nvPr>
            <p:ph type="body" sz="quarter" idx="16"/>
          </p:nvPr>
        </p:nvSpPr>
        <p:spPr/>
        <p:txBody>
          <a:bodyPr/>
          <a:lstStyle/>
          <a:p>
            <a:endParaRPr lang="en-US"/>
          </a:p>
        </p:txBody>
      </p:sp>
      <p:sp>
        <p:nvSpPr>
          <p:cNvPr id="10" name="Text Placeholder 9">
            <a:extLst>
              <a:ext uri="{FF2B5EF4-FFF2-40B4-BE49-F238E27FC236}">
                <a16:creationId xmlns:a16="http://schemas.microsoft.com/office/drawing/2014/main" id="{144575FE-C03E-85B4-A753-4152BD683C91}"/>
              </a:ext>
            </a:extLst>
          </p:cNvPr>
          <p:cNvSpPr>
            <a:spLocks noGrp="1"/>
          </p:cNvSpPr>
          <p:nvPr>
            <p:ph type="body" sz="quarter" idx="18"/>
          </p:nvPr>
        </p:nvSpPr>
        <p:spPr/>
        <p:txBody>
          <a:bodyPr/>
          <a:lstStyle/>
          <a:p>
            <a:endParaRPr lang="en-US"/>
          </a:p>
        </p:txBody>
      </p:sp>
      <p:sp>
        <p:nvSpPr>
          <p:cNvPr id="11" name="Text Placeholder 10">
            <a:extLst>
              <a:ext uri="{FF2B5EF4-FFF2-40B4-BE49-F238E27FC236}">
                <a16:creationId xmlns:a16="http://schemas.microsoft.com/office/drawing/2014/main" id="{5B4DB98B-8650-A3DB-614D-3FC7417A8D92}"/>
              </a:ext>
            </a:extLst>
          </p:cNvPr>
          <p:cNvSpPr>
            <a:spLocks noGrp="1"/>
          </p:cNvSpPr>
          <p:nvPr>
            <p:ph type="body" sz="quarter" idx="19"/>
          </p:nvPr>
        </p:nvSpPr>
        <p:spPr/>
        <p:txBody>
          <a:bodyPr/>
          <a:lstStyle/>
          <a:p>
            <a:endParaRPr lang="en-US"/>
          </a:p>
        </p:txBody>
      </p:sp>
      <p:sp>
        <p:nvSpPr>
          <p:cNvPr id="12" name="Text Placeholder 11">
            <a:extLst>
              <a:ext uri="{FF2B5EF4-FFF2-40B4-BE49-F238E27FC236}">
                <a16:creationId xmlns:a16="http://schemas.microsoft.com/office/drawing/2014/main" id="{4D9B9246-BA51-CA9D-E906-7FF68D5C2AAB}"/>
              </a:ext>
            </a:extLst>
          </p:cNvPr>
          <p:cNvSpPr>
            <a:spLocks noGrp="1"/>
          </p:cNvSpPr>
          <p:nvPr>
            <p:ph type="body" sz="quarter" idx="20"/>
          </p:nvPr>
        </p:nvSpPr>
        <p:spPr/>
        <p:txBody>
          <a:bodyPr/>
          <a:lstStyle/>
          <a:p>
            <a:endParaRPr lang="en-US"/>
          </a:p>
        </p:txBody>
      </p:sp>
      <p:sp>
        <p:nvSpPr>
          <p:cNvPr id="13" name="Text Placeholder 12">
            <a:extLst>
              <a:ext uri="{FF2B5EF4-FFF2-40B4-BE49-F238E27FC236}">
                <a16:creationId xmlns:a16="http://schemas.microsoft.com/office/drawing/2014/main" id="{6241D5BE-B603-AD98-0B5A-C2655D34F160}"/>
              </a:ext>
            </a:extLst>
          </p:cNvPr>
          <p:cNvSpPr>
            <a:spLocks noGrp="1"/>
          </p:cNvSpPr>
          <p:nvPr>
            <p:ph type="body" sz="quarter" idx="21"/>
          </p:nvPr>
        </p:nvSpPr>
        <p:spPr/>
        <p:txBody>
          <a:bodyPr/>
          <a:lstStyle/>
          <a:p>
            <a:endParaRPr lang="en-US"/>
          </a:p>
        </p:txBody>
      </p:sp>
      <p:sp>
        <p:nvSpPr>
          <p:cNvPr id="14" name="Text Placeholder 13">
            <a:extLst>
              <a:ext uri="{FF2B5EF4-FFF2-40B4-BE49-F238E27FC236}">
                <a16:creationId xmlns:a16="http://schemas.microsoft.com/office/drawing/2014/main" id="{42F2E25A-A9E0-C612-1344-09AED96AEFE5}"/>
              </a:ext>
            </a:extLst>
          </p:cNvPr>
          <p:cNvSpPr>
            <a:spLocks noGrp="1"/>
          </p:cNvSpPr>
          <p:nvPr>
            <p:ph type="body" sz="quarter" idx="22"/>
          </p:nvPr>
        </p:nvSpPr>
        <p:spPr/>
        <p:txBody>
          <a:bodyPr/>
          <a:lstStyle/>
          <a:p>
            <a:endParaRPr lang="en-US"/>
          </a:p>
        </p:txBody>
      </p:sp>
      <p:sp>
        <p:nvSpPr>
          <p:cNvPr id="15" name="Text Placeholder 14">
            <a:extLst>
              <a:ext uri="{FF2B5EF4-FFF2-40B4-BE49-F238E27FC236}">
                <a16:creationId xmlns:a16="http://schemas.microsoft.com/office/drawing/2014/main" id="{ECF9F660-033C-F5BA-562E-CF13C0570E34}"/>
              </a:ext>
            </a:extLst>
          </p:cNvPr>
          <p:cNvSpPr>
            <a:spLocks noGrp="1"/>
          </p:cNvSpPr>
          <p:nvPr>
            <p:ph type="body" sz="quarter" idx="23"/>
          </p:nvPr>
        </p:nvSpPr>
        <p:spPr/>
        <p:txBody>
          <a:bodyPr/>
          <a:lstStyle/>
          <a:p>
            <a:endParaRPr lang="en-US"/>
          </a:p>
        </p:txBody>
      </p:sp>
      <p:sp>
        <p:nvSpPr>
          <p:cNvPr id="16" name="Text Placeholder 15">
            <a:extLst>
              <a:ext uri="{FF2B5EF4-FFF2-40B4-BE49-F238E27FC236}">
                <a16:creationId xmlns:a16="http://schemas.microsoft.com/office/drawing/2014/main" id="{2DA69645-A3EE-DA2B-CB08-D8B145FA8775}"/>
              </a:ext>
            </a:extLst>
          </p:cNvPr>
          <p:cNvSpPr>
            <a:spLocks noGrp="1"/>
          </p:cNvSpPr>
          <p:nvPr>
            <p:ph type="body" sz="quarter" idx="24"/>
          </p:nvPr>
        </p:nvSpPr>
        <p:spPr/>
        <p:txBody>
          <a:bodyPr/>
          <a:lstStyle/>
          <a:p>
            <a:endParaRPr lang="en-US"/>
          </a:p>
        </p:txBody>
      </p:sp>
      <p:sp>
        <p:nvSpPr>
          <p:cNvPr id="17" name="Text Placeholder 16">
            <a:extLst>
              <a:ext uri="{FF2B5EF4-FFF2-40B4-BE49-F238E27FC236}">
                <a16:creationId xmlns:a16="http://schemas.microsoft.com/office/drawing/2014/main" id="{53CA8631-B2C5-0B0E-71A5-CCBAAC3B4614}"/>
              </a:ext>
            </a:extLst>
          </p:cNvPr>
          <p:cNvSpPr>
            <a:spLocks noGrp="1"/>
          </p:cNvSpPr>
          <p:nvPr>
            <p:ph type="body" sz="quarter" idx="25"/>
          </p:nvPr>
        </p:nvSpPr>
        <p:spPr/>
        <p:txBody>
          <a:bodyPr/>
          <a:lstStyle/>
          <a:p>
            <a:endParaRPr lang="en-US"/>
          </a:p>
        </p:txBody>
      </p:sp>
      <p:sp>
        <p:nvSpPr>
          <p:cNvPr id="18" name="Text Placeholder 17">
            <a:extLst>
              <a:ext uri="{FF2B5EF4-FFF2-40B4-BE49-F238E27FC236}">
                <a16:creationId xmlns:a16="http://schemas.microsoft.com/office/drawing/2014/main" id="{9451EF68-CF98-9C48-B43B-EBF7F2E55E8B}"/>
              </a:ext>
            </a:extLst>
          </p:cNvPr>
          <p:cNvSpPr>
            <a:spLocks noGrp="1"/>
          </p:cNvSpPr>
          <p:nvPr>
            <p:ph type="body" sz="quarter" idx="26"/>
          </p:nvPr>
        </p:nvSpPr>
        <p:spPr/>
        <p:txBody>
          <a:bodyPr/>
          <a:lstStyle/>
          <a:p>
            <a:endParaRPr lang="en-US"/>
          </a:p>
        </p:txBody>
      </p:sp>
      <p:sp>
        <p:nvSpPr>
          <p:cNvPr id="19" name="Text Placeholder 18">
            <a:extLst>
              <a:ext uri="{FF2B5EF4-FFF2-40B4-BE49-F238E27FC236}">
                <a16:creationId xmlns:a16="http://schemas.microsoft.com/office/drawing/2014/main" id="{05717346-36C3-0FA7-8A9B-FFD799B98AC6}"/>
              </a:ext>
            </a:extLst>
          </p:cNvPr>
          <p:cNvSpPr>
            <a:spLocks noGrp="1"/>
          </p:cNvSpPr>
          <p:nvPr>
            <p:ph type="body" sz="quarter" idx="27"/>
          </p:nvPr>
        </p:nvSpPr>
        <p:spPr/>
        <p:txBody>
          <a:bodyPr/>
          <a:lstStyle/>
          <a:p>
            <a:endParaRPr lang="en-US"/>
          </a:p>
        </p:txBody>
      </p:sp>
      <p:sp>
        <p:nvSpPr>
          <p:cNvPr id="20" name="Text Placeholder 19">
            <a:extLst>
              <a:ext uri="{FF2B5EF4-FFF2-40B4-BE49-F238E27FC236}">
                <a16:creationId xmlns:a16="http://schemas.microsoft.com/office/drawing/2014/main" id="{B74C76AA-E120-CCBD-32E1-7BB95B612FFF}"/>
              </a:ext>
            </a:extLst>
          </p:cNvPr>
          <p:cNvSpPr>
            <a:spLocks noGrp="1"/>
          </p:cNvSpPr>
          <p:nvPr>
            <p:ph type="body" sz="quarter" idx="28"/>
          </p:nvPr>
        </p:nvSpPr>
        <p:spPr/>
        <p:txBody>
          <a:bodyPr/>
          <a:lstStyle/>
          <a:p>
            <a:endParaRPr lang="en-US"/>
          </a:p>
        </p:txBody>
      </p:sp>
      <p:sp>
        <p:nvSpPr>
          <p:cNvPr id="21" name="Text Placeholder 20">
            <a:extLst>
              <a:ext uri="{FF2B5EF4-FFF2-40B4-BE49-F238E27FC236}">
                <a16:creationId xmlns:a16="http://schemas.microsoft.com/office/drawing/2014/main" id="{14D3D275-7E5B-5504-4FC1-4B1D5B99E673}"/>
              </a:ext>
            </a:extLst>
          </p:cNvPr>
          <p:cNvSpPr>
            <a:spLocks noGrp="1"/>
          </p:cNvSpPr>
          <p:nvPr>
            <p:ph type="body" sz="quarter" idx="29"/>
          </p:nvPr>
        </p:nvSpPr>
        <p:spPr/>
        <p:txBody>
          <a:bodyPr/>
          <a:lstStyle/>
          <a:p>
            <a:endParaRPr lang="en-US"/>
          </a:p>
        </p:txBody>
      </p:sp>
      <p:sp>
        <p:nvSpPr>
          <p:cNvPr id="22" name="Text Placeholder 21">
            <a:extLst>
              <a:ext uri="{FF2B5EF4-FFF2-40B4-BE49-F238E27FC236}">
                <a16:creationId xmlns:a16="http://schemas.microsoft.com/office/drawing/2014/main" id="{7C731ABD-EA64-7137-AB1D-791CEBB97C43}"/>
              </a:ext>
            </a:extLst>
          </p:cNvPr>
          <p:cNvSpPr>
            <a:spLocks noGrp="1"/>
          </p:cNvSpPr>
          <p:nvPr>
            <p:ph type="body" sz="quarter" idx="30"/>
          </p:nvPr>
        </p:nvSpPr>
        <p:spPr/>
        <p:txBody>
          <a:bodyPr/>
          <a:lstStyle/>
          <a:p>
            <a:endParaRPr lang="en-US"/>
          </a:p>
        </p:txBody>
      </p:sp>
      <p:sp>
        <p:nvSpPr>
          <p:cNvPr id="23" name="Title 6">
            <a:extLst>
              <a:ext uri="{FF2B5EF4-FFF2-40B4-BE49-F238E27FC236}">
                <a16:creationId xmlns:a16="http://schemas.microsoft.com/office/drawing/2014/main" id="{B5DB1BBD-6B15-0C9A-0AF2-63AE26B7C247}"/>
              </a:ext>
            </a:extLst>
          </p:cNvPr>
          <p:cNvSpPr>
            <a:spLocks noGrp="1"/>
          </p:cNvSpPr>
          <p:nvPr/>
        </p:nvSpPr>
        <p:spPr>
          <a:xfrm>
            <a:off x="763628" y="4734394"/>
            <a:ext cx="4040415" cy="774171"/>
          </a:xfrm>
          <a:prstGeom prst="rect">
            <a:avLst/>
          </a:prstGeom>
        </p:spPr>
        <p:txBody>
          <a:bodyPr vert="horz" lIns="0" tIns="45720" rIns="91440" bIns="45720" rtlCol="0" anchor="ctr">
            <a:noAutofit/>
          </a:bodyPr>
          <a:lstStyle>
            <a:lvl1pPr algn="l" defTabSz="914377" rtl="0" eaLnBrk="1" latinLnBrk="0" hangingPunct="1">
              <a:lnSpc>
                <a:spcPct val="80000"/>
              </a:lnSpc>
              <a:spcBef>
                <a:spcPct val="0"/>
              </a:spcBef>
              <a:buNone/>
              <a:defRPr sz="3600" b="1" kern="1200">
                <a:solidFill>
                  <a:schemeClr val="bg1"/>
                </a:solidFill>
                <a:latin typeface="+mj-lt"/>
                <a:ea typeface="+mj-ea"/>
                <a:cs typeface="+mj-cs"/>
              </a:defRPr>
            </a:lvl1pPr>
          </a:lstStyle>
          <a:p>
            <a:r>
              <a:rPr lang="en-US" sz="7200"/>
              <a:t>Agenda</a:t>
            </a:r>
            <a:endParaRPr lang="en-IN" sz="7200"/>
          </a:p>
        </p:txBody>
      </p:sp>
      <p:pic>
        <p:nvPicPr>
          <p:cNvPr id="70" name="Picture 69" descr="A logo with a black background&#10;&#10;AI-generated content may be incorrect.">
            <a:extLst>
              <a:ext uri="{FF2B5EF4-FFF2-40B4-BE49-F238E27FC236}">
                <a16:creationId xmlns:a16="http://schemas.microsoft.com/office/drawing/2014/main" id="{D9E34040-4617-A5C0-AF01-AC9B79F3563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89428" y="388673"/>
            <a:ext cx="1015044" cy="647682"/>
          </a:xfrm>
          <a:prstGeom prst="rect">
            <a:avLst/>
          </a:prstGeom>
        </p:spPr>
      </p:pic>
    </p:spTree>
    <p:extLst>
      <p:ext uri="{BB962C8B-B14F-4D97-AF65-F5344CB8AC3E}">
        <p14:creationId xmlns:p14="http://schemas.microsoft.com/office/powerpoint/2010/main" val="28802705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A896ECB-8199-3952-1E89-3A319AC8CBF0}"/>
              </a:ext>
            </a:extLst>
          </p:cNvPr>
          <p:cNvSpPr>
            <a:spLocks noGrp="1"/>
          </p:cNvSpPr>
          <p:nvPr>
            <p:ph type="title"/>
          </p:nvPr>
        </p:nvSpPr>
        <p:spPr/>
        <p:txBody>
          <a:bodyPr/>
          <a:lstStyle/>
          <a:p>
            <a:pPr algn="ctr"/>
            <a:r>
              <a:rPr lang="en-US"/>
              <a:t>Title of the slide</a:t>
            </a:r>
          </a:p>
        </p:txBody>
      </p:sp>
      <p:grpSp>
        <p:nvGrpSpPr>
          <p:cNvPr id="19" name="Group 18">
            <a:extLst>
              <a:ext uri="{FF2B5EF4-FFF2-40B4-BE49-F238E27FC236}">
                <a16:creationId xmlns:a16="http://schemas.microsoft.com/office/drawing/2014/main" id="{C97250AF-A5D2-E905-8DBF-762AD457FA23}"/>
              </a:ext>
            </a:extLst>
          </p:cNvPr>
          <p:cNvGrpSpPr/>
          <p:nvPr/>
        </p:nvGrpSpPr>
        <p:grpSpPr>
          <a:xfrm>
            <a:off x="1130808" y="1620281"/>
            <a:ext cx="9979152" cy="4115262"/>
            <a:chOff x="1676400" y="2136654"/>
            <a:chExt cx="21031200" cy="8672972"/>
          </a:xfrm>
        </p:grpSpPr>
        <p:sp>
          <p:nvSpPr>
            <p:cNvPr id="21" name="Oval 20">
              <a:extLst>
                <a:ext uri="{FF2B5EF4-FFF2-40B4-BE49-F238E27FC236}">
                  <a16:creationId xmlns:a16="http://schemas.microsoft.com/office/drawing/2014/main" id="{CF765E88-B6D0-59B9-A086-AB50922A77A0}"/>
                </a:ext>
              </a:extLst>
            </p:cNvPr>
            <p:cNvSpPr/>
            <p:nvPr/>
          </p:nvSpPr>
          <p:spPr>
            <a:xfrm>
              <a:off x="10293495" y="4327724"/>
              <a:ext cx="3797010" cy="3797010"/>
            </a:xfrm>
            <a:prstGeom prst="ellipse">
              <a:avLst/>
            </a:prstGeom>
            <a:noFill/>
            <a:ln w="28575">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050">
                <a:solidFill>
                  <a:schemeClr val="bg1"/>
                </a:solidFill>
                <a:latin typeface="+mj-lt"/>
              </a:endParaRPr>
            </a:p>
          </p:txBody>
        </p:sp>
        <p:sp>
          <p:nvSpPr>
            <p:cNvPr id="22" name="Oval 21">
              <a:extLst>
                <a:ext uri="{FF2B5EF4-FFF2-40B4-BE49-F238E27FC236}">
                  <a16:creationId xmlns:a16="http://schemas.microsoft.com/office/drawing/2014/main" id="{2C799C00-F492-9DA8-902A-AE15B1EEFDE3}"/>
                </a:ext>
              </a:extLst>
            </p:cNvPr>
            <p:cNvSpPr/>
            <p:nvPr/>
          </p:nvSpPr>
          <p:spPr>
            <a:xfrm>
              <a:off x="12978387" y="7012615"/>
              <a:ext cx="3797010" cy="3797010"/>
            </a:xfrm>
            <a:prstGeom prst="ellipse">
              <a:avLst/>
            </a:prstGeom>
            <a:noFill/>
            <a:ln w="28575">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050">
                <a:solidFill>
                  <a:schemeClr val="bg1"/>
                </a:solidFill>
                <a:latin typeface="+mj-lt"/>
              </a:endParaRPr>
            </a:p>
          </p:txBody>
        </p:sp>
        <p:sp>
          <p:nvSpPr>
            <p:cNvPr id="23" name="Oval 22">
              <a:extLst>
                <a:ext uri="{FF2B5EF4-FFF2-40B4-BE49-F238E27FC236}">
                  <a16:creationId xmlns:a16="http://schemas.microsoft.com/office/drawing/2014/main" id="{A2E634B7-5426-71E3-6296-8ECF61096CF7}"/>
                </a:ext>
              </a:extLst>
            </p:cNvPr>
            <p:cNvSpPr/>
            <p:nvPr/>
          </p:nvSpPr>
          <p:spPr>
            <a:xfrm>
              <a:off x="7608603" y="7012616"/>
              <a:ext cx="3797010" cy="3797010"/>
            </a:xfrm>
            <a:prstGeom prst="ellipse">
              <a:avLst/>
            </a:prstGeom>
            <a:noFill/>
            <a:ln w="28575">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050">
                <a:solidFill>
                  <a:schemeClr val="bg1"/>
                </a:solidFill>
                <a:latin typeface="+mj-lt"/>
              </a:endParaRPr>
            </a:p>
          </p:txBody>
        </p:sp>
        <p:sp>
          <p:nvSpPr>
            <p:cNvPr id="24" name="Arc 23">
              <a:extLst>
                <a:ext uri="{FF2B5EF4-FFF2-40B4-BE49-F238E27FC236}">
                  <a16:creationId xmlns:a16="http://schemas.microsoft.com/office/drawing/2014/main" id="{1EB4F5F2-690B-FB60-E1BD-951851C5A6F6}"/>
                </a:ext>
              </a:extLst>
            </p:cNvPr>
            <p:cNvSpPr/>
            <p:nvPr/>
          </p:nvSpPr>
          <p:spPr>
            <a:xfrm rot="13500000">
              <a:off x="10293495" y="4327724"/>
              <a:ext cx="3797010" cy="3797010"/>
            </a:xfrm>
            <a:prstGeom prst="arc">
              <a:avLst>
                <a:gd name="adj1" fmla="val 16117153"/>
                <a:gd name="adj2" fmla="val 10698582"/>
              </a:avLst>
            </a:prstGeom>
            <a:ln w="15240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050">
                <a:solidFill>
                  <a:schemeClr val="bg1"/>
                </a:solidFill>
                <a:latin typeface="+mj-lt"/>
              </a:endParaRPr>
            </a:p>
          </p:txBody>
        </p:sp>
        <p:sp>
          <p:nvSpPr>
            <p:cNvPr id="25" name="Arc 24">
              <a:extLst>
                <a:ext uri="{FF2B5EF4-FFF2-40B4-BE49-F238E27FC236}">
                  <a16:creationId xmlns:a16="http://schemas.microsoft.com/office/drawing/2014/main" id="{E35DD9AF-6851-1412-293D-AAC1DAAC3419}"/>
                </a:ext>
              </a:extLst>
            </p:cNvPr>
            <p:cNvSpPr/>
            <p:nvPr/>
          </p:nvSpPr>
          <p:spPr>
            <a:xfrm rot="13500000">
              <a:off x="12978387" y="7012615"/>
              <a:ext cx="3797010" cy="3797010"/>
            </a:xfrm>
            <a:prstGeom prst="arc">
              <a:avLst>
                <a:gd name="adj1" fmla="val 5087864"/>
                <a:gd name="adj2" fmla="val 77866"/>
              </a:avLst>
            </a:prstGeom>
            <a:ln w="152400" cap="rnd">
              <a:solidFill>
                <a:schemeClr val="accent3"/>
              </a:soli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050">
                <a:solidFill>
                  <a:schemeClr val="bg1"/>
                </a:solidFill>
                <a:latin typeface="+mj-lt"/>
              </a:endParaRPr>
            </a:p>
          </p:txBody>
        </p:sp>
        <p:sp>
          <p:nvSpPr>
            <p:cNvPr id="26" name="Arc 25">
              <a:extLst>
                <a:ext uri="{FF2B5EF4-FFF2-40B4-BE49-F238E27FC236}">
                  <a16:creationId xmlns:a16="http://schemas.microsoft.com/office/drawing/2014/main" id="{7F788857-B610-745E-E4DC-B8D8D7E591C8}"/>
                </a:ext>
              </a:extLst>
            </p:cNvPr>
            <p:cNvSpPr/>
            <p:nvPr/>
          </p:nvSpPr>
          <p:spPr>
            <a:xfrm rot="13500000">
              <a:off x="7608603" y="7012616"/>
              <a:ext cx="3797010" cy="3797010"/>
            </a:xfrm>
            <a:prstGeom prst="arc">
              <a:avLst>
                <a:gd name="adj1" fmla="val 5507889"/>
                <a:gd name="adj2" fmla="val 150286"/>
              </a:avLst>
            </a:prstGeom>
            <a:ln w="1524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050">
                <a:solidFill>
                  <a:schemeClr val="bg1"/>
                </a:solidFill>
                <a:latin typeface="+mj-lt"/>
              </a:endParaRPr>
            </a:p>
          </p:txBody>
        </p:sp>
        <p:sp>
          <p:nvSpPr>
            <p:cNvPr id="27" name="TextBox 8">
              <a:extLst>
                <a:ext uri="{FF2B5EF4-FFF2-40B4-BE49-F238E27FC236}">
                  <a16:creationId xmlns:a16="http://schemas.microsoft.com/office/drawing/2014/main" id="{D8AA695F-A5EA-27B4-C8A6-A57481F5EB47}"/>
                </a:ext>
              </a:extLst>
            </p:cNvPr>
            <p:cNvSpPr txBox="1"/>
            <p:nvPr/>
          </p:nvSpPr>
          <p:spPr>
            <a:xfrm>
              <a:off x="8350450" y="2827009"/>
              <a:ext cx="7592698" cy="749196"/>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28" name="TextBox 9">
              <a:extLst>
                <a:ext uri="{FF2B5EF4-FFF2-40B4-BE49-F238E27FC236}">
                  <a16:creationId xmlns:a16="http://schemas.microsoft.com/office/drawing/2014/main" id="{5FBF62DC-A8A9-C388-610B-53A549A1249B}"/>
                </a:ext>
              </a:extLst>
            </p:cNvPr>
            <p:cNvSpPr txBox="1"/>
            <p:nvPr/>
          </p:nvSpPr>
          <p:spPr>
            <a:xfrm>
              <a:off x="9812996" y="2136654"/>
              <a:ext cx="4667604" cy="51350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bg1"/>
                  </a:solidFill>
                  <a:latin typeface="+mj-lt"/>
                  <a:cs typeface="Poppins SemiBold" panose="02000000000000000000" pitchFamily="2" charset="0"/>
                </a:rPr>
                <a:t>Title</a:t>
              </a:r>
            </a:p>
          </p:txBody>
        </p:sp>
        <p:sp>
          <p:nvSpPr>
            <p:cNvPr id="29" name="TextBox 10">
              <a:extLst>
                <a:ext uri="{FF2B5EF4-FFF2-40B4-BE49-F238E27FC236}">
                  <a16:creationId xmlns:a16="http://schemas.microsoft.com/office/drawing/2014/main" id="{E75FC077-1E47-DB10-92F3-9B98442CEFEA}"/>
                </a:ext>
              </a:extLst>
            </p:cNvPr>
            <p:cNvSpPr txBox="1"/>
            <p:nvPr/>
          </p:nvSpPr>
          <p:spPr>
            <a:xfrm>
              <a:off x="11158332" y="5534848"/>
              <a:ext cx="2065555" cy="1711670"/>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a:solidFill>
                    <a:schemeClr val="bg1"/>
                  </a:solidFill>
                  <a:latin typeface="+mj-lt"/>
                  <a:cs typeface="Poppins SemiBold" panose="02000000000000000000" pitchFamily="2" charset="0"/>
                </a:rPr>
                <a:t>02</a:t>
              </a:r>
            </a:p>
          </p:txBody>
        </p:sp>
        <p:sp>
          <p:nvSpPr>
            <p:cNvPr id="30" name="TextBox 11">
              <a:extLst>
                <a:ext uri="{FF2B5EF4-FFF2-40B4-BE49-F238E27FC236}">
                  <a16:creationId xmlns:a16="http://schemas.microsoft.com/office/drawing/2014/main" id="{5D3A77A5-6D21-A64A-D239-1E22C96DF6C9}"/>
                </a:ext>
              </a:extLst>
            </p:cNvPr>
            <p:cNvSpPr txBox="1"/>
            <p:nvPr/>
          </p:nvSpPr>
          <p:spPr>
            <a:xfrm>
              <a:off x="11158331" y="5397085"/>
              <a:ext cx="2065556" cy="3745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cap="all">
                  <a:solidFill>
                    <a:schemeClr val="bg1"/>
                  </a:solidFill>
                  <a:latin typeface="+mj-lt"/>
                  <a:cs typeface="Poppins SemiBold" panose="02000000000000000000" pitchFamily="2" charset="0"/>
                </a:rPr>
                <a:t>option</a:t>
              </a:r>
            </a:p>
          </p:txBody>
        </p:sp>
        <p:sp>
          <p:nvSpPr>
            <p:cNvPr id="31" name="TextBox 12">
              <a:extLst>
                <a:ext uri="{FF2B5EF4-FFF2-40B4-BE49-F238E27FC236}">
                  <a16:creationId xmlns:a16="http://schemas.microsoft.com/office/drawing/2014/main" id="{346C7E17-AAE9-E6C6-5695-4AED40D92B4F}"/>
                </a:ext>
              </a:extLst>
            </p:cNvPr>
            <p:cNvSpPr txBox="1"/>
            <p:nvPr/>
          </p:nvSpPr>
          <p:spPr>
            <a:xfrm>
              <a:off x="8468288" y="8292753"/>
              <a:ext cx="2065555" cy="1711670"/>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a:solidFill>
                    <a:schemeClr val="bg1"/>
                  </a:solidFill>
                  <a:latin typeface="+mj-lt"/>
                  <a:cs typeface="Poppins SemiBold" panose="02000000000000000000" pitchFamily="2" charset="0"/>
                </a:rPr>
                <a:t>01</a:t>
              </a:r>
            </a:p>
          </p:txBody>
        </p:sp>
        <p:sp>
          <p:nvSpPr>
            <p:cNvPr id="32" name="TextBox 13">
              <a:extLst>
                <a:ext uri="{FF2B5EF4-FFF2-40B4-BE49-F238E27FC236}">
                  <a16:creationId xmlns:a16="http://schemas.microsoft.com/office/drawing/2014/main" id="{8383BFFB-5959-457F-14DA-BCBC3F2BC157}"/>
                </a:ext>
              </a:extLst>
            </p:cNvPr>
            <p:cNvSpPr txBox="1"/>
            <p:nvPr/>
          </p:nvSpPr>
          <p:spPr>
            <a:xfrm>
              <a:off x="8468286" y="8154987"/>
              <a:ext cx="2065556" cy="3745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cap="all">
                  <a:solidFill>
                    <a:schemeClr val="bg1"/>
                  </a:solidFill>
                  <a:latin typeface="+mj-lt"/>
                  <a:cs typeface="Poppins SemiBold" panose="02000000000000000000" pitchFamily="2" charset="0"/>
                </a:rPr>
                <a:t>option</a:t>
              </a:r>
            </a:p>
          </p:txBody>
        </p:sp>
        <p:sp>
          <p:nvSpPr>
            <p:cNvPr id="33" name="TextBox 14">
              <a:extLst>
                <a:ext uri="{FF2B5EF4-FFF2-40B4-BE49-F238E27FC236}">
                  <a16:creationId xmlns:a16="http://schemas.microsoft.com/office/drawing/2014/main" id="{BDB04342-95B3-54D5-7188-D219E8D81553}"/>
                </a:ext>
              </a:extLst>
            </p:cNvPr>
            <p:cNvSpPr txBox="1"/>
            <p:nvPr/>
          </p:nvSpPr>
          <p:spPr>
            <a:xfrm>
              <a:off x="13845006" y="8292753"/>
              <a:ext cx="2065555" cy="1711670"/>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a:solidFill>
                    <a:schemeClr val="bg1"/>
                  </a:solidFill>
                  <a:latin typeface="+mj-lt"/>
                  <a:cs typeface="Poppins SemiBold" panose="02000000000000000000" pitchFamily="2" charset="0"/>
                </a:rPr>
                <a:t>03</a:t>
              </a:r>
            </a:p>
          </p:txBody>
        </p:sp>
        <p:sp>
          <p:nvSpPr>
            <p:cNvPr id="34" name="TextBox 15">
              <a:extLst>
                <a:ext uri="{FF2B5EF4-FFF2-40B4-BE49-F238E27FC236}">
                  <a16:creationId xmlns:a16="http://schemas.microsoft.com/office/drawing/2014/main" id="{D162C3B9-B519-C49C-207E-2352190B970F}"/>
                </a:ext>
              </a:extLst>
            </p:cNvPr>
            <p:cNvSpPr txBox="1"/>
            <p:nvPr/>
          </p:nvSpPr>
          <p:spPr>
            <a:xfrm>
              <a:off x="13845004" y="8154987"/>
              <a:ext cx="2065556" cy="3745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cap="all">
                  <a:solidFill>
                    <a:schemeClr val="bg1"/>
                  </a:solidFill>
                  <a:latin typeface="+mj-lt"/>
                  <a:cs typeface="Poppins SemiBold" panose="02000000000000000000" pitchFamily="2" charset="0"/>
                </a:rPr>
                <a:t>option</a:t>
              </a:r>
            </a:p>
          </p:txBody>
        </p:sp>
        <p:sp>
          <p:nvSpPr>
            <p:cNvPr id="35" name="TextBox 16">
              <a:extLst>
                <a:ext uri="{FF2B5EF4-FFF2-40B4-BE49-F238E27FC236}">
                  <a16:creationId xmlns:a16="http://schemas.microsoft.com/office/drawing/2014/main" id="{F3AB2AC4-AEC4-6CC5-F81C-FD262BC30A0C}"/>
                </a:ext>
              </a:extLst>
            </p:cNvPr>
            <p:cNvSpPr txBox="1"/>
            <p:nvPr/>
          </p:nvSpPr>
          <p:spPr>
            <a:xfrm>
              <a:off x="18039997" y="8549877"/>
              <a:ext cx="4667603" cy="1123794"/>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36" name="TextBox 17">
              <a:extLst>
                <a:ext uri="{FF2B5EF4-FFF2-40B4-BE49-F238E27FC236}">
                  <a16:creationId xmlns:a16="http://schemas.microsoft.com/office/drawing/2014/main" id="{5576D0FD-37EF-9100-2C77-FBAC447CE182}"/>
                </a:ext>
              </a:extLst>
            </p:cNvPr>
            <p:cNvSpPr txBox="1"/>
            <p:nvPr/>
          </p:nvSpPr>
          <p:spPr>
            <a:xfrm>
              <a:off x="18039997" y="7859521"/>
              <a:ext cx="4667603" cy="51350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chemeClr val="bg1"/>
                  </a:solidFill>
                  <a:latin typeface="+mj-lt"/>
                  <a:cs typeface="Poppins SemiBold" panose="02000000000000000000" pitchFamily="2" charset="0"/>
                </a:rPr>
                <a:t>Title</a:t>
              </a:r>
            </a:p>
          </p:txBody>
        </p:sp>
        <p:sp>
          <p:nvSpPr>
            <p:cNvPr id="37" name="TextBox 18">
              <a:extLst>
                <a:ext uri="{FF2B5EF4-FFF2-40B4-BE49-F238E27FC236}">
                  <a16:creationId xmlns:a16="http://schemas.microsoft.com/office/drawing/2014/main" id="{E110B3EF-D21C-A65F-87AB-C62669C1F5EB}"/>
                </a:ext>
              </a:extLst>
            </p:cNvPr>
            <p:cNvSpPr txBox="1"/>
            <p:nvPr/>
          </p:nvSpPr>
          <p:spPr>
            <a:xfrm>
              <a:off x="1676400" y="8549877"/>
              <a:ext cx="4667603" cy="1123794"/>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38" name="TextBox 19">
              <a:extLst>
                <a:ext uri="{FF2B5EF4-FFF2-40B4-BE49-F238E27FC236}">
                  <a16:creationId xmlns:a16="http://schemas.microsoft.com/office/drawing/2014/main" id="{522320E3-A3E2-17D3-9FBA-435AD525482A}"/>
                </a:ext>
              </a:extLst>
            </p:cNvPr>
            <p:cNvSpPr txBox="1"/>
            <p:nvPr/>
          </p:nvSpPr>
          <p:spPr>
            <a:xfrm>
              <a:off x="1676400" y="7859521"/>
              <a:ext cx="4667603" cy="51350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solidFill>
                    <a:schemeClr val="bg1"/>
                  </a:solidFill>
                  <a:latin typeface="+mj-lt"/>
                  <a:cs typeface="Poppins SemiBold" panose="02000000000000000000" pitchFamily="2" charset="0"/>
                </a:rPr>
                <a:t>Title</a:t>
              </a:r>
            </a:p>
          </p:txBody>
        </p:sp>
      </p:grpSp>
      <p:sp>
        <p:nvSpPr>
          <p:cNvPr id="20" name="TextBox 22">
            <a:extLst>
              <a:ext uri="{FF2B5EF4-FFF2-40B4-BE49-F238E27FC236}">
                <a16:creationId xmlns:a16="http://schemas.microsoft.com/office/drawing/2014/main" id="{9D7A7F1F-B137-E1B5-490F-9D8A808F7B69}"/>
              </a:ext>
            </a:extLst>
          </p:cNvPr>
          <p:cNvSpPr txBox="1"/>
          <p:nvPr/>
        </p:nvSpPr>
        <p:spPr>
          <a:xfrm>
            <a:off x="2368952" y="806259"/>
            <a:ext cx="74540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chemeClr val="bg1"/>
                </a:solidFill>
              </a:rPr>
              <a:t>You can describe something short and narrow about the main title here</a:t>
            </a:r>
          </a:p>
        </p:txBody>
      </p:sp>
    </p:spTree>
    <p:extLst>
      <p:ext uri="{BB962C8B-B14F-4D97-AF65-F5344CB8AC3E}">
        <p14:creationId xmlns:p14="http://schemas.microsoft.com/office/powerpoint/2010/main" val="3387750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1002-5215-CDEF-2A2F-78B9AA15808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156564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E667-44D4-2F33-8DBB-E314D4572F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68932D0-D6B2-2371-F6DE-EBEE8FF52C4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81389544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C4AEF-6A0F-CF47-8ACF-B4D03E4A9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EBC94-B9F4-69C8-8298-91170938960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749011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075B-330C-D88D-83E1-AAB6795827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3A8646-47D3-0ABC-EF43-B7B30C7FAA8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906369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AC1A4-6457-41D1-984A-150AE03DE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C6765-CB94-0F26-37FF-3A58839FD6A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1627369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3440-0970-9C7C-8639-B87B6AC51F40}"/>
              </a:ext>
            </a:extLst>
          </p:cNvPr>
          <p:cNvSpPr>
            <a:spLocks noGrp="1"/>
          </p:cNvSpPr>
          <p:nvPr>
            <p:ph type="title"/>
          </p:nvPr>
        </p:nvSpPr>
        <p:spPr/>
        <p:txBody>
          <a:bodyPr/>
          <a:lstStyle/>
          <a:p>
            <a:r>
              <a:rPr lang="en-US"/>
              <a:t>Title of the slide</a:t>
            </a:r>
          </a:p>
        </p:txBody>
      </p:sp>
      <p:sp>
        <p:nvSpPr>
          <p:cNvPr id="3" name="Line 1">
            <a:extLst>
              <a:ext uri="{FF2B5EF4-FFF2-40B4-BE49-F238E27FC236}">
                <a16:creationId xmlns:a16="http://schemas.microsoft.com/office/drawing/2014/main" id="{CCD0FF04-E156-ADE1-7174-A8309BD44EEC}"/>
              </a:ext>
            </a:extLst>
          </p:cNvPr>
          <p:cNvSpPr>
            <a:spLocks noChangeShapeType="1"/>
          </p:cNvSpPr>
          <p:nvPr/>
        </p:nvSpPr>
        <p:spPr bwMode="auto">
          <a:xfrm flipV="1">
            <a:off x="1830229" y="1895278"/>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 name="Line 2">
            <a:extLst>
              <a:ext uri="{FF2B5EF4-FFF2-40B4-BE49-F238E27FC236}">
                <a16:creationId xmlns:a16="http://schemas.microsoft.com/office/drawing/2014/main" id="{223E9408-9EB7-833F-ABFD-5CB0DBF45751}"/>
              </a:ext>
            </a:extLst>
          </p:cNvPr>
          <p:cNvSpPr>
            <a:spLocks noChangeShapeType="1"/>
          </p:cNvSpPr>
          <p:nvPr/>
        </p:nvSpPr>
        <p:spPr bwMode="auto">
          <a:xfrm flipV="1">
            <a:off x="1830229" y="1749556"/>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 name="Line 3">
            <a:extLst>
              <a:ext uri="{FF2B5EF4-FFF2-40B4-BE49-F238E27FC236}">
                <a16:creationId xmlns:a16="http://schemas.microsoft.com/office/drawing/2014/main" id="{8DAD036A-58DF-A020-9550-28366A0B3860}"/>
              </a:ext>
            </a:extLst>
          </p:cNvPr>
          <p:cNvSpPr>
            <a:spLocks noChangeShapeType="1"/>
          </p:cNvSpPr>
          <p:nvPr/>
        </p:nvSpPr>
        <p:spPr bwMode="auto">
          <a:xfrm flipV="1">
            <a:off x="1830229" y="16086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 name="Line 4">
            <a:extLst>
              <a:ext uri="{FF2B5EF4-FFF2-40B4-BE49-F238E27FC236}">
                <a16:creationId xmlns:a16="http://schemas.microsoft.com/office/drawing/2014/main" id="{2D6191BF-5A34-07A3-9027-3107C3581011}"/>
              </a:ext>
            </a:extLst>
          </p:cNvPr>
          <p:cNvSpPr>
            <a:spLocks noChangeShapeType="1"/>
          </p:cNvSpPr>
          <p:nvPr/>
        </p:nvSpPr>
        <p:spPr bwMode="auto">
          <a:xfrm flipV="1">
            <a:off x="1830229" y="1462887"/>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 name="Line 24">
            <a:extLst>
              <a:ext uri="{FF2B5EF4-FFF2-40B4-BE49-F238E27FC236}">
                <a16:creationId xmlns:a16="http://schemas.microsoft.com/office/drawing/2014/main" id="{8C98AFE2-58BC-12EC-75FA-9E51F039FEE8}"/>
              </a:ext>
            </a:extLst>
          </p:cNvPr>
          <p:cNvSpPr>
            <a:spLocks noChangeShapeType="1"/>
          </p:cNvSpPr>
          <p:nvPr/>
        </p:nvSpPr>
        <p:spPr bwMode="auto">
          <a:xfrm>
            <a:off x="3965911" y="157277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 name="Line 25">
            <a:extLst>
              <a:ext uri="{FF2B5EF4-FFF2-40B4-BE49-F238E27FC236}">
                <a16:creationId xmlns:a16="http://schemas.microsoft.com/office/drawing/2014/main" id="{11CA9D8A-1D50-7A7D-E1A9-01F9525F2FA3}"/>
              </a:ext>
            </a:extLst>
          </p:cNvPr>
          <p:cNvSpPr>
            <a:spLocks noChangeShapeType="1"/>
          </p:cNvSpPr>
          <p:nvPr/>
        </p:nvSpPr>
        <p:spPr bwMode="auto">
          <a:xfrm>
            <a:off x="3965911" y="171611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9" name="Line 26">
            <a:extLst>
              <a:ext uri="{FF2B5EF4-FFF2-40B4-BE49-F238E27FC236}">
                <a16:creationId xmlns:a16="http://schemas.microsoft.com/office/drawing/2014/main" id="{99CB97AB-F17F-584F-23CE-AE5FC30B5E2F}"/>
              </a:ext>
            </a:extLst>
          </p:cNvPr>
          <p:cNvSpPr>
            <a:spLocks noChangeShapeType="1"/>
          </p:cNvSpPr>
          <p:nvPr/>
        </p:nvSpPr>
        <p:spPr bwMode="auto">
          <a:xfrm>
            <a:off x="3965911" y="1861833"/>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0" name="Line 27">
            <a:extLst>
              <a:ext uri="{FF2B5EF4-FFF2-40B4-BE49-F238E27FC236}">
                <a16:creationId xmlns:a16="http://schemas.microsoft.com/office/drawing/2014/main" id="{24A1A7A9-3541-73A0-3438-A32E112A441A}"/>
              </a:ext>
            </a:extLst>
          </p:cNvPr>
          <p:cNvSpPr>
            <a:spLocks noChangeShapeType="1"/>
          </p:cNvSpPr>
          <p:nvPr/>
        </p:nvSpPr>
        <p:spPr bwMode="auto">
          <a:xfrm flipV="1">
            <a:off x="4109246" y="1895278"/>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1" name="Line 28">
            <a:extLst>
              <a:ext uri="{FF2B5EF4-FFF2-40B4-BE49-F238E27FC236}">
                <a16:creationId xmlns:a16="http://schemas.microsoft.com/office/drawing/2014/main" id="{BB00EA2A-F6C3-8D60-3EE8-5FB9F7C3DE2C}"/>
              </a:ext>
            </a:extLst>
          </p:cNvPr>
          <p:cNvSpPr>
            <a:spLocks noChangeShapeType="1"/>
          </p:cNvSpPr>
          <p:nvPr/>
        </p:nvSpPr>
        <p:spPr bwMode="auto">
          <a:xfrm flipV="1">
            <a:off x="4109246" y="1749556"/>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2" name="Line 29">
            <a:extLst>
              <a:ext uri="{FF2B5EF4-FFF2-40B4-BE49-F238E27FC236}">
                <a16:creationId xmlns:a16="http://schemas.microsoft.com/office/drawing/2014/main" id="{FF922763-3836-A5E6-5EC1-A313936EE046}"/>
              </a:ext>
            </a:extLst>
          </p:cNvPr>
          <p:cNvSpPr>
            <a:spLocks noChangeShapeType="1"/>
          </p:cNvSpPr>
          <p:nvPr/>
        </p:nvSpPr>
        <p:spPr bwMode="auto">
          <a:xfrm flipV="1">
            <a:off x="4109246" y="16086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3" name="Line 30">
            <a:extLst>
              <a:ext uri="{FF2B5EF4-FFF2-40B4-BE49-F238E27FC236}">
                <a16:creationId xmlns:a16="http://schemas.microsoft.com/office/drawing/2014/main" id="{2E2A8241-3901-390E-8B3F-11C7FBD380F7}"/>
              </a:ext>
            </a:extLst>
          </p:cNvPr>
          <p:cNvSpPr>
            <a:spLocks noChangeShapeType="1"/>
          </p:cNvSpPr>
          <p:nvPr/>
        </p:nvSpPr>
        <p:spPr bwMode="auto">
          <a:xfrm flipV="1">
            <a:off x="4109246" y="1462887"/>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4" name="Line 50">
            <a:extLst>
              <a:ext uri="{FF2B5EF4-FFF2-40B4-BE49-F238E27FC236}">
                <a16:creationId xmlns:a16="http://schemas.microsoft.com/office/drawing/2014/main" id="{A0EBB5F8-092F-53CA-1EFF-84BBA830B720}"/>
              </a:ext>
            </a:extLst>
          </p:cNvPr>
          <p:cNvSpPr>
            <a:spLocks noChangeShapeType="1"/>
          </p:cNvSpPr>
          <p:nvPr/>
        </p:nvSpPr>
        <p:spPr bwMode="auto">
          <a:xfrm>
            <a:off x="6240150" y="157277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5" name="Line 51">
            <a:extLst>
              <a:ext uri="{FF2B5EF4-FFF2-40B4-BE49-F238E27FC236}">
                <a16:creationId xmlns:a16="http://schemas.microsoft.com/office/drawing/2014/main" id="{C4D6BA8E-2C72-E02C-FFEC-10782FD37C5B}"/>
              </a:ext>
            </a:extLst>
          </p:cNvPr>
          <p:cNvSpPr>
            <a:spLocks noChangeShapeType="1"/>
          </p:cNvSpPr>
          <p:nvPr/>
        </p:nvSpPr>
        <p:spPr bwMode="auto">
          <a:xfrm>
            <a:off x="6240150" y="171611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6" name="Line 52">
            <a:extLst>
              <a:ext uri="{FF2B5EF4-FFF2-40B4-BE49-F238E27FC236}">
                <a16:creationId xmlns:a16="http://schemas.microsoft.com/office/drawing/2014/main" id="{06603841-3938-5749-4077-A45B3B548280}"/>
              </a:ext>
            </a:extLst>
          </p:cNvPr>
          <p:cNvSpPr>
            <a:spLocks noChangeShapeType="1"/>
          </p:cNvSpPr>
          <p:nvPr/>
        </p:nvSpPr>
        <p:spPr bwMode="auto">
          <a:xfrm>
            <a:off x="6240150" y="1861833"/>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7" name="Line 53">
            <a:extLst>
              <a:ext uri="{FF2B5EF4-FFF2-40B4-BE49-F238E27FC236}">
                <a16:creationId xmlns:a16="http://schemas.microsoft.com/office/drawing/2014/main" id="{CAD2ECE5-DB6F-1AE2-1710-5FEB5FBB87A7}"/>
              </a:ext>
            </a:extLst>
          </p:cNvPr>
          <p:cNvSpPr>
            <a:spLocks noChangeShapeType="1"/>
          </p:cNvSpPr>
          <p:nvPr/>
        </p:nvSpPr>
        <p:spPr bwMode="auto">
          <a:xfrm flipV="1">
            <a:off x="6383484" y="1895278"/>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8" name="Line 54">
            <a:extLst>
              <a:ext uri="{FF2B5EF4-FFF2-40B4-BE49-F238E27FC236}">
                <a16:creationId xmlns:a16="http://schemas.microsoft.com/office/drawing/2014/main" id="{573F0B1D-9741-0193-33F9-3F618BB122D5}"/>
              </a:ext>
            </a:extLst>
          </p:cNvPr>
          <p:cNvSpPr>
            <a:spLocks noChangeShapeType="1"/>
          </p:cNvSpPr>
          <p:nvPr/>
        </p:nvSpPr>
        <p:spPr bwMode="auto">
          <a:xfrm flipV="1">
            <a:off x="6383484" y="1749556"/>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19" name="Line 55">
            <a:extLst>
              <a:ext uri="{FF2B5EF4-FFF2-40B4-BE49-F238E27FC236}">
                <a16:creationId xmlns:a16="http://schemas.microsoft.com/office/drawing/2014/main" id="{C0012573-EED6-0DB2-4ECF-AF2E26FBD4C1}"/>
              </a:ext>
            </a:extLst>
          </p:cNvPr>
          <p:cNvSpPr>
            <a:spLocks noChangeShapeType="1"/>
          </p:cNvSpPr>
          <p:nvPr/>
        </p:nvSpPr>
        <p:spPr bwMode="auto">
          <a:xfrm flipV="1">
            <a:off x="6383484" y="16086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0" name="Line 56">
            <a:extLst>
              <a:ext uri="{FF2B5EF4-FFF2-40B4-BE49-F238E27FC236}">
                <a16:creationId xmlns:a16="http://schemas.microsoft.com/office/drawing/2014/main" id="{D2C8001E-82E0-20DC-2AC9-BC22AE9E9CC9}"/>
              </a:ext>
            </a:extLst>
          </p:cNvPr>
          <p:cNvSpPr>
            <a:spLocks noChangeShapeType="1"/>
          </p:cNvSpPr>
          <p:nvPr/>
        </p:nvSpPr>
        <p:spPr bwMode="auto">
          <a:xfrm flipV="1">
            <a:off x="6383484" y="1462887"/>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1" name="Line 76">
            <a:extLst>
              <a:ext uri="{FF2B5EF4-FFF2-40B4-BE49-F238E27FC236}">
                <a16:creationId xmlns:a16="http://schemas.microsoft.com/office/drawing/2014/main" id="{75CC05B8-C817-3047-4019-743C76C4D486}"/>
              </a:ext>
            </a:extLst>
          </p:cNvPr>
          <p:cNvSpPr>
            <a:spLocks noChangeShapeType="1"/>
          </p:cNvSpPr>
          <p:nvPr/>
        </p:nvSpPr>
        <p:spPr bwMode="auto">
          <a:xfrm>
            <a:off x="8514388" y="157277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2" name="Line 77">
            <a:extLst>
              <a:ext uri="{FF2B5EF4-FFF2-40B4-BE49-F238E27FC236}">
                <a16:creationId xmlns:a16="http://schemas.microsoft.com/office/drawing/2014/main" id="{A838E5FB-EBB6-0D39-FA1D-26DD1758E687}"/>
              </a:ext>
            </a:extLst>
          </p:cNvPr>
          <p:cNvSpPr>
            <a:spLocks noChangeShapeType="1"/>
          </p:cNvSpPr>
          <p:nvPr/>
        </p:nvSpPr>
        <p:spPr bwMode="auto">
          <a:xfrm>
            <a:off x="8514388" y="171611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3" name="Line 78">
            <a:extLst>
              <a:ext uri="{FF2B5EF4-FFF2-40B4-BE49-F238E27FC236}">
                <a16:creationId xmlns:a16="http://schemas.microsoft.com/office/drawing/2014/main" id="{A4FA1C18-3A39-D068-8103-90D32D0E63F8}"/>
              </a:ext>
            </a:extLst>
          </p:cNvPr>
          <p:cNvSpPr>
            <a:spLocks noChangeShapeType="1"/>
          </p:cNvSpPr>
          <p:nvPr/>
        </p:nvSpPr>
        <p:spPr bwMode="auto">
          <a:xfrm>
            <a:off x="8514388" y="1861833"/>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4" name="Line 79">
            <a:extLst>
              <a:ext uri="{FF2B5EF4-FFF2-40B4-BE49-F238E27FC236}">
                <a16:creationId xmlns:a16="http://schemas.microsoft.com/office/drawing/2014/main" id="{31CD32A5-A4BE-BEB1-2B50-FB26D0BB9178}"/>
              </a:ext>
            </a:extLst>
          </p:cNvPr>
          <p:cNvSpPr>
            <a:spLocks noChangeShapeType="1"/>
          </p:cNvSpPr>
          <p:nvPr/>
        </p:nvSpPr>
        <p:spPr bwMode="auto">
          <a:xfrm flipV="1">
            <a:off x="8657723" y="1895278"/>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5" name="Line 80">
            <a:extLst>
              <a:ext uri="{FF2B5EF4-FFF2-40B4-BE49-F238E27FC236}">
                <a16:creationId xmlns:a16="http://schemas.microsoft.com/office/drawing/2014/main" id="{6C164CD1-3B58-3C50-0F17-98BB169C606F}"/>
              </a:ext>
            </a:extLst>
          </p:cNvPr>
          <p:cNvSpPr>
            <a:spLocks noChangeShapeType="1"/>
          </p:cNvSpPr>
          <p:nvPr/>
        </p:nvSpPr>
        <p:spPr bwMode="auto">
          <a:xfrm flipV="1">
            <a:off x="8657723" y="1749556"/>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6" name="Line 81">
            <a:extLst>
              <a:ext uri="{FF2B5EF4-FFF2-40B4-BE49-F238E27FC236}">
                <a16:creationId xmlns:a16="http://schemas.microsoft.com/office/drawing/2014/main" id="{1C33C4E6-8533-F7AE-BFD6-766F3256A6AB}"/>
              </a:ext>
            </a:extLst>
          </p:cNvPr>
          <p:cNvSpPr>
            <a:spLocks noChangeShapeType="1"/>
          </p:cNvSpPr>
          <p:nvPr/>
        </p:nvSpPr>
        <p:spPr bwMode="auto">
          <a:xfrm flipV="1">
            <a:off x="8657723" y="16086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7" name="Line 82">
            <a:extLst>
              <a:ext uri="{FF2B5EF4-FFF2-40B4-BE49-F238E27FC236}">
                <a16:creationId xmlns:a16="http://schemas.microsoft.com/office/drawing/2014/main" id="{A09ACE7E-F426-2ACA-5BBA-01E050574317}"/>
              </a:ext>
            </a:extLst>
          </p:cNvPr>
          <p:cNvSpPr>
            <a:spLocks noChangeShapeType="1"/>
          </p:cNvSpPr>
          <p:nvPr/>
        </p:nvSpPr>
        <p:spPr bwMode="auto">
          <a:xfrm flipV="1">
            <a:off x="8657723" y="1462887"/>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8" name="Line 102">
            <a:extLst>
              <a:ext uri="{FF2B5EF4-FFF2-40B4-BE49-F238E27FC236}">
                <a16:creationId xmlns:a16="http://schemas.microsoft.com/office/drawing/2014/main" id="{7AA9F1A3-6604-88CB-8250-B6896648B003}"/>
              </a:ext>
            </a:extLst>
          </p:cNvPr>
          <p:cNvSpPr>
            <a:spLocks noChangeShapeType="1"/>
          </p:cNvSpPr>
          <p:nvPr/>
        </p:nvSpPr>
        <p:spPr bwMode="auto">
          <a:xfrm>
            <a:off x="10793404" y="157277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9" name="Line 103">
            <a:extLst>
              <a:ext uri="{FF2B5EF4-FFF2-40B4-BE49-F238E27FC236}">
                <a16:creationId xmlns:a16="http://schemas.microsoft.com/office/drawing/2014/main" id="{63FE6D0E-C33C-1C7C-0981-4957E1F76C8E}"/>
              </a:ext>
            </a:extLst>
          </p:cNvPr>
          <p:cNvSpPr>
            <a:spLocks noChangeShapeType="1"/>
          </p:cNvSpPr>
          <p:nvPr/>
        </p:nvSpPr>
        <p:spPr bwMode="auto">
          <a:xfrm>
            <a:off x="10793404" y="171611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0" name="Line 104">
            <a:extLst>
              <a:ext uri="{FF2B5EF4-FFF2-40B4-BE49-F238E27FC236}">
                <a16:creationId xmlns:a16="http://schemas.microsoft.com/office/drawing/2014/main" id="{FD94460E-DF6A-6459-18EE-89F98760F734}"/>
              </a:ext>
            </a:extLst>
          </p:cNvPr>
          <p:cNvSpPr>
            <a:spLocks noChangeShapeType="1"/>
          </p:cNvSpPr>
          <p:nvPr/>
        </p:nvSpPr>
        <p:spPr bwMode="auto">
          <a:xfrm>
            <a:off x="10793404" y="1861833"/>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1" name="Line 273">
            <a:extLst>
              <a:ext uri="{FF2B5EF4-FFF2-40B4-BE49-F238E27FC236}">
                <a16:creationId xmlns:a16="http://schemas.microsoft.com/office/drawing/2014/main" id="{DEEE403C-36F5-4D96-3C1A-92DF51C10BE3}"/>
              </a:ext>
            </a:extLst>
          </p:cNvPr>
          <p:cNvSpPr>
            <a:spLocks noChangeShapeType="1"/>
          </p:cNvSpPr>
          <p:nvPr/>
        </p:nvSpPr>
        <p:spPr bwMode="auto">
          <a:xfrm>
            <a:off x="8531110" y="1981279"/>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2" name="Line 274">
            <a:extLst>
              <a:ext uri="{FF2B5EF4-FFF2-40B4-BE49-F238E27FC236}">
                <a16:creationId xmlns:a16="http://schemas.microsoft.com/office/drawing/2014/main" id="{B1432649-5988-A10C-1FB5-61BA34D66A18}"/>
              </a:ext>
            </a:extLst>
          </p:cNvPr>
          <p:cNvSpPr>
            <a:spLocks noChangeShapeType="1"/>
          </p:cNvSpPr>
          <p:nvPr/>
        </p:nvSpPr>
        <p:spPr bwMode="auto">
          <a:xfrm>
            <a:off x="8531110" y="2124613"/>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3" name="Line 275">
            <a:extLst>
              <a:ext uri="{FF2B5EF4-FFF2-40B4-BE49-F238E27FC236}">
                <a16:creationId xmlns:a16="http://schemas.microsoft.com/office/drawing/2014/main" id="{DF17C1CF-57A3-7125-BDFB-CFB434600354}"/>
              </a:ext>
            </a:extLst>
          </p:cNvPr>
          <p:cNvSpPr>
            <a:spLocks noChangeShapeType="1"/>
          </p:cNvSpPr>
          <p:nvPr/>
        </p:nvSpPr>
        <p:spPr bwMode="auto">
          <a:xfrm>
            <a:off x="8531110" y="2270337"/>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4" name="Line 276">
            <a:extLst>
              <a:ext uri="{FF2B5EF4-FFF2-40B4-BE49-F238E27FC236}">
                <a16:creationId xmlns:a16="http://schemas.microsoft.com/office/drawing/2014/main" id="{870662E1-129C-6E44-6DF6-EE04021436C6}"/>
              </a:ext>
            </a:extLst>
          </p:cNvPr>
          <p:cNvSpPr>
            <a:spLocks noChangeShapeType="1"/>
          </p:cNvSpPr>
          <p:nvPr/>
        </p:nvSpPr>
        <p:spPr bwMode="auto">
          <a:xfrm>
            <a:off x="8531110" y="2413671"/>
            <a:ext cx="2389"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5" name="Freeform 324">
            <a:extLst>
              <a:ext uri="{FF2B5EF4-FFF2-40B4-BE49-F238E27FC236}">
                <a16:creationId xmlns:a16="http://schemas.microsoft.com/office/drawing/2014/main" id="{9A9CCF67-7B2F-B907-2CBD-952A78AF5755}"/>
              </a:ext>
            </a:extLst>
          </p:cNvPr>
          <p:cNvSpPr>
            <a:spLocks noChangeArrowheads="1"/>
          </p:cNvSpPr>
          <p:nvPr/>
        </p:nvSpPr>
        <p:spPr bwMode="auto">
          <a:xfrm>
            <a:off x="7955384" y="1407941"/>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73" y="2123"/>
                  <a:pt x="0" y="1650"/>
                  <a:pt x="0" y="1061"/>
                </a:cubicBezTo>
                <a:cubicBezTo>
                  <a:pt x="0" y="481"/>
                  <a:pt x="473" y="0"/>
                  <a:pt x="1062" y="0"/>
                </a:cubicBezTo>
                <a:cubicBezTo>
                  <a:pt x="1651" y="0"/>
                  <a:pt x="2124" y="481"/>
                  <a:pt x="2124" y="1061"/>
                </a:cubicBezTo>
              </a:path>
            </a:pathLst>
          </a:custGeom>
          <a:solidFill>
            <a:schemeClr val="accent3"/>
          </a:solidFill>
          <a:ln>
            <a:noFill/>
          </a:ln>
          <a:effectLst/>
        </p:spPr>
        <p:txBody>
          <a:bodyPr wrap="none" anchor="ctr"/>
          <a:lstStyle/>
          <a:p>
            <a:endParaRPr lang="en-US"/>
          </a:p>
        </p:txBody>
      </p:sp>
      <p:sp>
        <p:nvSpPr>
          <p:cNvPr id="36" name="Freeform 325">
            <a:extLst>
              <a:ext uri="{FF2B5EF4-FFF2-40B4-BE49-F238E27FC236}">
                <a16:creationId xmlns:a16="http://schemas.microsoft.com/office/drawing/2014/main" id="{85FB3692-CB32-80B1-5FB1-6A86F7230A0B}"/>
              </a:ext>
            </a:extLst>
          </p:cNvPr>
          <p:cNvSpPr>
            <a:spLocks noChangeArrowheads="1"/>
          </p:cNvSpPr>
          <p:nvPr/>
        </p:nvSpPr>
        <p:spPr bwMode="auto">
          <a:xfrm>
            <a:off x="8289831" y="1790166"/>
            <a:ext cx="437169" cy="439558"/>
          </a:xfrm>
          <a:custGeom>
            <a:avLst/>
            <a:gdLst>
              <a:gd name="T0" fmla="*/ 772 w 806"/>
              <a:gd name="T1" fmla="*/ 372 h 813"/>
              <a:gd name="T2" fmla="*/ 772 w 806"/>
              <a:gd name="T3" fmla="*/ 372 h 813"/>
              <a:gd name="T4" fmla="*/ 738 w 806"/>
              <a:gd name="T5" fmla="*/ 406 h 813"/>
              <a:gd name="T6" fmla="*/ 738 w 806"/>
              <a:gd name="T7" fmla="*/ 737 h 813"/>
              <a:gd name="T8" fmla="*/ 66 w 806"/>
              <a:gd name="T9" fmla="*/ 737 h 813"/>
              <a:gd name="T10" fmla="*/ 66 w 806"/>
              <a:gd name="T11" fmla="*/ 65 h 813"/>
              <a:gd name="T12" fmla="*/ 406 w 806"/>
              <a:gd name="T13" fmla="*/ 65 h 813"/>
              <a:gd name="T14" fmla="*/ 440 w 806"/>
              <a:gd name="T15" fmla="*/ 32 h 813"/>
              <a:gd name="T16" fmla="*/ 406 w 806"/>
              <a:gd name="T17" fmla="*/ 0 h 813"/>
              <a:gd name="T18" fmla="*/ 50 w 806"/>
              <a:gd name="T19" fmla="*/ 0 h 813"/>
              <a:gd name="T20" fmla="*/ 0 w 806"/>
              <a:gd name="T21" fmla="*/ 49 h 813"/>
              <a:gd name="T22" fmla="*/ 0 w 806"/>
              <a:gd name="T23" fmla="*/ 762 h 813"/>
              <a:gd name="T24" fmla="*/ 50 w 806"/>
              <a:gd name="T25" fmla="*/ 812 h 813"/>
              <a:gd name="T26" fmla="*/ 763 w 806"/>
              <a:gd name="T27" fmla="*/ 812 h 813"/>
              <a:gd name="T28" fmla="*/ 805 w 806"/>
              <a:gd name="T29" fmla="*/ 762 h 813"/>
              <a:gd name="T30" fmla="*/ 805 w 806"/>
              <a:gd name="T31" fmla="*/ 406 h 813"/>
              <a:gd name="T32" fmla="*/ 772 w 806"/>
              <a:gd name="T33" fmla="*/ 372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6" h="813">
                <a:moveTo>
                  <a:pt x="772" y="372"/>
                </a:moveTo>
                <a:lnTo>
                  <a:pt x="772" y="372"/>
                </a:lnTo>
                <a:cubicBezTo>
                  <a:pt x="755" y="372"/>
                  <a:pt x="738" y="381"/>
                  <a:pt x="738" y="406"/>
                </a:cubicBezTo>
                <a:cubicBezTo>
                  <a:pt x="738" y="737"/>
                  <a:pt x="738" y="737"/>
                  <a:pt x="738" y="737"/>
                </a:cubicBezTo>
                <a:cubicBezTo>
                  <a:pt x="66" y="737"/>
                  <a:pt x="66" y="737"/>
                  <a:pt x="66" y="737"/>
                </a:cubicBezTo>
                <a:cubicBezTo>
                  <a:pt x="66" y="65"/>
                  <a:pt x="66" y="65"/>
                  <a:pt x="66" y="65"/>
                </a:cubicBezTo>
                <a:cubicBezTo>
                  <a:pt x="406" y="65"/>
                  <a:pt x="406" y="65"/>
                  <a:pt x="406" y="65"/>
                </a:cubicBezTo>
                <a:cubicBezTo>
                  <a:pt x="423" y="65"/>
                  <a:pt x="440" y="49"/>
                  <a:pt x="440" y="32"/>
                </a:cubicBezTo>
                <a:cubicBezTo>
                  <a:pt x="440" y="17"/>
                  <a:pt x="423" y="0"/>
                  <a:pt x="406" y="0"/>
                </a:cubicBezTo>
                <a:cubicBezTo>
                  <a:pt x="50" y="0"/>
                  <a:pt x="50" y="0"/>
                  <a:pt x="50" y="0"/>
                </a:cubicBezTo>
                <a:cubicBezTo>
                  <a:pt x="16" y="0"/>
                  <a:pt x="0" y="17"/>
                  <a:pt x="0" y="49"/>
                </a:cubicBezTo>
                <a:cubicBezTo>
                  <a:pt x="0" y="762"/>
                  <a:pt x="0" y="762"/>
                  <a:pt x="0" y="762"/>
                </a:cubicBezTo>
                <a:cubicBezTo>
                  <a:pt x="0" y="787"/>
                  <a:pt x="16" y="812"/>
                  <a:pt x="50" y="812"/>
                </a:cubicBezTo>
                <a:cubicBezTo>
                  <a:pt x="763" y="812"/>
                  <a:pt x="763" y="812"/>
                  <a:pt x="763" y="812"/>
                </a:cubicBezTo>
                <a:cubicBezTo>
                  <a:pt x="788" y="812"/>
                  <a:pt x="805" y="787"/>
                  <a:pt x="805" y="762"/>
                </a:cubicBezTo>
                <a:cubicBezTo>
                  <a:pt x="805" y="406"/>
                  <a:pt x="805" y="406"/>
                  <a:pt x="805" y="406"/>
                </a:cubicBezTo>
                <a:cubicBezTo>
                  <a:pt x="805" y="381"/>
                  <a:pt x="796" y="372"/>
                  <a:pt x="772" y="372"/>
                </a:cubicBezTo>
              </a:path>
            </a:pathLst>
          </a:custGeom>
          <a:solidFill>
            <a:schemeClr val="bg1"/>
          </a:solidFill>
          <a:ln>
            <a:noFill/>
          </a:ln>
          <a:effectLst/>
        </p:spPr>
        <p:txBody>
          <a:bodyPr wrap="none" anchor="ctr"/>
          <a:lstStyle/>
          <a:p>
            <a:endParaRPr lang="en-US"/>
          </a:p>
        </p:txBody>
      </p:sp>
      <p:sp>
        <p:nvSpPr>
          <p:cNvPr id="37" name="Freeform 326">
            <a:extLst>
              <a:ext uri="{FF2B5EF4-FFF2-40B4-BE49-F238E27FC236}">
                <a16:creationId xmlns:a16="http://schemas.microsoft.com/office/drawing/2014/main" id="{C210DC4D-B69A-2C87-E061-DBDC5E59EE44}"/>
              </a:ext>
            </a:extLst>
          </p:cNvPr>
          <p:cNvSpPr>
            <a:spLocks noChangeArrowheads="1"/>
          </p:cNvSpPr>
          <p:nvPr/>
        </p:nvSpPr>
        <p:spPr bwMode="auto">
          <a:xfrm>
            <a:off x="8531110" y="1740000"/>
            <a:ext cx="248446" cy="243668"/>
          </a:xfrm>
          <a:custGeom>
            <a:avLst/>
            <a:gdLst>
              <a:gd name="T0" fmla="*/ 440 w 457"/>
              <a:gd name="T1" fmla="*/ 108 h 448"/>
              <a:gd name="T2" fmla="*/ 440 w 457"/>
              <a:gd name="T3" fmla="*/ 108 h 448"/>
              <a:gd name="T4" fmla="*/ 348 w 457"/>
              <a:gd name="T5" fmla="*/ 8 h 448"/>
              <a:gd name="T6" fmla="*/ 324 w 457"/>
              <a:gd name="T7" fmla="*/ 0 h 448"/>
              <a:gd name="T8" fmla="*/ 299 w 457"/>
              <a:gd name="T9" fmla="*/ 8 h 448"/>
              <a:gd name="T10" fmla="*/ 50 w 457"/>
              <a:gd name="T11" fmla="*/ 256 h 448"/>
              <a:gd name="T12" fmla="*/ 33 w 457"/>
              <a:gd name="T13" fmla="*/ 273 h 448"/>
              <a:gd name="T14" fmla="*/ 0 w 457"/>
              <a:gd name="T15" fmla="*/ 405 h 448"/>
              <a:gd name="T16" fmla="*/ 8 w 457"/>
              <a:gd name="T17" fmla="*/ 439 h 448"/>
              <a:gd name="T18" fmla="*/ 33 w 457"/>
              <a:gd name="T19" fmla="*/ 447 h 448"/>
              <a:gd name="T20" fmla="*/ 41 w 457"/>
              <a:gd name="T21" fmla="*/ 447 h 448"/>
              <a:gd name="T22" fmla="*/ 174 w 457"/>
              <a:gd name="T23" fmla="*/ 414 h 448"/>
              <a:gd name="T24" fmla="*/ 191 w 457"/>
              <a:gd name="T25" fmla="*/ 405 h 448"/>
              <a:gd name="T26" fmla="*/ 440 w 457"/>
              <a:gd name="T27" fmla="*/ 156 h 448"/>
              <a:gd name="T28" fmla="*/ 440 w 457"/>
              <a:gd name="T29" fmla="*/ 108 h 448"/>
              <a:gd name="T30" fmla="*/ 149 w 457"/>
              <a:gd name="T31" fmla="*/ 347 h 448"/>
              <a:gd name="T32" fmla="*/ 149 w 457"/>
              <a:gd name="T33" fmla="*/ 347 h 448"/>
              <a:gd name="T34" fmla="*/ 83 w 457"/>
              <a:gd name="T35" fmla="*/ 364 h 448"/>
              <a:gd name="T36" fmla="*/ 99 w 457"/>
              <a:gd name="T37" fmla="*/ 297 h 448"/>
              <a:gd name="T38" fmla="*/ 224 w 457"/>
              <a:gd name="T39" fmla="*/ 173 h 448"/>
              <a:gd name="T40" fmla="*/ 282 w 457"/>
              <a:gd name="T41" fmla="*/ 223 h 448"/>
              <a:gd name="T42" fmla="*/ 149 w 457"/>
              <a:gd name="T43" fmla="*/ 347 h 448"/>
              <a:gd name="T44" fmla="*/ 324 w 457"/>
              <a:gd name="T45" fmla="*/ 173 h 448"/>
              <a:gd name="T46" fmla="*/ 324 w 457"/>
              <a:gd name="T47" fmla="*/ 173 h 448"/>
              <a:gd name="T48" fmla="*/ 274 w 457"/>
              <a:gd name="T49" fmla="*/ 123 h 448"/>
              <a:gd name="T50" fmla="*/ 324 w 457"/>
              <a:gd name="T51" fmla="*/ 83 h 448"/>
              <a:gd name="T52" fmla="*/ 365 w 457"/>
              <a:gd name="T53" fmla="*/ 131 h 448"/>
              <a:gd name="T54" fmla="*/ 324 w 457"/>
              <a:gd name="T55" fmla="*/ 173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57" h="448">
                <a:moveTo>
                  <a:pt x="440" y="108"/>
                </a:moveTo>
                <a:lnTo>
                  <a:pt x="440" y="108"/>
                </a:lnTo>
                <a:cubicBezTo>
                  <a:pt x="348" y="8"/>
                  <a:pt x="348" y="8"/>
                  <a:pt x="348" y="8"/>
                </a:cubicBezTo>
                <a:cubicBezTo>
                  <a:pt x="340" y="0"/>
                  <a:pt x="332" y="0"/>
                  <a:pt x="324" y="0"/>
                </a:cubicBezTo>
                <a:cubicBezTo>
                  <a:pt x="315" y="0"/>
                  <a:pt x="307" y="0"/>
                  <a:pt x="299" y="8"/>
                </a:cubicBezTo>
                <a:cubicBezTo>
                  <a:pt x="50" y="256"/>
                  <a:pt x="50" y="256"/>
                  <a:pt x="50" y="256"/>
                </a:cubicBezTo>
                <a:cubicBezTo>
                  <a:pt x="41" y="264"/>
                  <a:pt x="41" y="264"/>
                  <a:pt x="33" y="273"/>
                </a:cubicBezTo>
                <a:cubicBezTo>
                  <a:pt x="0" y="405"/>
                  <a:pt x="0" y="405"/>
                  <a:pt x="0" y="405"/>
                </a:cubicBezTo>
                <a:cubicBezTo>
                  <a:pt x="0" y="414"/>
                  <a:pt x="0" y="422"/>
                  <a:pt x="8" y="439"/>
                </a:cubicBezTo>
                <a:cubicBezTo>
                  <a:pt x="16" y="439"/>
                  <a:pt x="25" y="447"/>
                  <a:pt x="33" y="447"/>
                </a:cubicBezTo>
                <a:cubicBezTo>
                  <a:pt x="41" y="447"/>
                  <a:pt x="41" y="447"/>
                  <a:pt x="41" y="447"/>
                </a:cubicBezTo>
                <a:cubicBezTo>
                  <a:pt x="174" y="414"/>
                  <a:pt x="174" y="414"/>
                  <a:pt x="174" y="414"/>
                </a:cubicBezTo>
                <a:cubicBezTo>
                  <a:pt x="182" y="414"/>
                  <a:pt x="191" y="414"/>
                  <a:pt x="191" y="405"/>
                </a:cubicBezTo>
                <a:cubicBezTo>
                  <a:pt x="440" y="156"/>
                  <a:pt x="440" y="156"/>
                  <a:pt x="440" y="156"/>
                </a:cubicBezTo>
                <a:cubicBezTo>
                  <a:pt x="456" y="148"/>
                  <a:pt x="456" y="123"/>
                  <a:pt x="440" y="108"/>
                </a:cubicBezTo>
                <a:close/>
                <a:moveTo>
                  <a:pt x="149" y="347"/>
                </a:moveTo>
                <a:lnTo>
                  <a:pt x="149" y="347"/>
                </a:lnTo>
                <a:cubicBezTo>
                  <a:pt x="83" y="364"/>
                  <a:pt x="83" y="364"/>
                  <a:pt x="83" y="364"/>
                </a:cubicBezTo>
                <a:cubicBezTo>
                  <a:pt x="99" y="297"/>
                  <a:pt x="99" y="297"/>
                  <a:pt x="99" y="297"/>
                </a:cubicBezTo>
                <a:cubicBezTo>
                  <a:pt x="224" y="173"/>
                  <a:pt x="224" y="173"/>
                  <a:pt x="224" y="173"/>
                </a:cubicBezTo>
                <a:cubicBezTo>
                  <a:pt x="282" y="223"/>
                  <a:pt x="282" y="223"/>
                  <a:pt x="282" y="223"/>
                </a:cubicBezTo>
                <a:lnTo>
                  <a:pt x="149" y="347"/>
                </a:lnTo>
                <a:close/>
                <a:moveTo>
                  <a:pt x="324" y="173"/>
                </a:moveTo>
                <a:lnTo>
                  <a:pt x="324" y="173"/>
                </a:lnTo>
                <a:cubicBezTo>
                  <a:pt x="274" y="123"/>
                  <a:pt x="274" y="123"/>
                  <a:pt x="274" y="123"/>
                </a:cubicBezTo>
                <a:cubicBezTo>
                  <a:pt x="324" y="83"/>
                  <a:pt x="324" y="83"/>
                  <a:pt x="324" y="83"/>
                </a:cubicBezTo>
                <a:cubicBezTo>
                  <a:pt x="365" y="131"/>
                  <a:pt x="365" y="131"/>
                  <a:pt x="365" y="131"/>
                </a:cubicBezTo>
                <a:lnTo>
                  <a:pt x="324" y="173"/>
                </a:lnTo>
                <a:close/>
              </a:path>
            </a:pathLst>
          </a:custGeom>
          <a:solidFill>
            <a:schemeClr val="bg1"/>
          </a:solidFill>
          <a:ln>
            <a:noFill/>
          </a:ln>
          <a:effectLst/>
        </p:spPr>
        <p:txBody>
          <a:bodyPr wrap="none" anchor="ctr"/>
          <a:lstStyle/>
          <a:p>
            <a:endParaRPr lang="en-US"/>
          </a:p>
        </p:txBody>
      </p:sp>
      <p:sp>
        <p:nvSpPr>
          <p:cNvPr id="38" name="Line 327">
            <a:extLst>
              <a:ext uri="{FF2B5EF4-FFF2-40B4-BE49-F238E27FC236}">
                <a16:creationId xmlns:a16="http://schemas.microsoft.com/office/drawing/2014/main" id="{DA544D4D-4701-09F6-49E0-401ADD903AE8}"/>
              </a:ext>
            </a:extLst>
          </p:cNvPr>
          <p:cNvSpPr>
            <a:spLocks noChangeShapeType="1"/>
          </p:cNvSpPr>
          <p:nvPr/>
        </p:nvSpPr>
        <p:spPr bwMode="auto">
          <a:xfrm>
            <a:off x="1772896" y="1981279"/>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9" name="Line 328">
            <a:extLst>
              <a:ext uri="{FF2B5EF4-FFF2-40B4-BE49-F238E27FC236}">
                <a16:creationId xmlns:a16="http://schemas.microsoft.com/office/drawing/2014/main" id="{D1C350E5-F948-AE18-97ED-7D211C0E48E7}"/>
              </a:ext>
            </a:extLst>
          </p:cNvPr>
          <p:cNvSpPr>
            <a:spLocks noChangeShapeType="1"/>
          </p:cNvSpPr>
          <p:nvPr/>
        </p:nvSpPr>
        <p:spPr bwMode="auto">
          <a:xfrm>
            <a:off x="1772896" y="2124613"/>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0" name="Line 329">
            <a:extLst>
              <a:ext uri="{FF2B5EF4-FFF2-40B4-BE49-F238E27FC236}">
                <a16:creationId xmlns:a16="http://schemas.microsoft.com/office/drawing/2014/main" id="{4695A8F3-B7CF-CF73-B7E4-A1A9BDF8E42D}"/>
              </a:ext>
            </a:extLst>
          </p:cNvPr>
          <p:cNvSpPr>
            <a:spLocks noChangeShapeType="1"/>
          </p:cNvSpPr>
          <p:nvPr/>
        </p:nvSpPr>
        <p:spPr bwMode="auto">
          <a:xfrm>
            <a:off x="1772896" y="2270337"/>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1" name="Line 330">
            <a:extLst>
              <a:ext uri="{FF2B5EF4-FFF2-40B4-BE49-F238E27FC236}">
                <a16:creationId xmlns:a16="http://schemas.microsoft.com/office/drawing/2014/main" id="{F1F8B364-7286-FF19-CC13-E0A3714C7593}"/>
              </a:ext>
            </a:extLst>
          </p:cNvPr>
          <p:cNvSpPr>
            <a:spLocks noChangeShapeType="1"/>
          </p:cNvSpPr>
          <p:nvPr/>
        </p:nvSpPr>
        <p:spPr bwMode="auto">
          <a:xfrm>
            <a:off x="1772896" y="2413671"/>
            <a:ext cx="2388"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2" name="Freeform 375">
            <a:extLst>
              <a:ext uri="{FF2B5EF4-FFF2-40B4-BE49-F238E27FC236}">
                <a16:creationId xmlns:a16="http://schemas.microsoft.com/office/drawing/2014/main" id="{5EC31C10-BB4A-4128-62FD-997D01A8A53B}"/>
              </a:ext>
            </a:extLst>
          </p:cNvPr>
          <p:cNvSpPr>
            <a:spLocks noChangeArrowheads="1"/>
          </p:cNvSpPr>
          <p:nvPr/>
        </p:nvSpPr>
        <p:spPr bwMode="auto">
          <a:xfrm>
            <a:off x="1197168" y="1407941"/>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73" y="2123"/>
                  <a:pt x="0" y="1650"/>
                  <a:pt x="0" y="1061"/>
                </a:cubicBezTo>
                <a:cubicBezTo>
                  <a:pt x="0" y="481"/>
                  <a:pt x="473" y="0"/>
                  <a:pt x="1062" y="0"/>
                </a:cubicBezTo>
                <a:cubicBezTo>
                  <a:pt x="1651" y="0"/>
                  <a:pt x="2124" y="481"/>
                  <a:pt x="2124" y="1061"/>
                </a:cubicBezTo>
              </a:path>
            </a:pathLst>
          </a:custGeom>
          <a:solidFill>
            <a:schemeClr val="accent1"/>
          </a:solidFill>
          <a:ln>
            <a:noFill/>
          </a:ln>
          <a:effectLst/>
        </p:spPr>
        <p:txBody>
          <a:bodyPr wrap="none" anchor="ctr"/>
          <a:lstStyle/>
          <a:p>
            <a:endParaRPr lang="en-US"/>
          </a:p>
        </p:txBody>
      </p:sp>
      <p:sp>
        <p:nvSpPr>
          <p:cNvPr id="43" name="Freeform 376">
            <a:extLst>
              <a:ext uri="{FF2B5EF4-FFF2-40B4-BE49-F238E27FC236}">
                <a16:creationId xmlns:a16="http://schemas.microsoft.com/office/drawing/2014/main" id="{95CBE928-7F3D-887B-C369-DCDF4923624D}"/>
              </a:ext>
            </a:extLst>
          </p:cNvPr>
          <p:cNvSpPr>
            <a:spLocks noChangeArrowheads="1"/>
          </p:cNvSpPr>
          <p:nvPr/>
        </p:nvSpPr>
        <p:spPr bwMode="auto">
          <a:xfrm>
            <a:off x="1560282" y="1766277"/>
            <a:ext cx="212614" cy="210224"/>
          </a:xfrm>
          <a:custGeom>
            <a:avLst/>
            <a:gdLst>
              <a:gd name="T0" fmla="*/ 191 w 391"/>
              <a:gd name="T1" fmla="*/ 389 h 390"/>
              <a:gd name="T2" fmla="*/ 191 w 391"/>
              <a:gd name="T3" fmla="*/ 389 h 390"/>
              <a:gd name="T4" fmla="*/ 0 w 391"/>
              <a:gd name="T5" fmla="*/ 198 h 390"/>
              <a:gd name="T6" fmla="*/ 191 w 391"/>
              <a:gd name="T7" fmla="*/ 0 h 390"/>
              <a:gd name="T8" fmla="*/ 390 w 391"/>
              <a:gd name="T9" fmla="*/ 198 h 390"/>
              <a:gd name="T10" fmla="*/ 191 w 391"/>
              <a:gd name="T11" fmla="*/ 389 h 390"/>
              <a:gd name="T12" fmla="*/ 191 w 391"/>
              <a:gd name="T13" fmla="*/ 66 h 390"/>
              <a:gd name="T14" fmla="*/ 191 w 391"/>
              <a:gd name="T15" fmla="*/ 66 h 390"/>
              <a:gd name="T16" fmla="*/ 66 w 391"/>
              <a:gd name="T17" fmla="*/ 198 h 390"/>
              <a:gd name="T18" fmla="*/ 191 w 391"/>
              <a:gd name="T19" fmla="*/ 322 h 390"/>
              <a:gd name="T20" fmla="*/ 324 w 391"/>
              <a:gd name="T21" fmla="*/ 198 h 390"/>
              <a:gd name="T22" fmla="*/ 191 w 391"/>
              <a:gd name="T23" fmla="*/ 6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1" h="390">
                <a:moveTo>
                  <a:pt x="191" y="389"/>
                </a:moveTo>
                <a:lnTo>
                  <a:pt x="191" y="389"/>
                </a:lnTo>
                <a:cubicBezTo>
                  <a:pt x="83" y="389"/>
                  <a:pt x="0" y="306"/>
                  <a:pt x="0" y="198"/>
                </a:cubicBezTo>
                <a:cubicBezTo>
                  <a:pt x="0" y="90"/>
                  <a:pt x="83" y="0"/>
                  <a:pt x="191" y="0"/>
                </a:cubicBezTo>
                <a:cubicBezTo>
                  <a:pt x="299" y="0"/>
                  <a:pt x="390" y="90"/>
                  <a:pt x="390" y="198"/>
                </a:cubicBezTo>
                <a:cubicBezTo>
                  <a:pt x="390" y="306"/>
                  <a:pt x="299" y="389"/>
                  <a:pt x="191" y="389"/>
                </a:cubicBezTo>
                <a:close/>
                <a:moveTo>
                  <a:pt x="191" y="66"/>
                </a:moveTo>
                <a:lnTo>
                  <a:pt x="191" y="66"/>
                </a:lnTo>
                <a:cubicBezTo>
                  <a:pt x="125" y="66"/>
                  <a:pt x="66" y="123"/>
                  <a:pt x="66" y="198"/>
                </a:cubicBezTo>
                <a:cubicBezTo>
                  <a:pt x="66" y="264"/>
                  <a:pt x="125" y="322"/>
                  <a:pt x="191" y="322"/>
                </a:cubicBezTo>
                <a:cubicBezTo>
                  <a:pt x="265" y="322"/>
                  <a:pt x="324" y="264"/>
                  <a:pt x="324" y="198"/>
                </a:cubicBezTo>
                <a:cubicBezTo>
                  <a:pt x="324" y="123"/>
                  <a:pt x="265" y="66"/>
                  <a:pt x="191" y="66"/>
                </a:cubicBezTo>
                <a:close/>
              </a:path>
            </a:pathLst>
          </a:custGeom>
          <a:solidFill>
            <a:schemeClr val="bg1"/>
          </a:solidFill>
          <a:ln>
            <a:noFill/>
          </a:ln>
          <a:effectLst/>
        </p:spPr>
        <p:txBody>
          <a:bodyPr wrap="none" anchor="ctr"/>
          <a:lstStyle/>
          <a:p>
            <a:endParaRPr lang="en-US"/>
          </a:p>
        </p:txBody>
      </p:sp>
      <p:sp>
        <p:nvSpPr>
          <p:cNvPr id="44" name="Freeform 377">
            <a:extLst>
              <a:ext uri="{FF2B5EF4-FFF2-40B4-BE49-F238E27FC236}">
                <a16:creationId xmlns:a16="http://schemas.microsoft.com/office/drawing/2014/main" id="{7A9B7955-C77B-E216-8E17-BEBAC1F2487F}"/>
              </a:ext>
            </a:extLst>
          </p:cNvPr>
          <p:cNvSpPr>
            <a:spLocks noChangeArrowheads="1"/>
          </p:cNvSpPr>
          <p:nvPr/>
        </p:nvSpPr>
        <p:spPr bwMode="auto">
          <a:xfrm>
            <a:off x="1483837" y="2000390"/>
            <a:ext cx="360726" cy="203058"/>
          </a:xfrm>
          <a:custGeom>
            <a:avLst/>
            <a:gdLst>
              <a:gd name="T0" fmla="*/ 631 w 665"/>
              <a:gd name="T1" fmla="*/ 373 h 374"/>
              <a:gd name="T2" fmla="*/ 631 w 665"/>
              <a:gd name="T3" fmla="*/ 373 h 374"/>
              <a:gd name="T4" fmla="*/ 33 w 665"/>
              <a:gd name="T5" fmla="*/ 373 h 374"/>
              <a:gd name="T6" fmla="*/ 0 w 665"/>
              <a:gd name="T7" fmla="*/ 332 h 374"/>
              <a:gd name="T8" fmla="*/ 0 w 665"/>
              <a:gd name="T9" fmla="*/ 199 h 374"/>
              <a:gd name="T10" fmla="*/ 66 w 665"/>
              <a:gd name="T11" fmla="*/ 83 h 374"/>
              <a:gd name="T12" fmla="*/ 332 w 665"/>
              <a:gd name="T13" fmla="*/ 0 h 374"/>
              <a:gd name="T14" fmla="*/ 606 w 665"/>
              <a:gd name="T15" fmla="*/ 83 h 374"/>
              <a:gd name="T16" fmla="*/ 664 w 665"/>
              <a:gd name="T17" fmla="*/ 199 h 374"/>
              <a:gd name="T18" fmla="*/ 664 w 665"/>
              <a:gd name="T19" fmla="*/ 332 h 374"/>
              <a:gd name="T20" fmla="*/ 631 w 665"/>
              <a:gd name="T21" fmla="*/ 373 h 374"/>
              <a:gd name="T22" fmla="*/ 66 w 665"/>
              <a:gd name="T23" fmla="*/ 299 h 374"/>
              <a:gd name="T24" fmla="*/ 66 w 665"/>
              <a:gd name="T25" fmla="*/ 299 h 374"/>
              <a:gd name="T26" fmla="*/ 597 w 665"/>
              <a:gd name="T27" fmla="*/ 299 h 374"/>
              <a:gd name="T28" fmla="*/ 597 w 665"/>
              <a:gd name="T29" fmla="*/ 199 h 374"/>
              <a:gd name="T30" fmla="*/ 564 w 665"/>
              <a:gd name="T31" fmla="*/ 133 h 374"/>
              <a:gd name="T32" fmla="*/ 332 w 665"/>
              <a:gd name="T33" fmla="*/ 66 h 374"/>
              <a:gd name="T34" fmla="*/ 100 w 665"/>
              <a:gd name="T35" fmla="*/ 133 h 374"/>
              <a:gd name="T36" fmla="*/ 66 w 665"/>
              <a:gd name="T37" fmla="*/ 199 h 374"/>
              <a:gd name="T38" fmla="*/ 66 w 665"/>
              <a:gd name="T39" fmla="*/ 299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5" h="374">
                <a:moveTo>
                  <a:pt x="631" y="373"/>
                </a:moveTo>
                <a:lnTo>
                  <a:pt x="631" y="373"/>
                </a:lnTo>
                <a:cubicBezTo>
                  <a:pt x="33" y="373"/>
                  <a:pt x="33" y="373"/>
                  <a:pt x="33" y="373"/>
                </a:cubicBezTo>
                <a:cubicBezTo>
                  <a:pt x="16" y="373"/>
                  <a:pt x="0" y="357"/>
                  <a:pt x="0" y="332"/>
                </a:cubicBezTo>
                <a:cubicBezTo>
                  <a:pt x="0" y="199"/>
                  <a:pt x="0" y="199"/>
                  <a:pt x="0" y="199"/>
                </a:cubicBezTo>
                <a:cubicBezTo>
                  <a:pt x="0" y="149"/>
                  <a:pt x="25" y="108"/>
                  <a:pt x="66" y="83"/>
                </a:cubicBezTo>
                <a:cubicBezTo>
                  <a:pt x="141" y="25"/>
                  <a:pt x="232" y="0"/>
                  <a:pt x="332" y="0"/>
                </a:cubicBezTo>
                <a:cubicBezTo>
                  <a:pt x="431" y="0"/>
                  <a:pt x="531" y="25"/>
                  <a:pt x="606" y="83"/>
                </a:cubicBezTo>
                <a:cubicBezTo>
                  <a:pt x="647" y="108"/>
                  <a:pt x="664" y="149"/>
                  <a:pt x="664" y="199"/>
                </a:cubicBezTo>
                <a:cubicBezTo>
                  <a:pt x="664" y="232"/>
                  <a:pt x="664" y="291"/>
                  <a:pt x="664" y="332"/>
                </a:cubicBezTo>
                <a:cubicBezTo>
                  <a:pt x="664" y="357"/>
                  <a:pt x="647" y="373"/>
                  <a:pt x="631" y="373"/>
                </a:cubicBezTo>
                <a:close/>
                <a:moveTo>
                  <a:pt x="66" y="299"/>
                </a:moveTo>
                <a:lnTo>
                  <a:pt x="66" y="299"/>
                </a:lnTo>
                <a:cubicBezTo>
                  <a:pt x="597" y="299"/>
                  <a:pt x="597" y="299"/>
                  <a:pt x="597" y="299"/>
                </a:cubicBezTo>
                <a:cubicBezTo>
                  <a:pt x="597" y="266"/>
                  <a:pt x="597" y="224"/>
                  <a:pt x="597" y="199"/>
                </a:cubicBezTo>
                <a:cubicBezTo>
                  <a:pt x="597" y="174"/>
                  <a:pt x="589" y="149"/>
                  <a:pt x="564" y="133"/>
                </a:cubicBezTo>
                <a:cubicBezTo>
                  <a:pt x="498" y="91"/>
                  <a:pt x="415" y="66"/>
                  <a:pt x="332" y="66"/>
                </a:cubicBezTo>
                <a:cubicBezTo>
                  <a:pt x="249" y="66"/>
                  <a:pt x="166" y="91"/>
                  <a:pt x="100" y="133"/>
                </a:cubicBezTo>
                <a:cubicBezTo>
                  <a:pt x="83" y="149"/>
                  <a:pt x="66" y="174"/>
                  <a:pt x="66" y="199"/>
                </a:cubicBezTo>
                <a:lnTo>
                  <a:pt x="66" y="299"/>
                </a:lnTo>
                <a:close/>
              </a:path>
            </a:pathLst>
          </a:custGeom>
          <a:solidFill>
            <a:schemeClr val="bg1"/>
          </a:solidFill>
          <a:ln>
            <a:noFill/>
          </a:ln>
          <a:effectLst/>
        </p:spPr>
        <p:txBody>
          <a:bodyPr wrap="none" anchor="ctr"/>
          <a:lstStyle/>
          <a:p>
            <a:endParaRPr lang="en-US"/>
          </a:p>
        </p:txBody>
      </p:sp>
      <p:sp>
        <p:nvSpPr>
          <p:cNvPr id="45" name="Freeform 378">
            <a:extLst>
              <a:ext uri="{FF2B5EF4-FFF2-40B4-BE49-F238E27FC236}">
                <a16:creationId xmlns:a16="http://schemas.microsoft.com/office/drawing/2014/main" id="{C93C79AD-AD0C-911C-7E3A-1B0E9608A88D}"/>
              </a:ext>
            </a:extLst>
          </p:cNvPr>
          <p:cNvSpPr>
            <a:spLocks noChangeArrowheads="1"/>
          </p:cNvSpPr>
          <p:nvPr/>
        </p:nvSpPr>
        <p:spPr bwMode="auto">
          <a:xfrm>
            <a:off x="1803950" y="1802111"/>
            <a:ext cx="181557" cy="179167"/>
          </a:xfrm>
          <a:custGeom>
            <a:avLst/>
            <a:gdLst>
              <a:gd name="T0" fmla="*/ 166 w 333"/>
              <a:gd name="T1" fmla="*/ 331 h 332"/>
              <a:gd name="T2" fmla="*/ 166 w 333"/>
              <a:gd name="T3" fmla="*/ 331 h 332"/>
              <a:gd name="T4" fmla="*/ 0 w 333"/>
              <a:gd name="T5" fmla="*/ 165 h 332"/>
              <a:gd name="T6" fmla="*/ 166 w 333"/>
              <a:gd name="T7" fmla="*/ 0 h 332"/>
              <a:gd name="T8" fmla="*/ 332 w 333"/>
              <a:gd name="T9" fmla="*/ 165 h 332"/>
              <a:gd name="T10" fmla="*/ 166 w 333"/>
              <a:gd name="T11" fmla="*/ 331 h 332"/>
              <a:gd name="T12" fmla="*/ 166 w 333"/>
              <a:gd name="T13" fmla="*/ 74 h 332"/>
              <a:gd name="T14" fmla="*/ 166 w 333"/>
              <a:gd name="T15" fmla="*/ 74 h 332"/>
              <a:gd name="T16" fmla="*/ 67 w 333"/>
              <a:gd name="T17" fmla="*/ 165 h 332"/>
              <a:gd name="T18" fmla="*/ 166 w 333"/>
              <a:gd name="T19" fmla="*/ 264 h 332"/>
              <a:gd name="T20" fmla="*/ 257 w 333"/>
              <a:gd name="T21" fmla="*/ 165 h 332"/>
              <a:gd name="T22" fmla="*/ 166 w 333"/>
              <a:gd name="T23" fmla="*/ 74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3" h="332">
                <a:moveTo>
                  <a:pt x="166" y="331"/>
                </a:moveTo>
                <a:lnTo>
                  <a:pt x="166" y="331"/>
                </a:lnTo>
                <a:cubicBezTo>
                  <a:pt x="75" y="331"/>
                  <a:pt x="0" y="256"/>
                  <a:pt x="0" y="165"/>
                </a:cubicBezTo>
                <a:cubicBezTo>
                  <a:pt x="0" y="74"/>
                  <a:pt x="75" y="0"/>
                  <a:pt x="166" y="0"/>
                </a:cubicBezTo>
                <a:cubicBezTo>
                  <a:pt x="257" y="0"/>
                  <a:pt x="332" y="74"/>
                  <a:pt x="332" y="165"/>
                </a:cubicBezTo>
                <a:cubicBezTo>
                  <a:pt x="332" y="256"/>
                  <a:pt x="257" y="331"/>
                  <a:pt x="166" y="331"/>
                </a:cubicBezTo>
                <a:close/>
                <a:moveTo>
                  <a:pt x="166" y="74"/>
                </a:moveTo>
                <a:lnTo>
                  <a:pt x="166" y="74"/>
                </a:lnTo>
                <a:cubicBezTo>
                  <a:pt x="116" y="74"/>
                  <a:pt x="67" y="115"/>
                  <a:pt x="67" y="165"/>
                </a:cubicBezTo>
                <a:cubicBezTo>
                  <a:pt x="67" y="215"/>
                  <a:pt x="116" y="264"/>
                  <a:pt x="166" y="264"/>
                </a:cubicBezTo>
                <a:cubicBezTo>
                  <a:pt x="216" y="264"/>
                  <a:pt x="257" y="215"/>
                  <a:pt x="257" y="165"/>
                </a:cubicBezTo>
                <a:cubicBezTo>
                  <a:pt x="257" y="115"/>
                  <a:pt x="216" y="74"/>
                  <a:pt x="166" y="74"/>
                </a:cubicBezTo>
                <a:close/>
              </a:path>
            </a:pathLst>
          </a:custGeom>
          <a:solidFill>
            <a:schemeClr val="bg1"/>
          </a:solidFill>
          <a:ln>
            <a:noFill/>
          </a:ln>
          <a:effectLst/>
        </p:spPr>
        <p:txBody>
          <a:bodyPr wrap="none" anchor="ctr"/>
          <a:lstStyle/>
          <a:p>
            <a:endParaRPr lang="en-US"/>
          </a:p>
        </p:txBody>
      </p:sp>
      <p:sp>
        <p:nvSpPr>
          <p:cNvPr id="46" name="Freeform 379">
            <a:extLst>
              <a:ext uri="{FF2B5EF4-FFF2-40B4-BE49-F238E27FC236}">
                <a16:creationId xmlns:a16="http://schemas.microsoft.com/office/drawing/2014/main" id="{22341281-4321-7DF7-EB2B-78AE6776C79B}"/>
              </a:ext>
            </a:extLst>
          </p:cNvPr>
          <p:cNvSpPr>
            <a:spLocks noChangeArrowheads="1"/>
          </p:cNvSpPr>
          <p:nvPr/>
        </p:nvSpPr>
        <p:spPr bwMode="auto">
          <a:xfrm>
            <a:off x="1830229" y="2009946"/>
            <a:ext cx="229335" cy="183947"/>
          </a:xfrm>
          <a:custGeom>
            <a:avLst/>
            <a:gdLst>
              <a:gd name="T0" fmla="*/ 390 w 424"/>
              <a:gd name="T1" fmla="*/ 340 h 341"/>
              <a:gd name="T2" fmla="*/ 390 w 424"/>
              <a:gd name="T3" fmla="*/ 340 h 341"/>
              <a:gd name="T4" fmla="*/ 124 w 424"/>
              <a:gd name="T5" fmla="*/ 340 h 341"/>
              <a:gd name="T6" fmla="*/ 91 w 424"/>
              <a:gd name="T7" fmla="*/ 298 h 341"/>
              <a:gd name="T8" fmla="*/ 124 w 424"/>
              <a:gd name="T9" fmla="*/ 265 h 341"/>
              <a:gd name="T10" fmla="*/ 348 w 424"/>
              <a:gd name="T11" fmla="*/ 265 h 341"/>
              <a:gd name="T12" fmla="*/ 348 w 424"/>
              <a:gd name="T13" fmla="*/ 182 h 341"/>
              <a:gd name="T14" fmla="*/ 323 w 424"/>
              <a:gd name="T15" fmla="*/ 124 h 341"/>
              <a:gd name="T16" fmla="*/ 124 w 424"/>
              <a:gd name="T17" fmla="*/ 66 h 341"/>
              <a:gd name="T18" fmla="*/ 41 w 424"/>
              <a:gd name="T19" fmla="*/ 74 h 341"/>
              <a:gd name="T20" fmla="*/ 0 w 424"/>
              <a:gd name="T21" fmla="*/ 49 h 341"/>
              <a:gd name="T22" fmla="*/ 25 w 424"/>
              <a:gd name="T23" fmla="*/ 8 h 341"/>
              <a:gd name="T24" fmla="*/ 124 w 424"/>
              <a:gd name="T25" fmla="*/ 0 h 341"/>
              <a:gd name="T26" fmla="*/ 365 w 424"/>
              <a:gd name="T27" fmla="*/ 74 h 341"/>
              <a:gd name="T28" fmla="*/ 423 w 424"/>
              <a:gd name="T29" fmla="*/ 182 h 341"/>
              <a:gd name="T30" fmla="*/ 423 w 424"/>
              <a:gd name="T31" fmla="*/ 298 h 341"/>
              <a:gd name="T32" fmla="*/ 390 w 424"/>
              <a:gd name="T33" fmla="*/ 340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4" h="341">
                <a:moveTo>
                  <a:pt x="390" y="340"/>
                </a:moveTo>
                <a:lnTo>
                  <a:pt x="390" y="340"/>
                </a:lnTo>
                <a:cubicBezTo>
                  <a:pt x="124" y="340"/>
                  <a:pt x="124" y="340"/>
                  <a:pt x="124" y="340"/>
                </a:cubicBezTo>
                <a:cubicBezTo>
                  <a:pt x="108" y="340"/>
                  <a:pt x="91" y="323"/>
                  <a:pt x="91" y="298"/>
                </a:cubicBezTo>
                <a:cubicBezTo>
                  <a:pt x="91" y="282"/>
                  <a:pt x="108" y="265"/>
                  <a:pt x="124" y="265"/>
                </a:cubicBezTo>
                <a:cubicBezTo>
                  <a:pt x="348" y="265"/>
                  <a:pt x="348" y="265"/>
                  <a:pt x="348" y="265"/>
                </a:cubicBezTo>
                <a:cubicBezTo>
                  <a:pt x="348" y="240"/>
                  <a:pt x="348" y="207"/>
                  <a:pt x="348" y="182"/>
                </a:cubicBezTo>
                <a:cubicBezTo>
                  <a:pt x="348" y="157"/>
                  <a:pt x="340" y="141"/>
                  <a:pt x="323" y="124"/>
                </a:cubicBezTo>
                <a:cubicBezTo>
                  <a:pt x="265" y="91"/>
                  <a:pt x="199" y="66"/>
                  <a:pt x="124" y="66"/>
                </a:cubicBezTo>
                <a:cubicBezTo>
                  <a:pt x="91" y="66"/>
                  <a:pt x="66" y="66"/>
                  <a:pt x="41" y="74"/>
                </a:cubicBezTo>
                <a:cubicBezTo>
                  <a:pt x="25" y="74"/>
                  <a:pt x="8" y="66"/>
                  <a:pt x="0" y="49"/>
                </a:cubicBezTo>
                <a:cubicBezTo>
                  <a:pt x="0" y="33"/>
                  <a:pt x="8" y="8"/>
                  <a:pt x="25" y="8"/>
                </a:cubicBezTo>
                <a:cubicBezTo>
                  <a:pt x="58" y="0"/>
                  <a:pt x="91" y="0"/>
                  <a:pt x="124" y="0"/>
                </a:cubicBezTo>
                <a:cubicBezTo>
                  <a:pt x="207" y="0"/>
                  <a:pt x="299" y="24"/>
                  <a:pt x="365" y="74"/>
                </a:cubicBezTo>
                <a:cubicBezTo>
                  <a:pt x="398" y="99"/>
                  <a:pt x="423" y="132"/>
                  <a:pt x="423" y="182"/>
                </a:cubicBezTo>
                <a:cubicBezTo>
                  <a:pt x="423" y="215"/>
                  <a:pt x="423" y="265"/>
                  <a:pt x="423" y="298"/>
                </a:cubicBezTo>
                <a:cubicBezTo>
                  <a:pt x="423" y="323"/>
                  <a:pt x="406" y="340"/>
                  <a:pt x="390" y="340"/>
                </a:cubicBezTo>
              </a:path>
            </a:pathLst>
          </a:custGeom>
          <a:solidFill>
            <a:schemeClr val="bg1"/>
          </a:solidFill>
          <a:ln>
            <a:noFill/>
          </a:ln>
          <a:effectLst/>
        </p:spPr>
        <p:txBody>
          <a:bodyPr wrap="none" anchor="ctr"/>
          <a:lstStyle/>
          <a:p>
            <a:endParaRPr lang="en-US"/>
          </a:p>
        </p:txBody>
      </p:sp>
      <p:sp>
        <p:nvSpPr>
          <p:cNvPr id="47" name="Line 380">
            <a:extLst>
              <a:ext uri="{FF2B5EF4-FFF2-40B4-BE49-F238E27FC236}">
                <a16:creationId xmlns:a16="http://schemas.microsoft.com/office/drawing/2014/main" id="{81DEA779-28B2-D713-D35E-4EA1FE3FE4FC}"/>
              </a:ext>
            </a:extLst>
          </p:cNvPr>
          <p:cNvSpPr>
            <a:spLocks noChangeShapeType="1"/>
          </p:cNvSpPr>
          <p:nvPr/>
        </p:nvSpPr>
        <p:spPr bwMode="auto">
          <a:xfrm>
            <a:off x="4023245" y="1981279"/>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8" name="Line 381">
            <a:extLst>
              <a:ext uri="{FF2B5EF4-FFF2-40B4-BE49-F238E27FC236}">
                <a16:creationId xmlns:a16="http://schemas.microsoft.com/office/drawing/2014/main" id="{0C82055A-98FA-8F33-E82B-6054AB31EE1F}"/>
              </a:ext>
            </a:extLst>
          </p:cNvPr>
          <p:cNvSpPr>
            <a:spLocks noChangeShapeType="1"/>
          </p:cNvSpPr>
          <p:nvPr/>
        </p:nvSpPr>
        <p:spPr bwMode="auto">
          <a:xfrm>
            <a:off x="4023245" y="2124613"/>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9" name="Line 382">
            <a:extLst>
              <a:ext uri="{FF2B5EF4-FFF2-40B4-BE49-F238E27FC236}">
                <a16:creationId xmlns:a16="http://schemas.microsoft.com/office/drawing/2014/main" id="{D7DCF128-63E7-1328-AA7F-8DE81F7D3071}"/>
              </a:ext>
            </a:extLst>
          </p:cNvPr>
          <p:cNvSpPr>
            <a:spLocks noChangeShapeType="1"/>
          </p:cNvSpPr>
          <p:nvPr/>
        </p:nvSpPr>
        <p:spPr bwMode="auto">
          <a:xfrm>
            <a:off x="4023245" y="2270337"/>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0" name="Line 383">
            <a:extLst>
              <a:ext uri="{FF2B5EF4-FFF2-40B4-BE49-F238E27FC236}">
                <a16:creationId xmlns:a16="http://schemas.microsoft.com/office/drawing/2014/main" id="{AA5B6423-15A4-1B5A-ED38-E0FC307BEAC9}"/>
              </a:ext>
            </a:extLst>
          </p:cNvPr>
          <p:cNvSpPr>
            <a:spLocks noChangeShapeType="1"/>
          </p:cNvSpPr>
          <p:nvPr/>
        </p:nvSpPr>
        <p:spPr bwMode="auto">
          <a:xfrm>
            <a:off x="4023245" y="2413671"/>
            <a:ext cx="2388"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1" name="Freeform 426">
            <a:extLst>
              <a:ext uri="{FF2B5EF4-FFF2-40B4-BE49-F238E27FC236}">
                <a16:creationId xmlns:a16="http://schemas.microsoft.com/office/drawing/2014/main" id="{C8166FC2-0C58-B05E-BAC2-3560A00B43FD}"/>
              </a:ext>
            </a:extLst>
          </p:cNvPr>
          <p:cNvSpPr>
            <a:spLocks noChangeArrowheads="1"/>
          </p:cNvSpPr>
          <p:nvPr/>
        </p:nvSpPr>
        <p:spPr bwMode="auto">
          <a:xfrm>
            <a:off x="3449908" y="1407941"/>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81" y="2123"/>
                  <a:pt x="0" y="1650"/>
                  <a:pt x="0" y="1061"/>
                </a:cubicBezTo>
                <a:cubicBezTo>
                  <a:pt x="0" y="481"/>
                  <a:pt x="481" y="0"/>
                  <a:pt x="1062" y="0"/>
                </a:cubicBezTo>
                <a:cubicBezTo>
                  <a:pt x="1651" y="0"/>
                  <a:pt x="2124" y="481"/>
                  <a:pt x="2124" y="1061"/>
                </a:cubicBezTo>
              </a:path>
            </a:pathLst>
          </a:custGeom>
          <a:solidFill>
            <a:schemeClr val="accent2"/>
          </a:solidFill>
          <a:ln>
            <a:noFill/>
          </a:ln>
          <a:effectLst/>
        </p:spPr>
        <p:txBody>
          <a:bodyPr wrap="none" anchor="ctr"/>
          <a:lstStyle/>
          <a:p>
            <a:endParaRPr lang="en-US"/>
          </a:p>
        </p:txBody>
      </p:sp>
      <p:sp>
        <p:nvSpPr>
          <p:cNvPr id="52" name="Freeform 427">
            <a:extLst>
              <a:ext uri="{FF2B5EF4-FFF2-40B4-BE49-F238E27FC236}">
                <a16:creationId xmlns:a16="http://schemas.microsoft.com/office/drawing/2014/main" id="{187A6CC6-6414-4B81-B2DF-FBE53A97DCA3}"/>
              </a:ext>
            </a:extLst>
          </p:cNvPr>
          <p:cNvSpPr>
            <a:spLocks noChangeArrowheads="1"/>
          </p:cNvSpPr>
          <p:nvPr/>
        </p:nvSpPr>
        <p:spPr bwMode="auto">
          <a:xfrm>
            <a:off x="3848854" y="1744778"/>
            <a:ext cx="355948" cy="480169"/>
          </a:xfrm>
          <a:custGeom>
            <a:avLst/>
            <a:gdLst>
              <a:gd name="T0" fmla="*/ 614 w 657"/>
              <a:gd name="T1" fmla="*/ 91 h 888"/>
              <a:gd name="T2" fmla="*/ 614 w 657"/>
              <a:gd name="T3" fmla="*/ 91 h 888"/>
              <a:gd name="T4" fmla="*/ 482 w 657"/>
              <a:gd name="T5" fmla="*/ 91 h 888"/>
              <a:gd name="T6" fmla="*/ 423 w 657"/>
              <a:gd name="T7" fmla="*/ 25 h 888"/>
              <a:gd name="T8" fmla="*/ 324 w 657"/>
              <a:gd name="T9" fmla="*/ 0 h 888"/>
              <a:gd name="T10" fmla="*/ 224 w 657"/>
              <a:gd name="T11" fmla="*/ 25 h 888"/>
              <a:gd name="T12" fmla="*/ 175 w 657"/>
              <a:gd name="T13" fmla="*/ 91 h 888"/>
              <a:gd name="T14" fmla="*/ 42 w 657"/>
              <a:gd name="T15" fmla="*/ 91 h 888"/>
              <a:gd name="T16" fmla="*/ 0 w 657"/>
              <a:gd name="T17" fmla="*/ 140 h 888"/>
              <a:gd name="T18" fmla="*/ 0 w 657"/>
              <a:gd name="T19" fmla="*/ 862 h 888"/>
              <a:gd name="T20" fmla="*/ 25 w 657"/>
              <a:gd name="T21" fmla="*/ 887 h 888"/>
              <a:gd name="T22" fmla="*/ 623 w 657"/>
              <a:gd name="T23" fmla="*/ 887 h 888"/>
              <a:gd name="T24" fmla="*/ 656 w 657"/>
              <a:gd name="T25" fmla="*/ 862 h 888"/>
              <a:gd name="T26" fmla="*/ 656 w 657"/>
              <a:gd name="T27" fmla="*/ 140 h 888"/>
              <a:gd name="T28" fmla="*/ 614 w 657"/>
              <a:gd name="T29" fmla="*/ 91 h 888"/>
              <a:gd name="T30" fmla="*/ 216 w 657"/>
              <a:gd name="T31" fmla="*/ 115 h 888"/>
              <a:gd name="T32" fmla="*/ 216 w 657"/>
              <a:gd name="T33" fmla="*/ 115 h 888"/>
              <a:gd name="T34" fmla="*/ 257 w 657"/>
              <a:gd name="T35" fmla="*/ 67 h 888"/>
              <a:gd name="T36" fmla="*/ 324 w 657"/>
              <a:gd name="T37" fmla="*/ 50 h 888"/>
              <a:gd name="T38" fmla="*/ 398 w 657"/>
              <a:gd name="T39" fmla="*/ 67 h 888"/>
              <a:gd name="T40" fmla="*/ 440 w 657"/>
              <a:gd name="T41" fmla="*/ 115 h 888"/>
              <a:gd name="T42" fmla="*/ 440 w 657"/>
              <a:gd name="T43" fmla="*/ 165 h 888"/>
              <a:gd name="T44" fmla="*/ 216 w 657"/>
              <a:gd name="T45" fmla="*/ 165 h 888"/>
              <a:gd name="T46" fmla="*/ 216 w 657"/>
              <a:gd name="T47" fmla="*/ 115 h 888"/>
              <a:gd name="T48" fmla="*/ 133 w 657"/>
              <a:gd name="T49" fmla="*/ 140 h 888"/>
              <a:gd name="T50" fmla="*/ 133 w 657"/>
              <a:gd name="T51" fmla="*/ 140 h 888"/>
              <a:gd name="T52" fmla="*/ 158 w 657"/>
              <a:gd name="T53" fmla="*/ 140 h 888"/>
              <a:gd name="T54" fmla="*/ 158 w 657"/>
              <a:gd name="T55" fmla="*/ 190 h 888"/>
              <a:gd name="T56" fmla="*/ 191 w 657"/>
              <a:gd name="T57" fmla="*/ 215 h 888"/>
              <a:gd name="T58" fmla="*/ 457 w 657"/>
              <a:gd name="T59" fmla="*/ 215 h 888"/>
              <a:gd name="T60" fmla="*/ 490 w 657"/>
              <a:gd name="T61" fmla="*/ 190 h 888"/>
              <a:gd name="T62" fmla="*/ 490 w 657"/>
              <a:gd name="T63" fmla="*/ 140 h 888"/>
              <a:gd name="T64" fmla="*/ 523 w 657"/>
              <a:gd name="T65" fmla="*/ 140 h 888"/>
              <a:gd name="T66" fmla="*/ 523 w 657"/>
              <a:gd name="T67" fmla="*/ 746 h 888"/>
              <a:gd name="T68" fmla="*/ 133 w 657"/>
              <a:gd name="T69" fmla="*/ 746 h 888"/>
              <a:gd name="T70" fmla="*/ 133 w 657"/>
              <a:gd name="T71" fmla="*/ 140 h 888"/>
              <a:gd name="T72" fmla="*/ 598 w 657"/>
              <a:gd name="T73" fmla="*/ 837 h 888"/>
              <a:gd name="T74" fmla="*/ 598 w 657"/>
              <a:gd name="T75" fmla="*/ 837 h 888"/>
              <a:gd name="T76" fmla="*/ 50 w 657"/>
              <a:gd name="T77" fmla="*/ 837 h 888"/>
              <a:gd name="T78" fmla="*/ 50 w 657"/>
              <a:gd name="T79" fmla="*/ 140 h 888"/>
              <a:gd name="T80" fmla="*/ 83 w 657"/>
              <a:gd name="T81" fmla="*/ 140 h 888"/>
              <a:gd name="T82" fmla="*/ 83 w 657"/>
              <a:gd name="T83" fmla="*/ 771 h 888"/>
              <a:gd name="T84" fmla="*/ 108 w 657"/>
              <a:gd name="T85" fmla="*/ 796 h 888"/>
              <a:gd name="T86" fmla="*/ 548 w 657"/>
              <a:gd name="T87" fmla="*/ 796 h 888"/>
              <a:gd name="T88" fmla="*/ 573 w 657"/>
              <a:gd name="T89" fmla="*/ 771 h 888"/>
              <a:gd name="T90" fmla="*/ 573 w 657"/>
              <a:gd name="T91" fmla="*/ 140 h 888"/>
              <a:gd name="T92" fmla="*/ 598 w 657"/>
              <a:gd name="T93" fmla="*/ 140 h 888"/>
              <a:gd name="T94" fmla="*/ 598 w 657"/>
              <a:gd name="T95" fmla="*/ 837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57" h="888">
                <a:moveTo>
                  <a:pt x="614" y="91"/>
                </a:moveTo>
                <a:lnTo>
                  <a:pt x="614" y="91"/>
                </a:lnTo>
                <a:cubicBezTo>
                  <a:pt x="482" y="91"/>
                  <a:pt x="482" y="91"/>
                  <a:pt x="482" y="91"/>
                </a:cubicBezTo>
                <a:cubicBezTo>
                  <a:pt x="465" y="67"/>
                  <a:pt x="448" y="42"/>
                  <a:pt x="423" y="25"/>
                </a:cubicBezTo>
                <a:cubicBezTo>
                  <a:pt x="398" y="8"/>
                  <a:pt x="365" y="0"/>
                  <a:pt x="324" y="0"/>
                </a:cubicBezTo>
                <a:cubicBezTo>
                  <a:pt x="291" y="0"/>
                  <a:pt x="257" y="8"/>
                  <a:pt x="224" y="25"/>
                </a:cubicBezTo>
                <a:cubicBezTo>
                  <a:pt x="199" y="42"/>
                  <a:pt x="183" y="67"/>
                  <a:pt x="175" y="91"/>
                </a:cubicBezTo>
                <a:cubicBezTo>
                  <a:pt x="42" y="91"/>
                  <a:pt x="42" y="91"/>
                  <a:pt x="42" y="91"/>
                </a:cubicBezTo>
                <a:cubicBezTo>
                  <a:pt x="17" y="91"/>
                  <a:pt x="0" y="108"/>
                  <a:pt x="0" y="140"/>
                </a:cubicBezTo>
                <a:cubicBezTo>
                  <a:pt x="0" y="862"/>
                  <a:pt x="0" y="862"/>
                  <a:pt x="0" y="862"/>
                </a:cubicBezTo>
                <a:cubicBezTo>
                  <a:pt x="0" y="879"/>
                  <a:pt x="9" y="887"/>
                  <a:pt x="25" y="887"/>
                </a:cubicBezTo>
                <a:cubicBezTo>
                  <a:pt x="623" y="887"/>
                  <a:pt x="623" y="887"/>
                  <a:pt x="623" y="887"/>
                </a:cubicBezTo>
                <a:cubicBezTo>
                  <a:pt x="639" y="887"/>
                  <a:pt x="656" y="879"/>
                  <a:pt x="656" y="862"/>
                </a:cubicBezTo>
                <a:cubicBezTo>
                  <a:pt x="656" y="140"/>
                  <a:pt x="656" y="140"/>
                  <a:pt x="656" y="140"/>
                </a:cubicBezTo>
                <a:cubicBezTo>
                  <a:pt x="656" y="108"/>
                  <a:pt x="639" y="91"/>
                  <a:pt x="614" y="91"/>
                </a:cubicBezTo>
                <a:close/>
                <a:moveTo>
                  <a:pt x="216" y="115"/>
                </a:moveTo>
                <a:lnTo>
                  <a:pt x="216" y="115"/>
                </a:lnTo>
                <a:cubicBezTo>
                  <a:pt x="224" y="100"/>
                  <a:pt x="241" y="83"/>
                  <a:pt x="257" y="67"/>
                </a:cubicBezTo>
                <a:cubicBezTo>
                  <a:pt x="274" y="58"/>
                  <a:pt x="299" y="50"/>
                  <a:pt x="324" y="50"/>
                </a:cubicBezTo>
                <a:cubicBezTo>
                  <a:pt x="349" y="50"/>
                  <a:pt x="374" y="58"/>
                  <a:pt x="398" y="67"/>
                </a:cubicBezTo>
                <a:cubicBezTo>
                  <a:pt x="415" y="83"/>
                  <a:pt x="432" y="100"/>
                  <a:pt x="440" y="115"/>
                </a:cubicBezTo>
                <a:cubicBezTo>
                  <a:pt x="440" y="165"/>
                  <a:pt x="440" y="165"/>
                  <a:pt x="440" y="165"/>
                </a:cubicBezTo>
                <a:cubicBezTo>
                  <a:pt x="216" y="165"/>
                  <a:pt x="216" y="165"/>
                  <a:pt x="216" y="165"/>
                </a:cubicBezTo>
                <a:lnTo>
                  <a:pt x="216" y="115"/>
                </a:lnTo>
                <a:close/>
                <a:moveTo>
                  <a:pt x="133" y="140"/>
                </a:moveTo>
                <a:lnTo>
                  <a:pt x="133" y="140"/>
                </a:lnTo>
                <a:cubicBezTo>
                  <a:pt x="158" y="140"/>
                  <a:pt x="158" y="140"/>
                  <a:pt x="158" y="140"/>
                </a:cubicBezTo>
                <a:cubicBezTo>
                  <a:pt x="158" y="190"/>
                  <a:pt x="158" y="190"/>
                  <a:pt x="158" y="190"/>
                </a:cubicBezTo>
                <a:cubicBezTo>
                  <a:pt x="158" y="207"/>
                  <a:pt x="175" y="215"/>
                  <a:pt x="191" y="215"/>
                </a:cubicBezTo>
                <a:cubicBezTo>
                  <a:pt x="457" y="215"/>
                  <a:pt x="457" y="215"/>
                  <a:pt x="457" y="215"/>
                </a:cubicBezTo>
                <a:cubicBezTo>
                  <a:pt x="482" y="215"/>
                  <a:pt x="490" y="207"/>
                  <a:pt x="490" y="190"/>
                </a:cubicBezTo>
                <a:cubicBezTo>
                  <a:pt x="490" y="140"/>
                  <a:pt x="490" y="140"/>
                  <a:pt x="490" y="140"/>
                </a:cubicBezTo>
                <a:cubicBezTo>
                  <a:pt x="523" y="140"/>
                  <a:pt x="523" y="140"/>
                  <a:pt x="523" y="140"/>
                </a:cubicBezTo>
                <a:cubicBezTo>
                  <a:pt x="523" y="746"/>
                  <a:pt x="523" y="746"/>
                  <a:pt x="523" y="746"/>
                </a:cubicBezTo>
                <a:cubicBezTo>
                  <a:pt x="133" y="746"/>
                  <a:pt x="133" y="746"/>
                  <a:pt x="133" y="746"/>
                </a:cubicBezTo>
                <a:lnTo>
                  <a:pt x="133" y="140"/>
                </a:lnTo>
                <a:close/>
                <a:moveTo>
                  <a:pt x="598" y="837"/>
                </a:moveTo>
                <a:lnTo>
                  <a:pt x="598" y="837"/>
                </a:lnTo>
                <a:cubicBezTo>
                  <a:pt x="50" y="837"/>
                  <a:pt x="50" y="837"/>
                  <a:pt x="50" y="837"/>
                </a:cubicBezTo>
                <a:cubicBezTo>
                  <a:pt x="50" y="140"/>
                  <a:pt x="50" y="140"/>
                  <a:pt x="50" y="140"/>
                </a:cubicBezTo>
                <a:cubicBezTo>
                  <a:pt x="83" y="140"/>
                  <a:pt x="83" y="140"/>
                  <a:pt x="83" y="140"/>
                </a:cubicBezTo>
                <a:cubicBezTo>
                  <a:pt x="83" y="771"/>
                  <a:pt x="83" y="771"/>
                  <a:pt x="83" y="771"/>
                </a:cubicBezTo>
                <a:cubicBezTo>
                  <a:pt x="83" y="787"/>
                  <a:pt x="92" y="796"/>
                  <a:pt x="108" y="796"/>
                </a:cubicBezTo>
                <a:cubicBezTo>
                  <a:pt x="548" y="796"/>
                  <a:pt x="548" y="796"/>
                  <a:pt x="548" y="796"/>
                </a:cubicBezTo>
                <a:cubicBezTo>
                  <a:pt x="556" y="796"/>
                  <a:pt x="573" y="787"/>
                  <a:pt x="573" y="771"/>
                </a:cubicBezTo>
                <a:cubicBezTo>
                  <a:pt x="573" y="140"/>
                  <a:pt x="573" y="140"/>
                  <a:pt x="573" y="140"/>
                </a:cubicBezTo>
                <a:cubicBezTo>
                  <a:pt x="598" y="140"/>
                  <a:pt x="598" y="140"/>
                  <a:pt x="598" y="140"/>
                </a:cubicBezTo>
                <a:lnTo>
                  <a:pt x="598" y="837"/>
                </a:lnTo>
                <a:close/>
              </a:path>
            </a:pathLst>
          </a:custGeom>
          <a:solidFill>
            <a:schemeClr val="bg1"/>
          </a:solidFill>
          <a:ln>
            <a:noFill/>
          </a:ln>
          <a:effectLst/>
        </p:spPr>
        <p:txBody>
          <a:bodyPr wrap="none" anchor="ctr"/>
          <a:lstStyle/>
          <a:p>
            <a:endParaRPr lang="en-US"/>
          </a:p>
        </p:txBody>
      </p:sp>
      <p:sp>
        <p:nvSpPr>
          <p:cNvPr id="53" name="Freeform 428">
            <a:extLst>
              <a:ext uri="{FF2B5EF4-FFF2-40B4-BE49-F238E27FC236}">
                <a16:creationId xmlns:a16="http://schemas.microsoft.com/office/drawing/2014/main" id="{58B1A87D-0701-1E41-E5C5-E6127E06BA8A}"/>
              </a:ext>
            </a:extLst>
          </p:cNvPr>
          <p:cNvSpPr>
            <a:spLocks noChangeArrowheads="1"/>
          </p:cNvSpPr>
          <p:nvPr/>
        </p:nvSpPr>
        <p:spPr bwMode="auto">
          <a:xfrm>
            <a:off x="3961133" y="1897668"/>
            <a:ext cx="131389" cy="28667"/>
          </a:xfrm>
          <a:custGeom>
            <a:avLst/>
            <a:gdLst>
              <a:gd name="T0" fmla="*/ 24 w 241"/>
              <a:gd name="T1" fmla="*/ 50 h 51"/>
              <a:gd name="T2" fmla="*/ 24 w 241"/>
              <a:gd name="T3" fmla="*/ 50 h 51"/>
              <a:gd name="T4" fmla="*/ 215 w 241"/>
              <a:gd name="T5" fmla="*/ 50 h 51"/>
              <a:gd name="T6" fmla="*/ 240 w 241"/>
              <a:gd name="T7" fmla="*/ 25 h 51"/>
              <a:gd name="T8" fmla="*/ 215 w 241"/>
              <a:gd name="T9" fmla="*/ 0 h 51"/>
              <a:gd name="T10" fmla="*/ 24 w 241"/>
              <a:gd name="T11" fmla="*/ 0 h 51"/>
              <a:gd name="T12" fmla="*/ 0 w 241"/>
              <a:gd name="T13" fmla="*/ 25 h 51"/>
              <a:gd name="T14" fmla="*/ 24 w 241"/>
              <a:gd name="T15" fmla="*/ 5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1">
                <a:moveTo>
                  <a:pt x="24" y="50"/>
                </a:moveTo>
                <a:lnTo>
                  <a:pt x="24" y="50"/>
                </a:lnTo>
                <a:cubicBezTo>
                  <a:pt x="215" y="50"/>
                  <a:pt x="215" y="50"/>
                  <a:pt x="215" y="50"/>
                </a:cubicBezTo>
                <a:cubicBezTo>
                  <a:pt x="224" y="50"/>
                  <a:pt x="240" y="42"/>
                  <a:pt x="240" y="25"/>
                </a:cubicBezTo>
                <a:cubicBezTo>
                  <a:pt x="240" y="8"/>
                  <a:pt x="224" y="0"/>
                  <a:pt x="215" y="0"/>
                </a:cubicBezTo>
                <a:cubicBezTo>
                  <a:pt x="24" y="0"/>
                  <a:pt x="24" y="0"/>
                  <a:pt x="24" y="0"/>
                </a:cubicBezTo>
                <a:cubicBezTo>
                  <a:pt x="8" y="0"/>
                  <a:pt x="0" y="8"/>
                  <a:pt x="0" y="25"/>
                </a:cubicBezTo>
                <a:cubicBezTo>
                  <a:pt x="0" y="42"/>
                  <a:pt x="8" y="50"/>
                  <a:pt x="24" y="50"/>
                </a:cubicBezTo>
              </a:path>
            </a:pathLst>
          </a:custGeom>
          <a:solidFill>
            <a:schemeClr val="bg1"/>
          </a:solidFill>
          <a:ln>
            <a:noFill/>
          </a:ln>
          <a:effectLst/>
        </p:spPr>
        <p:txBody>
          <a:bodyPr wrap="none" anchor="ctr"/>
          <a:lstStyle/>
          <a:p>
            <a:endParaRPr lang="en-US"/>
          </a:p>
        </p:txBody>
      </p:sp>
      <p:sp>
        <p:nvSpPr>
          <p:cNvPr id="54" name="Freeform 429">
            <a:extLst>
              <a:ext uri="{FF2B5EF4-FFF2-40B4-BE49-F238E27FC236}">
                <a16:creationId xmlns:a16="http://schemas.microsoft.com/office/drawing/2014/main" id="{ABEAA4C9-29E0-0B31-41FE-CB27AF45AD15}"/>
              </a:ext>
            </a:extLst>
          </p:cNvPr>
          <p:cNvSpPr>
            <a:spLocks noChangeArrowheads="1"/>
          </p:cNvSpPr>
          <p:nvPr/>
        </p:nvSpPr>
        <p:spPr bwMode="auto">
          <a:xfrm>
            <a:off x="3961133" y="1974113"/>
            <a:ext cx="131389" cy="28667"/>
          </a:xfrm>
          <a:custGeom>
            <a:avLst/>
            <a:gdLst>
              <a:gd name="T0" fmla="*/ 24 w 241"/>
              <a:gd name="T1" fmla="*/ 50 h 51"/>
              <a:gd name="T2" fmla="*/ 24 w 241"/>
              <a:gd name="T3" fmla="*/ 50 h 51"/>
              <a:gd name="T4" fmla="*/ 215 w 241"/>
              <a:gd name="T5" fmla="*/ 50 h 51"/>
              <a:gd name="T6" fmla="*/ 240 w 241"/>
              <a:gd name="T7" fmla="*/ 25 h 51"/>
              <a:gd name="T8" fmla="*/ 215 w 241"/>
              <a:gd name="T9" fmla="*/ 0 h 51"/>
              <a:gd name="T10" fmla="*/ 24 w 241"/>
              <a:gd name="T11" fmla="*/ 0 h 51"/>
              <a:gd name="T12" fmla="*/ 0 w 241"/>
              <a:gd name="T13" fmla="*/ 25 h 51"/>
              <a:gd name="T14" fmla="*/ 24 w 241"/>
              <a:gd name="T15" fmla="*/ 5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1">
                <a:moveTo>
                  <a:pt x="24" y="50"/>
                </a:moveTo>
                <a:lnTo>
                  <a:pt x="24" y="50"/>
                </a:lnTo>
                <a:cubicBezTo>
                  <a:pt x="215" y="50"/>
                  <a:pt x="215" y="50"/>
                  <a:pt x="215" y="50"/>
                </a:cubicBezTo>
                <a:cubicBezTo>
                  <a:pt x="224" y="50"/>
                  <a:pt x="240" y="42"/>
                  <a:pt x="240" y="25"/>
                </a:cubicBezTo>
                <a:cubicBezTo>
                  <a:pt x="240" y="9"/>
                  <a:pt x="224" y="0"/>
                  <a:pt x="215" y="0"/>
                </a:cubicBezTo>
                <a:cubicBezTo>
                  <a:pt x="24" y="0"/>
                  <a:pt x="24" y="0"/>
                  <a:pt x="24" y="0"/>
                </a:cubicBezTo>
                <a:cubicBezTo>
                  <a:pt x="8" y="0"/>
                  <a:pt x="0" y="9"/>
                  <a:pt x="0" y="25"/>
                </a:cubicBezTo>
                <a:cubicBezTo>
                  <a:pt x="0" y="42"/>
                  <a:pt x="8" y="50"/>
                  <a:pt x="24" y="50"/>
                </a:cubicBezTo>
              </a:path>
            </a:pathLst>
          </a:custGeom>
          <a:solidFill>
            <a:schemeClr val="bg1"/>
          </a:solidFill>
          <a:ln>
            <a:noFill/>
          </a:ln>
          <a:effectLst/>
        </p:spPr>
        <p:txBody>
          <a:bodyPr wrap="none" anchor="ctr"/>
          <a:lstStyle/>
          <a:p>
            <a:endParaRPr lang="en-US"/>
          </a:p>
        </p:txBody>
      </p:sp>
      <p:sp>
        <p:nvSpPr>
          <p:cNvPr id="55" name="Freeform 430">
            <a:extLst>
              <a:ext uri="{FF2B5EF4-FFF2-40B4-BE49-F238E27FC236}">
                <a16:creationId xmlns:a16="http://schemas.microsoft.com/office/drawing/2014/main" id="{08A01867-4123-ED2C-5E32-060B3CF3F502}"/>
              </a:ext>
            </a:extLst>
          </p:cNvPr>
          <p:cNvSpPr>
            <a:spLocks noChangeArrowheads="1"/>
          </p:cNvSpPr>
          <p:nvPr/>
        </p:nvSpPr>
        <p:spPr bwMode="auto">
          <a:xfrm>
            <a:off x="3961133" y="2048168"/>
            <a:ext cx="131389" cy="28667"/>
          </a:xfrm>
          <a:custGeom>
            <a:avLst/>
            <a:gdLst>
              <a:gd name="T0" fmla="*/ 24 w 241"/>
              <a:gd name="T1" fmla="*/ 50 h 51"/>
              <a:gd name="T2" fmla="*/ 24 w 241"/>
              <a:gd name="T3" fmla="*/ 50 h 51"/>
              <a:gd name="T4" fmla="*/ 215 w 241"/>
              <a:gd name="T5" fmla="*/ 50 h 51"/>
              <a:gd name="T6" fmla="*/ 240 w 241"/>
              <a:gd name="T7" fmla="*/ 25 h 51"/>
              <a:gd name="T8" fmla="*/ 215 w 241"/>
              <a:gd name="T9" fmla="*/ 0 h 51"/>
              <a:gd name="T10" fmla="*/ 24 w 241"/>
              <a:gd name="T11" fmla="*/ 0 h 51"/>
              <a:gd name="T12" fmla="*/ 0 w 241"/>
              <a:gd name="T13" fmla="*/ 25 h 51"/>
              <a:gd name="T14" fmla="*/ 24 w 241"/>
              <a:gd name="T15" fmla="*/ 5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1">
                <a:moveTo>
                  <a:pt x="24" y="50"/>
                </a:moveTo>
                <a:lnTo>
                  <a:pt x="24" y="50"/>
                </a:lnTo>
                <a:cubicBezTo>
                  <a:pt x="215" y="50"/>
                  <a:pt x="215" y="50"/>
                  <a:pt x="215" y="50"/>
                </a:cubicBezTo>
                <a:cubicBezTo>
                  <a:pt x="224" y="50"/>
                  <a:pt x="240" y="42"/>
                  <a:pt x="240" y="25"/>
                </a:cubicBezTo>
                <a:cubicBezTo>
                  <a:pt x="240" y="9"/>
                  <a:pt x="224" y="0"/>
                  <a:pt x="215" y="0"/>
                </a:cubicBezTo>
                <a:cubicBezTo>
                  <a:pt x="24" y="0"/>
                  <a:pt x="24" y="0"/>
                  <a:pt x="24" y="0"/>
                </a:cubicBezTo>
                <a:cubicBezTo>
                  <a:pt x="8" y="0"/>
                  <a:pt x="0" y="9"/>
                  <a:pt x="0" y="25"/>
                </a:cubicBezTo>
                <a:cubicBezTo>
                  <a:pt x="0" y="42"/>
                  <a:pt x="8" y="50"/>
                  <a:pt x="24" y="50"/>
                </a:cubicBezTo>
              </a:path>
            </a:pathLst>
          </a:custGeom>
          <a:solidFill>
            <a:schemeClr val="bg1"/>
          </a:solidFill>
          <a:ln>
            <a:noFill/>
          </a:ln>
          <a:effectLst/>
        </p:spPr>
        <p:txBody>
          <a:bodyPr wrap="none" anchor="ctr"/>
          <a:lstStyle/>
          <a:p>
            <a:endParaRPr lang="en-US"/>
          </a:p>
        </p:txBody>
      </p:sp>
      <p:sp>
        <p:nvSpPr>
          <p:cNvPr id="56" name="Line 431">
            <a:extLst>
              <a:ext uri="{FF2B5EF4-FFF2-40B4-BE49-F238E27FC236}">
                <a16:creationId xmlns:a16="http://schemas.microsoft.com/office/drawing/2014/main" id="{6CDE70A1-3719-8B81-D173-FC129C7CF8C7}"/>
              </a:ext>
            </a:extLst>
          </p:cNvPr>
          <p:cNvSpPr>
            <a:spLocks noChangeShapeType="1"/>
          </p:cNvSpPr>
          <p:nvPr/>
        </p:nvSpPr>
        <p:spPr bwMode="auto">
          <a:xfrm>
            <a:off x="10783849" y="1981279"/>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7" name="Line 432">
            <a:extLst>
              <a:ext uri="{FF2B5EF4-FFF2-40B4-BE49-F238E27FC236}">
                <a16:creationId xmlns:a16="http://schemas.microsoft.com/office/drawing/2014/main" id="{53DEB018-311C-B875-2192-83E66460AE56}"/>
              </a:ext>
            </a:extLst>
          </p:cNvPr>
          <p:cNvSpPr>
            <a:spLocks noChangeShapeType="1"/>
          </p:cNvSpPr>
          <p:nvPr/>
        </p:nvSpPr>
        <p:spPr bwMode="auto">
          <a:xfrm>
            <a:off x="10783849" y="2124613"/>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8" name="Line 433">
            <a:extLst>
              <a:ext uri="{FF2B5EF4-FFF2-40B4-BE49-F238E27FC236}">
                <a16:creationId xmlns:a16="http://schemas.microsoft.com/office/drawing/2014/main" id="{0BA0C0D4-E117-F411-3E4A-FD17590F2EF0}"/>
              </a:ext>
            </a:extLst>
          </p:cNvPr>
          <p:cNvSpPr>
            <a:spLocks noChangeShapeType="1"/>
          </p:cNvSpPr>
          <p:nvPr/>
        </p:nvSpPr>
        <p:spPr bwMode="auto">
          <a:xfrm>
            <a:off x="10783849" y="2270337"/>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9" name="Line 434">
            <a:extLst>
              <a:ext uri="{FF2B5EF4-FFF2-40B4-BE49-F238E27FC236}">
                <a16:creationId xmlns:a16="http://schemas.microsoft.com/office/drawing/2014/main" id="{F9AA26D1-D4EC-A97F-DD6B-EBB90781BB6A}"/>
              </a:ext>
            </a:extLst>
          </p:cNvPr>
          <p:cNvSpPr>
            <a:spLocks noChangeShapeType="1"/>
          </p:cNvSpPr>
          <p:nvPr/>
        </p:nvSpPr>
        <p:spPr bwMode="auto">
          <a:xfrm>
            <a:off x="10783849" y="2413671"/>
            <a:ext cx="2388"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0" name="Freeform 479">
            <a:extLst>
              <a:ext uri="{FF2B5EF4-FFF2-40B4-BE49-F238E27FC236}">
                <a16:creationId xmlns:a16="http://schemas.microsoft.com/office/drawing/2014/main" id="{2848FA91-C0F3-62A3-37AF-3D6D40545C7C}"/>
              </a:ext>
            </a:extLst>
          </p:cNvPr>
          <p:cNvSpPr>
            <a:spLocks noChangeArrowheads="1"/>
          </p:cNvSpPr>
          <p:nvPr/>
        </p:nvSpPr>
        <p:spPr bwMode="auto">
          <a:xfrm>
            <a:off x="10196178" y="1407941"/>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73" y="2123"/>
                  <a:pt x="0" y="1650"/>
                  <a:pt x="0" y="1061"/>
                </a:cubicBezTo>
                <a:cubicBezTo>
                  <a:pt x="0" y="481"/>
                  <a:pt x="473" y="0"/>
                  <a:pt x="1062" y="0"/>
                </a:cubicBezTo>
                <a:cubicBezTo>
                  <a:pt x="1651" y="0"/>
                  <a:pt x="2124" y="481"/>
                  <a:pt x="2124" y="1061"/>
                </a:cubicBezTo>
              </a:path>
            </a:pathLst>
          </a:custGeom>
          <a:solidFill>
            <a:schemeClr val="accent5"/>
          </a:solidFill>
          <a:ln>
            <a:noFill/>
          </a:ln>
          <a:effectLst/>
        </p:spPr>
        <p:txBody>
          <a:bodyPr wrap="none" anchor="ctr"/>
          <a:lstStyle/>
          <a:p>
            <a:endParaRPr lang="en-US"/>
          </a:p>
        </p:txBody>
      </p:sp>
      <p:sp>
        <p:nvSpPr>
          <p:cNvPr id="61" name="Freeform 480">
            <a:extLst>
              <a:ext uri="{FF2B5EF4-FFF2-40B4-BE49-F238E27FC236}">
                <a16:creationId xmlns:a16="http://schemas.microsoft.com/office/drawing/2014/main" id="{8A67BCD7-6285-2460-D001-A889D9F0423B}"/>
              </a:ext>
            </a:extLst>
          </p:cNvPr>
          <p:cNvSpPr>
            <a:spLocks noChangeArrowheads="1"/>
          </p:cNvSpPr>
          <p:nvPr/>
        </p:nvSpPr>
        <p:spPr bwMode="auto">
          <a:xfrm>
            <a:off x="10604680" y="1766277"/>
            <a:ext cx="332059" cy="432393"/>
          </a:xfrm>
          <a:custGeom>
            <a:avLst/>
            <a:gdLst>
              <a:gd name="T0" fmla="*/ 572 w 615"/>
              <a:gd name="T1" fmla="*/ 372 h 796"/>
              <a:gd name="T2" fmla="*/ 572 w 615"/>
              <a:gd name="T3" fmla="*/ 372 h 796"/>
              <a:gd name="T4" fmla="*/ 556 w 615"/>
              <a:gd name="T5" fmla="*/ 372 h 796"/>
              <a:gd name="T6" fmla="*/ 556 w 615"/>
              <a:gd name="T7" fmla="*/ 256 h 796"/>
              <a:gd name="T8" fmla="*/ 307 w 615"/>
              <a:gd name="T9" fmla="*/ 0 h 796"/>
              <a:gd name="T10" fmla="*/ 50 w 615"/>
              <a:gd name="T11" fmla="*/ 256 h 796"/>
              <a:gd name="T12" fmla="*/ 50 w 615"/>
              <a:gd name="T13" fmla="*/ 372 h 796"/>
              <a:gd name="T14" fmla="*/ 41 w 615"/>
              <a:gd name="T15" fmla="*/ 372 h 796"/>
              <a:gd name="T16" fmla="*/ 0 w 615"/>
              <a:gd name="T17" fmla="*/ 413 h 796"/>
              <a:gd name="T18" fmla="*/ 0 w 615"/>
              <a:gd name="T19" fmla="*/ 762 h 796"/>
              <a:gd name="T20" fmla="*/ 41 w 615"/>
              <a:gd name="T21" fmla="*/ 795 h 796"/>
              <a:gd name="T22" fmla="*/ 572 w 615"/>
              <a:gd name="T23" fmla="*/ 795 h 796"/>
              <a:gd name="T24" fmla="*/ 614 w 615"/>
              <a:gd name="T25" fmla="*/ 762 h 796"/>
              <a:gd name="T26" fmla="*/ 614 w 615"/>
              <a:gd name="T27" fmla="*/ 413 h 796"/>
              <a:gd name="T28" fmla="*/ 572 w 615"/>
              <a:gd name="T29" fmla="*/ 372 h 796"/>
              <a:gd name="T30" fmla="*/ 108 w 615"/>
              <a:gd name="T31" fmla="*/ 256 h 796"/>
              <a:gd name="T32" fmla="*/ 108 w 615"/>
              <a:gd name="T33" fmla="*/ 256 h 796"/>
              <a:gd name="T34" fmla="*/ 307 w 615"/>
              <a:gd name="T35" fmla="*/ 49 h 796"/>
              <a:gd name="T36" fmla="*/ 506 w 615"/>
              <a:gd name="T37" fmla="*/ 256 h 796"/>
              <a:gd name="T38" fmla="*/ 506 w 615"/>
              <a:gd name="T39" fmla="*/ 372 h 796"/>
              <a:gd name="T40" fmla="*/ 108 w 615"/>
              <a:gd name="T41" fmla="*/ 372 h 796"/>
              <a:gd name="T42" fmla="*/ 108 w 615"/>
              <a:gd name="T43" fmla="*/ 256 h 796"/>
              <a:gd name="T44" fmla="*/ 564 w 615"/>
              <a:gd name="T45" fmla="*/ 745 h 796"/>
              <a:gd name="T46" fmla="*/ 564 w 615"/>
              <a:gd name="T47" fmla="*/ 745 h 796"/>
              <a:gd name="T48" fmla="*/ 50 w 615"/>
              <a:gd name="T49" fmla="*/ 745 h 796"/>
              <a:gd name="T50" fmla="*/ 50 w 615"/>
              <a:gd name="T51" fmla="*/ 422 h 796"/>
              <a:gd name="T52" fmla="*/ 564 w 615"/>
              <a:gd name="T53" fmla="*/ 422 h 796"/>
              <a:gd name="T54" fmla="*/ 564 w 615"/>
              <a:gd name="T55" fmla="*/ 745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15" h="796">
                <a:moveTo>
                  <a:pt x="572" y="372"/>
                </a:moveTo>
                <a:lnTo>
                  <a:pt x="572" y="372"/>
                </a:lnTo>
                <a:cubicBezTo>
                  <a:pt x="556" y="372"/>
                  <a:pt x="556" y="372"/>
                  <a:pt x="556" y="372"/>
                </a:cubicBezTo>
                <a:cubicBezTo>
                  <a:pt x="556" y="256"/>
                  <a:pt x="556" y="256"/>
                  <a:pt x="556" y="256"/>
                </a:cubicBezTo>
                <a:cubicBezTo>
                  <a:pt x="556" y="115"/>
                  <a:pt x="448" y="0"/>
                  <a:pt x="307" y="0"/>
                </a:cubicBezTo>
                <a:cubicBezTo>
                  <a:pt x="166" y="0"/>
                  <a:pt x="50" y="115"/>
                  <a:pt x="50" y="256"/>
                </a:cubicBezTo>
                <a:cubicBezTo>
                  <a:pt x="50" y="372"/>
                  <a:pt x="50" y="372"/>
                  <a:pt x="50" y="372"/>
                </a:cubicBezTo>
                <a:cubicBezTo>
                  <a:pt x="41" y="372"/>
                  <a:pt x="41" y="372"/>
                  <a:pt x="41" y="372"/>
                </a:cubicBezTo>
                <a:cubicBezTo>
                  <a:pt x="17" y="372"/>
                  <a:pt x="0" y="389"/>
                  <a:pt x="0" y="413"/>
                </a:cubicBezTo>
                <a:cubicBezTo>
                  <a:pt x="0" y="762"/>
                  <a:pt x="0" y="762"/>
                  <a:pt x="0" y="762"/>
                </a:cubicBezTo>
                <a:cubicBezTo>
                  <a:pt x="0" y="778"/>
                  <a:pt x="17" y="795"/>
                  <a:pt x="41" y="795"/>
                </a:cubicBezTo>
                <a:cubicBezTo>
                  <a:pt x="572" y="795"/>
                  <a:pt x="572" y="795"/>
                  <a:pt x="572" y="795"/>
                </a:cubicBezTo>
                <a:cubicBezTo>
                  <a:pt x="597" y="795"/>
                  <a:pt x="614" y="778"/>
                  <a:pt x="614" y="762"/>
                </a:cubicBezTo>
                <a:cubicBezTo>
                  <a:pt x="614" y="413"/>
                  <a:pt x="614" y="413"/>
                  <a:pt x="614" y="413"/>
                </a:cubicBezTo>
                <a:cubicBezTo>
                  <a:pt x="614" y="389"/>
                  <a:pt x="597" y="372"/>
                  <a:pt x="572" y="372"/>
                </a:cubicBezTo>
                <a:close/>
                <a:moveTo>
                  <a:pt x="108" y="256"/>
                </a:moveTo>
                <a:lnTo>
                  <a:pt x="108" y="256"/>
                </a:lnTo>
                <a:cubicBezTo>
                  <a:pt x="108" y="140"/>
                  <a:pt x="199" y="49"/>
                  <a:pt x="307" y="49"/>
                </a:cubicBezTo>
                <a:cubicBezTo>
                  <a:pt x="415" y="49"/>
                  <a:pt x="506" y="140"/>
                  <a:pt x="506" y="256"/>
                </a:cubicBezTo>
                <a:cubicBezTo>
                  <a:pt x="506" y="372"/>
                  <a:pt x="506" y="372"/>
                  <a:pt x="506" y="372"/>
                </a:cubicBezTo>
                <a:cubicBezTo>
                  <a:pt x="108" y="372"/>
                  <a:pt x="108" y="372"/>
                  <a:pt x="108" y="372"/>
                </a:cubicBezTo>
                <a:lnTo>
                  <a:pt x="108" y="256"/>
                </a:lnTo>
                <a:close/>
                <a:moveTo>
                  <a:pt x="564" y="745"/>
                </a:moveTo>
                <a:lnTo>
                  <a:pt x="564" y="745"/>
                </a:lnTo>
                <a:cubicBezTo>
                  <a:pt x="50" y="745"/>
                  <a:pt x="50" y="745"/>
                  <a:pt x="50" y="745"/>
                </a:cubicBezTo>
                <a:cubicBezTo>
                  <a:pt x="50" y="422"/>
                  <a:pt x="50" y="422"/>
                  <a:pt x="50" y="422"/>
                </a:cubicBezTo>
                <a:cubicBezTo>
                  <a:pt x="564" y="422"/>
                  <a:pt x="564" y="422"/>
                  <a:pt x="564" y="422"/>
                </a:cubicBezTo>
                <a:lnTo>
                  <a:pt x="564" y="745"/>
                </a:lnTo>
                <a:close/>
              </a:path>
            </a:pathLst>
          </a:custGeom>
          <a:solidFill>
            <a:schemeClr val="bg1"/>
          </a:solidFill>
          <a:ln>
            <a:noFill/>
          </a:ln>
          <a:effectLst/>
        </p:spPr>
        <p:txBody>
          <a:bodyPr wrap="none" anchor="ctr"/>
          <a:lstStyle/>
          <a:p>
            <a:endParaRPr lang="en-US"/>
          </a:p>
        </p:txBody>
      </p:sp>
      <p:sp>
        <p:nvSpPr>
          <p:cNvPr id="62" name="Freeform 481">
            <a:extLst>
              <a:ext uri="{FF2B5EF4-FFF2-40B4-BE49-F238E27FC236}">
                <a16:creationId xmlns:a16="http://schemas.microsoft.com/office/drawing/2014/main" id="{C2D9C414-54A4-C59C-8B48-6E26B7FF7955}"/>
              </a:ext>
            </a:extLst>
          </p:cNvPr>
          <p:cNvSpPr>
            <a:spLocks noChangeArrowheads="1"/>
          </p:cNvSpPr>
          <p:nvPr/>
        </p:nvSpPr>
        <p:spPr bwMode="auto">
          <a:xfrm>
            <a:off x="10836405" y="2045780"/>
            <a:ext cx="28667" cy="81223"/>
          </a:xfrm>
          <a:custGeom>
            <a:avLst/>
            <a:gdLst>
              <a:gd name="T0" fmla="*/ 25 w 51"/>
              <a:gd name="T1" fmla="*/ 149 h 150"/>
              <a:gd name="T2" fmla="*/ 25 w 51"/>
              <a:gd name="T3" fmla="*/ 149 h 150"/>
              <a:gd name="T4" fmla="*/ 50 w 51"/>
              <a:gd name="T5" fmla="*/ 116 h 150"/>
              <a:gd name="T6" fmla="*/ 50 w 51"/>
              <a:gd name="T7" fmla="*/ 25 h 150"/>
              <a:gd name="T8" fmla="*/ 25 w 51"/>
              <a:gd name="T9" fmla="*/ 0 h 150"/>
              <a:gd name="T10" fmla="*/ 0 w 51"/>
              <a:gd name="T11" fmla="*/ 25 h 150"/>
              <a:gd name="T12" fmla="*/ 0 w 51"/>
              <a:gd name="T13" fmla="*/ 116 h 150"/>
              <a:gd name="T14" fmla="*/ 25 w 51"/>
              <a:gd name="T15" fmla="*/ 149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50">
                <a:moveTo>
                  <a:pt x="25" y="149"/>
                </a:moveTo>
                <a:lnTo>
                  <a:pt x="25" y="149"/>
                </a:lnTo>
                <a:cubicBezTo>
                  <a:pt x="42" y="149"/>
                  <a:pt x="50" y="133"/>
                  <a:pt x="50" y="116"/>
                </a:cubicBezTo>
                <a:cubicBezTo>
                  <a:pt x="50" y="25"/>
                  <a:pt x="50" y="25"/>
                  <a:pt x="50" y="25"/>
                </a:cubicBezTo>
                <a:cubicBezTo>
                  <a:pt x="50" y="8"/>
                  <a:pt x="42" y="0"/>
                  <a:pt x="25" y="0"/>
                </a:cubicBezTo>
                <a:cubicBezTo>
                  <a:pt x="9" y="0"/>
                  <a:pt x="0" y="8"/>
                  <a:pt x="0" y="25"/>
                </a:cubicBezTo>
                <a:cubicBezTo>
                  <a:pt x="0" y="116"/>
                  <a:pt x="0" y="116"/>
                  <a:pt x="0" y="116"/>
                </a:cubicBezTo>
                <a:cubicBezTo>
                  <a:pt x="0" y="133"/>
                  <a:pt x="9" y="149"/>
                  <a:pt x="25" y="149"/>
                </a:cubicBezTo>
              </a:path>
            </a:pathLst>
          </a:custGeom>
          <a:solidFill>
            <a:schemeClr val="bg1"/>
          </a:solidFill>
          <a:ln>
            <a:noFill/>
          </a:ln>
          <a:effectLst/>
        </p:spPr>
        <p:txBody>
          <a:bodyPr wrap="none" anchor="ctr"/>
          <a:lstStyle/>
          <a:p>
            <a:endParaRPr lang="en-US"/>
          </a:p>
        </p:txBody>
      </p:sp>
      <p:sp>
        <p:nvSpPr>
          <p:cNvPr id="63" name="Line 482">
            <a:extLst>
              <a:ext uri="{FF2B5EF4-FFF2-40B4-BE49-F238E27FC236}">
                <a16:creationId xmlns:a16="http://schemas.microsoft.com/office/drawing/2014/main" id="{6F8368F5-8314-07A7-D4D3-402166297DBA}"/>
              </a:ext>
            </a:extLst>
          </p:cNvPr>
          <p:cNvSpPr>
            <a:spLocks noChangeShapeType="1"/>
          </p:cNvSpPr>
          <p:nvPr/>
        </p:nvSpPr>
        <p:spPr bwMode="auto">
          <a:xfrm>
            <a:off x="6280760" y="1981279"/>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4" name="Line 483">
            <a:extLst>
              <a:ext uri="{FF2B5EF4-FFF2-40B4-BE49-F238E27FC236}">
                <a16:creationId xmlns:a16="http://schemas.microsoft.com/office/drawing/2014/main" id="{A9CF6438-6AD7-A332-8F12-362D3A49CDC4}"/>
              </a:ext>
            </a:extLst>
          </p:cNvPr>
          <p:cNvSpPr>
            <a:spLocks noChangeShapeType="1"/>
          </p:cNvSpPr>
          <p:nvPr/>
        </p:nvSpPr>
        <p:spPr bwMode="auto">
          <a:xfrm>
            <a:off x="6280760" y="2124613"/>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5" name="Line 484">
            <a:extLst>
              <a:ext uri="{FF2B5EF4-FFF2-40B4-BE49-F238E27FC236}">
                <a16:creationId xmlns:a16="http://schemas.microsoft.com/office/drawing/2014/main" id="{F7CD8505-9DCB-8740-C007-83B192282241}"/>
              </a:ext>
            </a:extLst>
          </p:cNvPr>
          <p:cNvSpPr>
            <a:spLocks noChangeShapeType="1"/>
          </p:cNvSpPr>
          <p:nvPr/>
        </p:nvSpPr>
        <p:spPr bwMode="auto">
          <a:xfrm>
            <a:off x="6280760" y="2270337"/>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6" name="Line 485">
            <a:extLst>
              <a:ext uri="{FF2B5EF4-FFF2-40B4-BE49-F238E27FC236}">
                <a16:creationId xmlns:a16="http://schemas.microsoft.com/office/drawing/2014/main" id="{397DCADD-F958-B368-5B68-497D362AB514}"/>
              </a:ext>
            </a:extLst>
          </p:cNvPr>
          <p:cNvSpPr>
            <a:spLocks noChangeShapeType="1"/>
          </p:cNvSpPr>
          <p:nvPr/>
        </p:nvSpPr>
        <p:spPr bwMode="auto">
          <a:xfrm>
            <a:off x="6280760" y="2413671"/>
            <a:ext cx="2389"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7" name="Freeform 530">
            <a:extLst>
              <a:ext uri="{FF2B5EF4-FFF2-40B4-BE49-F238E27FC236}">
                <a16:creationId xmlns:a16="http://schemas.microsoft.com/office/drawing/2014/main" id="{B036646F-038E-818C-75BE-1DB929FE8A9B}"/>
              </a:ext>
            </a:extLst>
          </p:cNvPr>
          <p:cNvSpPr>
            <a:spLocks noChangeArrowheads="1"/>
          </p:cNvSpPr>
          <p:nvPr/>
        </p:nvSpPr>
        <p:spPr bwMode="auto">
          <a:xfrm>
            <a:off x="5705035" y="1407941"/>
            <a:ext cx="1151453" cy="1151453"/>
          </a:xfrm>
          <a:custGeom>
            <a:avLst/>
            <a:gdLst>
              <a:gd name="T0" fmla="*/ 2123 w 2124"/>
              <a:gd name="T1" fmla="*/ 1061 h 2124"/>
              <a:gd name="T2" fmla="*/ 2123 w 2124"/>
              <a:gd name="T3" fmla="*/ 1061 h 2124"/>
              <a:gd name="T4" fmla="*/ 1061 w 2124"/>
              <a:gd name="T5" fmla="*/ 2123 h 2124"/>
              <a:gd name="T6" fmla="*/ 0 w 2124"/>
              <a:gd name="T7" fmla="*/ 1061 h 2124"/>
              <a:gd name="T8" fmla="*/ 1061 w 2124"/>
              <a:gd name="T9" fmla="*/ 0 h 2124"/>
              <a:gd name="T10" fmla="*/ 2123 w 2124"/>
              <a:gd name="T11" fmla="*/ 1061 h 2124"/>
            </a:gdLst>
            <a:ahLst/>
            <a:cxnLst>
              <a:cxn ang="0">
                <a:pos x="T0" y="T1"/>
              </a:cxn>
              <a:cxn ang="0">
                <a:pos x="T2" y="T3"/>
              </a:cxn>
              <a:cxn ang="0">
                <a:pos x="T4" y="T5"/>
              </a:cxn>
              <a:cxn ang="0">
                <a:pos x="T6" y="T7"/>
              </a:cxn>
              <a:cxn ang="0">
                <a:pos x="T8" y="T9"/>
              </a:cxn>
              <a:cxn ang="0">
                <a:pos x="T10" y="T11"/>
              </a:cxn>
            </a:cxnLst>
            <a:rect l="0" t="0" r="r" b="b"/>
            <a:pathLst>
              <a:path w="2124" h="2124">
                <a:moveTo>
                  <a:pt x="2123" y="1061"/>
                </a:moveTo>
                <a:lnTo>
                  <a:pt x="2123" y="1061"/>
                </a:lnTo>
                <a:cubicBezTo>
                  <a:pt x="2123" y="1650"/>
                  <a:pt x="1642" y="2123"/>
                  <a:pt x="1061" y="2123"/>
                </a:cubicBezTo>
                <a:cubicBezTo>
                  <a:pt x="473" y="2123"/>
                  <a:pt x="0" y="1650"/>
                  <a:pt x="0" y="1061"/>
                </a:cubicBezTo>
                <a:cubicBezTo>
                  <a:pt x="0" y="481"/>
                  <a:pt x="473" y="0"/>
                  <a:pt x="1061" y="0"/>
                </a:cubicBezTo>
                <a:cubicBezTo>
                  <a:pt x="1642" y="0"/>
                  <a:pt x="2123" y="481"/>
                  <a:pt x="2123" y="1061"/>
                </a:cubicBezTo>
              </a:path>
            </a:pathLst>
          </a:custGeom>
          <a:solidFill>
            <a:schemeClr val="bg2"/>
          </a:solidFill>
          <a:ln>
            <a:noFill/>
          </a:ln>
          <a:effectLst/>
        </p:spPr>
        <p:txBody>
          <a:bodyPr wrap="none" anchor="ctr"/>
          <a:lstStyle/>
          <a:p>
            <a:endParaRPr lang="en-US"/>
          </a:p>
        </p:txBody>
      </p:sp>
      <p:sp>
        <p:nvSpPr>
          <p:cNvPr id="68" name="Freeform 531">
            <a:extLst>
              <a:ext uri="{FF2B5EF4-FFF2-40B4-BE49-F238E27FC236}">
                <a16:creationId xmlns:a16="http://schemas.microsoft.com/office/drawing/2014/main" id="{985AEB62-F92E-9FC0-04B0-A6333F1FDE27}"/>
              </a:ext>
            </a:extLst>
          </p:cNvPr>
          <p:cNvSpPr>
            <a:spLocks noChangeArrowheads="1"/>
          </p:cNvSpPr>
          <p:nvPr/>
        </p:nvSpPr>
        <p:spPr bwMode="auto">
          <a:xfrm>
            <a:off x="6077704" y="1766277"/>
            <a:ext cx="398946" cy="432393"/>
          </a:xfrm>
          <a:custGeom>
            <a:avLst/>
            <a:gdLst>
              <a:gd name="T0" fmla="*/ 571 w 738"/>
              <a:gd name="T1" fmla="*/ 795 h 796"/>
              <a:gd name="T2" fmla="*/ 463 w 738"/>
              <a:gd name="T3" fmla="*/ 778 h 796"/>
              <a:gd name="T4" fmla="*/ 422 w 738"/>
              <a:gd name="T5" fmla="*/ 778 h 796"/>
              <a:gd name="T6" fmla="*/ 182 w 738"/>
              <a:gd name="T7" fmla="*/ 721 h 796"/>
              <a:gd name="T8" fmla="*/ 49 w 738"/>
              <a:gd name="T9" fmla="*/ 696 h 796"/>
              <a:gd name="T10" fmla="*/ 49 w 738"/>
              <a:gd name="T11" fmla="*/ 364 h 796"/>
              <a:gd name="T12" fmla="*/ 199 w 738"/>
              <a:gd name="T13" fmla="*/ 347 h 796"/>
              <a:gd name="T14" fmla="*/ 307 w 738"/>
              <a:gd name="T15" fmla="*/ 206 h 796"/>
              <a:gd name="T16" fmla="*/ 290 w 738"/>
              <a:gd name="T17" fmla="*/ 73 h 796"/>
              <a:gd name="T18" fmla="*/ 414 w 738"/>
              <a:gd name="T19" fmla="*/ 16 h 796"/>
              <a:gd name="T20" fmla="*/ 488 w 738"/>
              <a:gd name="T21" fmla="*/ 214 h 796"/>
              <a:gd name="T22" fmla="*/ 488 w 738"/>
              <a:gd name="T23" fmla="*/ 281 h 796"/>
              <a:gd name="T24" fmla="*/ 671 w 738"/>
              <a:gd name="T25" fmla="*/ 314 h 796"/>
              <a:gd name="T26" fmla="*/ 712 w 738"/>
              <a:gd name="T27" fmla="*/ 447 h 796"/>
              <a:gd name="T28" fmla="*/ 704 w 738"/>
              <a:gd name="T29" fmla="*/ 579 h 796"/>
              <a:gd name="T30" fmla="*/ 671 w 738"/>
              <a:gd name="T31" fmla="*/ 687 h 796"/>
              <a:gd name="T32" fmla="*/ 646 w 738"/>
              <a:gd name="T33" fmla="*/ 778 h 796"/>
              <a:gd name="T34" fmla="*/ 447 w 738"/>
              <a:gd name="T35" fmla="*/ 729 h 796"/>
              <a:gd name="T36" fmla="*/ 480 w 738"/>
              <a:gd name="T37" fmla="*/ 729 h 796"/>
              <a:gd name="T38" fmla="*/ 613 w 738"/>
              <a:gd name="T39" fmla="*/ 737 h 796"/>
              <a:gd name="T40" fmla="*/ 613 w 738"/>
              <a:gd name="T41" fmla="*/ 687 h 796"/>
              <a:gd name="T42" fmla="*/ 629 w 738"/>
              <a:gd name="T43" fmla="*/ 654 h 796"/>
              <a:gd name="T44" fmla="*/ 646 w 738"/>
              <a:gd name="T45" fmla="*/ 588 h 796"/>
              <a:gd name="T46" fmla="*/ 662 w 738"/>
              <a:gd name="T47" fmla="*/ 546 h 796"/>
              <a:gd name="T48" fmla="*/ 687 w 738"/>
              <a:gd name="T49" fmla="*/ 505 h 796"/>
              <a:gd name="T50" fmla="*/ 646 w 738"/>
              <a:gd name="T51" fmla="*/ 455 h 796"/>
              <a:gd name="T52" fmla="*/ 679 w 738"/>
              <a:gd name="T53" fmla="*/ 405 h 796"/>
              <a:gd name="T54" fmla="*/ 596 w 738"/>
              <a:gd name="T55" fmla="*/ 355 h 796"/>
              <a:gd name="T56" fmla="*/ 438 w 738"/>
              <a:gd name="T57" fmla="*/ 206 h 796"/>
              <a:gd name="T58" fmla="*/ 356 w 738"/>
              <a:gd name="T59" fmla="*/ 58 h 796"/>
              <a:gd name="T60" fmla="*/ 348 w 738"/>
              <a:gd name="T61" fmla="*/ 81 h 796"/>
              <a:gd name="T62" fmla="*/ 290 w 738"/>
              <a:gd name="T63" fmla="*/ 322 h 796"/>
              <a:gd name="T64" fmla="*/ 207 w 738"/>
              <a:gd name="T65" fmla="*/ 397 h 796"/>
              <a:gd name="T66" fmla="*/ 99 w 738"/>
              <a:gd name="T67" fmla="*/ 389 h 796"/>
              <a:gd name="T68" fmla="*/ 49 w 738"/>
              <a:gd name="T69" fmla="*/ 538 h 796"/>
              <a:gd name="T70" fmla="*/ 141 w 738"/>
              <a:gd name="T71" fmla="*/ 679 h 796"/>
              <a:gd name="T72" fmla="*/ 215 w 738"/>
              <a:gd name="T73" fmla="*/ 662 h 796"/>
              <a:gd name="T74" fmla="*/ 274 w 738"/>
              <a:gd name="T75" fmla="*/ 662 h 796"/>
              <a:gd name="T76" fmla="*/ 430 w 738"/>
              <a:gd name="T77" fmla="*/ 729 h 796"/>
              <a:gd name="T78" fmla="*/ 340 w 738"/>
              <a:gd name="T79" fmla="*/ 66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8" h="796">
                <a:moveTo>
                  <a:pt x="571" y="795"/>
                </a:moveTo>
                <a:lnTo>
                  <a:pt x="571" y="795"/>
                </a:lnTo>
                <a:cubicBezTo>
                  <a:pt x="563" y="795"/>
                  <a:pt x="555" y="795"/>
                  <a:pt x="546" y="795"/>
                </a:cubicBezTo>
                <a:cubicBezTo>
                  <a:pt x="521" y="795"/>
                  <a:pt x="488" y="787"/>
                  <a:pt x="463" y="778"/>
                </a:cubicBezTo>
                <a:cubicBezTo>
                  <a:pt x="455" y="778"/>
                  <a:pt x="447" y="778"/>
                  <a:pt x="438" y="778"/>
                </a:cubicBezTo>
                <a:cubicBezTo>
                  <a:pt x="430" y="778"/>
                  <a:pt x="430" y="778"/>
                  <a:pt x="422" y="778"/>
                </a:cubicBezTo>
                <a:cubicBezTo>
                  <a:pt x="380" y="778"/>
                  <a:pt x="307" y="762"/>
                  <a:pt x="249" y="712"/>
                </a:cubicBezTo>
                <a:cubicBezTo>
                  <a:pt x="232" y="712"/>
                  <a:pt x="199" y="721"/>
                  <a:pt x="182" y="721"/>
                </a:cubicBezTo>
                <a:cubicBezTo>
                  <a:pt x="174" y="729"/>
                  <a:pt x="165" y="729"/>
                  <a:pt x="157" y="729"/>
                </a:cubicBezTo>
                <a:cubicBezTo>
                  <a:pt x="116" y="745"/>
                  <a:pt x="74" y="729"/>
                  <a:pt x="49" y="696"/>
                </a:cubicBezTo>
                <a:cubicBezTo>
                  <a:pt x="16" y="662"/>
                  <a:pt x="0" y="604"/>
                  <a:pt x="0" y="538"/>
                </a:cubicBezTo>
                <a:cubicBezTo>
                  <a:pt x="0" y="438"/>
                  <a:pt x="25" y="389"/>
                  <a:pt x="49" y="364"/>
                </a:cubicBezTo>
                <a:cubicBezTo>
                  <a:pt x="66" y="347"/>
                  <a:pt x="83" y="339"/>
                  <a:pt x="108" y="339"/>
                </a:cubicBezTo>
                <a:cubicBezTo>
                  <a:pt x="199" y="347"/>
                  <a:pt x="199" y="347"/>
                  <a:pt x="199" y="347"/>
                </a:cubicBezTo>
                <a:cubicBezTo>
                  <a:pt x="215" y="339"/>
                  <a:pt x="232" y="314"/>
                  <a:pt x="249" y="289"/>
                </a:cubicBezTo>
                <a:cubicBezTo>
                  <a:pt x="307" y="223"/>
                  <a:pt x="307" y="206"/>
                  <a:pt x="307" y="206"/>
                </a:cubicBezTo>
                <a:cubicBezTo>
                  <a:pt x="307" y="131"/>
                  <a:pt x="298" y="115"/>
                  <a:pt x="298" y="98"/>
                </a:cubicBezTo>
                <a:cubicBezTo>
                  <a:pt x="290" y="90"/>
                  <a:pt x="290" y="81"/>
                  <a:pt x="290" y="73"/>
                </a:cubicBezTo>
                <a:cubicBezTo>
                  <a:pt x="282" y="49"/>
                  <a:pt x="307" y="16"/>
                  <a:pt x="340" y="8"/>
                </a:cubicBezTo>
                <a:cubicBezTo>
                  <a:pt x="365" y="0"/>
                  <a:pt x="389" y="0"/>
                  <a:pt x="414" y="16"/>
                </a:cubicBezTo>
                <a:cubicBezTo>
                  <a:pt x="438" y="33"/>
                  <a:pt x="463" y="58"/>
                  <a:pt x="488" y="106"/>
                </a:cubicBezTo>
                <a:cubicBezTo>
                  <a:pt x="505" y="131"/>
                  <a:pt x="496" y="173"/>
                  <a:pt x="488" y="214"/>
                </a:cubicBezTo>
                <a:cubicBezTo>
                  <a:pt x="488" y="231"/>
                  <a:pt x="488" y="247"/>
                  <a:pt x="488" y="256"/>
                </a:cubicBezTo>
                <a:cubicBezTo>
                  <a:pt x="488" y="272"/>
                  <a:pt x="488" y="281"/>
                  <a:pt x="488" y="281"/>
                </a:cubicBezTo>
                <a:cubicBezTo>
                  <a:pt x="521" y="306"/>
                  <a:pt x="555" y="306"/>
                  <a:pt x="596" y="306"/>
                </a:cubicBezTo>
                <a:cubicBezTo>
                  <a:pt x="613" y="306"/>
                  <a:pt x="646" y="306"/>
                  <a:pt x="671" y="314"/>
                </a:cubicBezTo>
                <a:cubicBezTo>
                  <a:pt x="720" y="314"/>
                  <a:pt x="737" y="355"/>
                  <a:pt x="737" y="405"/>
                </a:cubicBezTo>
                <a:cubicBezTo>
                  <a:pt x="729" y="422"/>
                  <a:pt x="720" y="438"/>
                  <a:pt x="712" y="447"/>
                </a:cubicBezTo>
                <a:cubicBezTo>
                  <a:pt x="729" y="463"/>
                  <a:pt x="737" y="488"/>
                  <a:pt x="737" y="505"/>
                </a:cubicBezTo>
                <a:cubicBezTo>
                  <a:pt x="737" y="538"/>
                  <a:pt x="720" y="563"/>
                  <a:pt x="704" y="579"/>
                </a:cubicBezTo>
                <a:cubicBezTo>
                  <a:pt x="712" y="596"/>
                  <a:pt x="720" y="612"/>
                  <a:pt x="712" y="637"/>
                </a:cubicBezTo>
                <a:cubicBezTo>
                  <a:pt x="712" y="662"/>
                  <a:pt x="696" y="679"/>
                  <a:pt x="671" y="687"/>
                </a:cubicBezTo>
                <a:cubicBezTo>
                  <a:pt x="671" y="696"/>
                  <a:pt x="671" y="696"/>
                  <a:pt x="671" y="696"/>
                </a:cubicBezTo>
                <a:cubicBezTo>
                  <a:pt x="679" y="729"/>
                  <a:pt x="671" y="754"/>
                  <a:pt x="646" y="778"/>
                </a:cubicBezTo>
                <a:cubicBezTo>
                  <a:pt x="629" y="787"/>
                  <a:pt x="604" y="795"/>
                  <a:pt x="571" y="795"/>
                </a:cubicBezTo>
                <a:close/>
                <a:moveTo>
                  <a:pt x="447" y="729"/>
                </a:moveTo>
                <a:lnTo>
                  <a:pt x="447" y="729"/>
                </a:lnTo>
                <a:cubicBezTo>
                  <a:pt x="455" y="729"/>
                  <a:pt x="463" y="729"/>
                  <a:pt x="480" y="729"/>
                </a:cubicBezTo>
                <a:cubicBezTo>
                  <a:pt x="496" y="737"/>
                  <a:pt x="521" y="745"/>
                  <a:pt x="555" y="745"/>
                </a:cubicBezTo>
                <a:cubicBezTo>
                  <a:pt x="596" y="745"/>
                  <a:pt x="604" y="737"/>
                  <a:pt x="613" y="737"/>
                </a:cubicBezTo>
                <a:cubicBezTo>
                  <a:pt x="621" y="729"/>
                  <a:pt x="621" y="721"/>
                  <a:pt x="621" y="704"/>
                </a:cubicBezTo>
                <a:cubicBezTo>
                  <a:pt x="621" y="696"/>
                  <a:pt x="613" y="687"/>
                  <a:pt x="613" y="687"/>
                </a:cubicBezTo>
                <a:cubicBezTo>
                  <a:pt x="613" y="687"/>
                  <a:pt x="604" y="679"/>
                  <a:pt x="613" y="671"/>
                </a:cubicBezTo>
                <a:cubicBezTo>
                  <a:pt x="613" y="662"/>
                  <a:pt x="621" y="654"/>
                  <a:pt x="629" y="654"/>
                </a:cubicBezTo>
                <a:cubicBezTo>
                  <a:pt x="646" y="646"/>
                  <a:pt x="662" y="637"/>
                  <a:pt x="662" y="629"/>
                </a:cubicBezTo>
                <a:cubicBezTo>
                  <a:pt x="671" y="612"/>
                  <a:pt x="654" y="596"/>
                  <a:pt x="646" y="588"/>
                </a:cubicBezTo>
                <a:cubicBezTo>
                  <a:pt x="638" y="579"/>
                  <a:pt x="638" y="571"/>
                  <a:pt x="638" y="563"/>
                </a:cubicBezTo>
                <a:cubicBezTo>
                  <a:pt x="646" y="555"/>
                  <a:pt x="654" y="546"/>
                  <a:pt x="662" y="546"/>
                </a:cubicBezTo>
                <a:cubicBezTo>
                  <a:pt x="662" y="538"/>
                  <a:pt x="671" y="538"/>
                  <a:pt x="679" y="538"/>
                </a:cubicBezTo>
                <a:cubicBezTo>
                  <a:pt x="687" y="530"/>
                  <a:pt x="687" y="521"/>
                  <a:pt x="687" y="505"/>
                </a:cubicBezTo>
                <a:cubicBezTo>
                  <a:pt x="687" y="505"/>
                  <a:pt x="687" y="488"/>
                  <a:pt x="654" y="471"/>
                </a:cubicBezTo>
                <a:cubicBezTo>
                  <a:pt x="646" y="471"/>
                  <a:pt x="646" y="463"/>
                  <a:pt x="646" y="455"/>
                </a:cubicBezTo>
                <a:cubicBezTo>
                  <a:pt x="646" y="447"/>
                  <a:pt x="646" y="430"/>
                  <a:pt x="654" y="430"/>
                </a:cubicBezTo>
                <a:cubicBezTo>
                  <a:pt x="671" y="422"/>
                  <a:pt x="679" y="413"/>
                  <a:pt x="679" y="405"/>
                </a:cubicBezTo>
                <a:cubicBezTo>
                  <a:pt x="687" y="364"/>
                  <a:pt x="671" y="364"/>
                  <a:pt x="662" y="364"/>
                </a:cubicBezTo>
                <a:cubicBezTo>
                  <a:pt x="638" y="355"/>
                  <a:pt x="613" y="355"/>
                  <a:pt x="596" y="355"/>
                </a:cubicBezTo>
                <a:cubicBezTo>
                  <a:pt x="546" y="355"/>
                  <a:pt x="505" y="355"/>
                  <a:pt x="455" y="322"/>
                </a:cubicBezTo>
                <a:cubicBezTo>
                  <a:pt x="430" y="297"/>
                  <a:pt x="430" y="256"/>
                  <a:pt x="438" y="206"/>
                </a:cubicBezTo>
                <a:cubicBezTo>
                  <a:pt x="447" y="181"/>
                  <a:pt x="447" y="140"/>
                  <a:pt x="438" y="123"/>
                </a:cubicBezTo>
                <a:cubicBezTo>
                  <a:pt x="414" y="73"/>
                  <a:pt x="389" y="49"/>
                  <a:pt x="356" y="58"/>
                </a:cubicBezTo>
                <a:cubicBezTo>
                  <a:pt x="348" y="58"/>
                  <a:pt x="340" y="66"/>
                  <a:pt x="340" y="66"/>
                </a:cubicBezTo>
                <a:cubicBezTo>
                  <a:pt x="340" y="73"/>
                  <a:pt x="340" y="73"/>
                  <a:pt x="348" y="81"/>
                </a:cubicBezTo>
                <a:cubicBezTo>
                  <a:pt x="348" y="98"/>
                  <a:pt x="356" y="123"/>
                  <a:pt x="356" y="206"/>
                </a:cubicBezTo>
                <a:cubicBezTo>
                  <a:pt x="356" y="223"/>
                  <a:pt x="348" y="247"/>
                  <a:pt x="290" y="322"/>
                </a:cubicBezTo>
                <a:cubicBezTo>
                  <a:pt x="257" y="355"/>
                  <a:pt x="232" y="389"/>
                  <a:pt x="232" y="389"/>
                </a:cubicBezTo>
                <a:cubicBezTo>
                  <a:pt x="224" y="397"/>
                  <a:pt x="215" y="397"/>
                  <a:pt x="207" y="397"/>
                </a:cubicBezTo>
                <a:cubicBezTo>
                  <a:pt x="99" y="389"/>
                  <a:pt x="99" y="389"/>
                  <a:pt x="99" y="389"/>
                </a:cubicBezTo>
                <a:lnTo>
                  <a:pt x="99" y="389"/>
                </a:lnTo>
                <a:cubicBezTo>
                  <a:pt x="99" y="389"/>
                  <a:pt x="91" y="389"/>
                  <a:pt x="91" y="397"/>
                </a:cubicBezTo>
                <a:cubicBezTo>
                  <a:pt x="74" y="413"/>
                  <a:pt x="49" y="447"/>
                  <a:pt x="49" y="538"/>
                </a:cubicBezTo>
                <a:cubicBezTo>
                  <a:pt x="49" y="596"/>
                  <a:pt x="66" y="637"/>
                  <a:pt x="83" y="662"/>
                </a:cubicBezTo>
                <a:cubicBezTo>
                  <a:pt x="99" y="679"/>
                  <a:pt x="124" y="687"/>
                  <a:pt x="141" y="679"/>
                </a:cubicBezTo>
                <a:cubicBezTo>
                  <a:pt x="149" y="679"/>
                  <a:pt x="157" y="679"/>
                  <a:pt x="165" y="671"/>
                </a:cubicBezTo>
                <a:cubicBezTo>
                  <a:pt x="182" y="671"/>
                  <a:pt x="199" y="662"/>
                  <a:pt x="215" y="662"/>
                </a:cubicBezTo>
                <a:cubicBezTo>
                  <a:pt x="224" y="662"/>
                  <a:pt x="240" y="662"/>
                  <a:pt x="240" y="662"/>
                </a:cubicBezTo>
                <a:cubicBezTo>
                  <a:pt x="257" y="654"/>
                  <a:pt x="265" y="654"/>
                  <a:pt x="274" y="662"/>
                </a:cubicBezTo>
                <a:cubicBezTo>
                  <a:pt x="307" y="696"/>
                  <a:pt x="340" y="704"/>
                  <a:pt x="365" y="712"/>
                </a:cubicBezTo>
                <a:cubicBezTo>
                  <a:pt x="389" y="729"/>
                  <a:pt x="422" y="729"/>
                  <a:pt x="430" y="729"/>
                </a:cubicBezTo>
                <a:cubicBezTo>
                  <a:pt x="438" y="729"/>
                  <a:pt x="438" y="729"/>
                  <a:pt x="447" y="729"/>
                </a:cubicBezTo>
                <a:close/>
                <a:moveTo>
                  <a:pt x="340" y="66"/>
                </a:moveTo>
                <a:lnTo>
                  <a:pt x="340" y="66"/>
                </a:lnTo>
                <a:close/>
              </a:path>
            </a:pathLst>
          </a:custGeom>
          <a:solidFill>
            <a:schemeClr val="bg1"/>
          </a:solidFill>
          <a:ln>
            <a:noFill/>
          </a:ln>
          <a:effectLst/>
        </p:spPr>
        <p:txBody>
          <a:bodyPr wrap="none" anchor="ctr"/>
          <a:lstStyle/>
          <a:p>
            <a:endParaRPr lang="en-US"/>
          </a:p>
        </p:txBody>
      </p:sp>
      <p:grpSp>
        <p:nvGrpSpPr>
          <p:cNvPr id="69" name="Group 68">
            <a:extLst>
              <a:ext uri="{FF2B5EF4-FFF2-40B4-BE49-F238E27FC236}">
                <a16:creationId xmlns:a16="http://schemas.microsoft.com/office/drawing/2014/main" id="{7A90392D-654B-55D4-7FE5-3C01F528E25D}"/>
              </a:ext>
            </a:extLst>
          </p:cNvPr>
          <p:cNvGrpSpPr/>
          <p:nvPr/>
        </p:nvGrpSpPr>
        <p:grpSpPr>
          <a:xfrm>
            <a:off x="1971040" y="1154112"/>
            <a:ext cx="1856449" cy="294640"/>
            <a:chOff x="1971040" y="1457960"/>
            <a:chExt cx="1856449" cy="294640"/>
          </a:xfrm>
        </p:grpSpPr>
        <p:sp>
          <p:nvSpPr>
            <p:cNvPr id="70" name="Freeform: Shape 69">
              <a:extLst>
                <a:ext uri="{FF2B5EF4-FFF2-40B4-BE49-F238E27FC236}">
                  <a16:creationId xmlns:a16="http://schemas.microsoft.com/office/drawing/2014/main" id="{4D426670-14AC-D618-EA0A-C6EE760077ED}"/>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Freeform: Shape 70">
              <a:extLst>
                <a:ext uri="{FF2B5EF4-FFF2-40B4-BE49-F238E27FC236}">
                  <a16:creationId xmlns:a16="http://schemas.microsoft.com/office/drawing/2014/main" id="{543CA066-DAAE-0A3E-4778-9DAD2860C984}"/>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2" name="Group 71">
            <a:extLst>
              <a:ext uri="{FF2B5EF4-FFF2-40B4-BE49-F238E27FC236}">
                <a16:creationId xmlns:a16="http://schemas.microsoft.com/office/drawing/2014/main" id="{3831AB04-20A6-4E75-9C62-A0115A9548DD}"/>
              </a:ext>
            </a:extLst>
          </p:cNvPr>
          <p:cNvGrpSpPr/>
          <p:nvPr/>
        </p:nvGrpSpPr>
        <p:grpSpPr>
          <a:xfrm>
            <a:off x="4259877" y="1154112"/>
            <a:ext cx="1856449" cy="294640"/>
            <a:chOff x="1971040" y="1457960"/>
            <a:chExt cx="1856449" cy="294640"/>
          </a:xfrm>
        </p:grpSpPr>
        <p:sp>
          <p:nvSpPr>
            <p:cNvPr id="73" name="Freeform: Shape 72">
              <a:extLst>
                <a:ext uri="{FF2B5EF4-FFF2-40B4-BE49-F238E27FC236}">
                  <a16:creationId xmlns:a16="http://schemas.microsoft.com/office/drawing/2014/main" id="{B8B89828-73F8-BF4E-4928-8684C781182F}"/>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Freeform: Shape 73">
              <a:extLst>
                <a:ext uri="{FF2B5EF4-FFF2-40B4-BE49-F238E27FC236}">
                  <a16:creationId xmlns:a16="http://schemas.microsoft.com/office/drawing/2014/main" id="{BDA333DB-F296-3C91-7B51-4CD8D4D54CBC}"/>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5" name="Group 74">
            <a:extLst>
              <a:ext uri="{FF2B5EF4-FFF2-40B4-BE49-F238E27FC236}">
                <a16:creationId xmlns:a16="http://schemas.microsoft.com/office/drawing/2014/main" id="{BE03AB9C-0069-B79A-1057-6040CE45078E}"/>
              </a:ext>
            </a:extLst>
          </p:cNvPr>
          <p:cNvGrpSpPr/>
          <p:nvPr/>
        </p:nvGrpSpPr>
        <p:grpSpPr>
          <a:xfrm>
            <a:off x="6482489" y="1154112"/>
            <a:ext cx="1856449" cy="294640"/>
            <a:chOff x="1971040" y="1457960"/>
            <a:chExt cx="1856449" cy="294640"/>
          </a:xfrm>
        </p:grpSpPr>
        <p:sp>
          <p:nvSpPr>
            <p:cNvPr id="76" name="Freeform: Shape 75">
              <a:extLst>
                <a:ext uri="{FF2B5EF4-FFF2-40B4-BE49-F238E27FC236}">
                  <a16:creationId xmlns:a16="http://schemas.microsoft.com/office/drawing/2014/main" id="{48CD1287-49D1-2C2C-A58C-E74172508DF3}"/>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Freeform: Shape 76">
              <a:extLst>
                <a:ext uri="{FF2B5EF4-FFF2-40B4-BE49-F238E27FC236}">
                  <a16:creationId xmlns:a16="http://schemas.microsoft.com/office/drawing/2014/main" id="{461D9CAB-F78A-A729-99AA-7ED1D71584D2}"/>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8" name="Group 77">
            <a:extLst>
              <a:ext uri="{FF2B5EF4-FFF2-40B4-BE49-F238E27FC236}">
                <a16:creationId xmlns:a16="http://schemas.microsoft.com/office/drawing/2014/main" id="{F407B8EE-ABA9-017C-1FCB-E8828D08A5E8}"/>
              </a:ext>
            </a:extLst>
          </p:cNvPr>
          <p:cNvGrpSpPr/>
          <p:nvPr/>
        </p:nvGrpSpPr>
        <p:grpSpPr>
          <a:xfrm>
            <a:off x="8723283" y="1154112"/>
            <a:ext cx="1856449" cy="294640"/>
            <a:chOff x="1971040" y="1457960"/>
            <a:chExt cx="1856449" cy="294640"/>
          </a:xfrm>
        </p:grpSpPr>
        <p:sp>
          <p:nvSpPr>
            <p:cNvPr id="79" name="Freeform: Shape 78">
              <a:extLst>
                <a:ext uri="{FF2B5EF4-FFF2-40B4-BE49-F238E27FC236}">
                  <a16:creationId xmlns:a16="http://schemas.microsoft.com/office/drawing/2014/main" id="{F1D2C7EF-BBC3-F264-F723-B19D42AFD220}"/>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Freeform: Shape 79">
              <a:extLst>
                <a:ext uri="{FF2B5EF4-FFF2-40B4-BE49-F238E27FC236}">
                  <a16:creationId xmlns:a16="http://schemas.microsoft.com/office/drawing/2014/main" id="{06D9B13A-6A2A-C8F5-ED8D-C516EAB82FB1}"/>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2" name="TextBox 81">
            <a:extLst>
              <a:ext uri="{FF2B5EF4-FFF2-40B4-BE49-F238E27FC236}">
                <a16:creationId xmlns:a16="http://schemas.microsoft.com/office/drawing/2014/main" id="{F901EA04-FE92-3687-7B3C-39E8382FD4D5}"/>
              </a:ext>
            </a:extLst>
          </p:cNvPr>
          <p:cNvSpPr txBox="1"/>
          <p:nvPr/>
        </p:nvSpPr>
        <p:spPr>
          <a:xfrm>
            <a:off x="943558" y="3194573"/>
            <a:ext cx="1658672" cy="738664"/>
          </a:xfrm>
          <a:prstGeom prst="rect">
            <a:avLst/>
          </a:prstGeom>
          <a:noFill/>
          <a:ln>
            <a:noFill/>
          </a:ln>
        </p:spPr>
        <p:txBody>
          <a:bodyPr wrap="square" lIns="0" tIns="0" rIns="0" bIns="0" rtlCol="0">
            <a:spAutoFit/>
          </a:body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83" name="TextBox 82">
            <a:extLst>
              <a:ext uri="{FF2B5EF4-FFF2-40B4-BE49-F238E27FC236}">
                <a16:creationId xmlns:a16="http://schemas.microsoft.com/office/drawing/2014/main" id="{F2820E38-A8A6-2AA1-4730-66B1ABBD7998}"/>
              </a:ext>
            </a:extLst>
          </p:cNvPr>
          <p:cNvSpPr txBox="1"/>
          <p:nvPr/>
        </p:nvSpPr>
        <p:spPr>
          <a:xfrm>
            <a:off x="1168348" y="2822173"/>
            <a:ext cx="1209092" cy="276999"/>
          </a:xfrm>
          <a:prstGeom prst="rect">
            <a:avLst/>
          </a:prstGeom>
          <a:noFill/>
          <a:ln>
            <a:noFill/>
          </a:ln>
        </p:spPr>
        <p:txBody>
          <a:bodyPr wrap="square" lIns="0" tIns="0" rIns="0" bIns="0" rtlCol="0">
            <a:spAutoFit/>
          </a:bodyPr>
          <a:lstStyle/>
          <a:p>
            <a:pPr algn="ctr"/>
            <a:r>
              <a:rPr lang="en-US" b="1">
                <a:solidFill>
                  <a:schemeClr val="bg1"/>
                </a:solidFill>
                <a:latin typeface="+mj-lt"/>
                <a:cs typeface="Poppins SemiBold" panose="02000000000000000000" pitchFamily="2" charset="0"/>
              </a:rPr>
              <a:t>Title</a:t>
            </a:r>
          </a:p>
        </p:txBody>
      </p:sp>
      <p:sp>
        <p:nvSpPr>
          <p:cNvPr id="85" name="TextBox 84">
            <a:extLst>
              <a:ext uri="{FF2B5EF4-FFF2-40B4-BE49-F238E27FC236}">
                <a16:creationId xmlns:a16="http://schemas.microsoft.com/office/drawing/2014/main" id="{75D818AF-CB8E-0B94-9BF8-63A36AAD9A23}"/>
              </a:ext>
            </a:extLst>
          </p:cNvPr>
          <p:cNvSpPr txBox="1"/>
          <p:nvPr/>
        </p:nvSpPr>
        <p:spPr>
          <a:xfrm>
            <a:off x="3193909" y="3194573"/>
            <a:ext cx="1658672" cy="738664"/>
          </a:xfrm>
          <a:prstGeom prst="rect">
            <a:avLst/>
          </a:prstGeom>
          <a:noFill/>
          <a:ln>
            <a:noFill/>
          </a:ln>
        </p:spPr>
        <p:txBody>
          <a:bodyPr wrap="square" lIns="0" tIns="0" rIns="0" bIns="0" rtlCol="0">
            <a:spAutoFit/>
          </a:body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86" name="TextBox 85">
            <a:extLst>
              <a:ext uri="{FF2B5EF4-FFF2-40B4-BE49-F238E27FC236}">
                <a16:creationId xmlns:a16="http://schemas.microsoft.com/office/drawing/2014/main" id="{5FC1A4D4-81C1-038F-85F5-7F3DA5D291B0}"/>
              </a:ext>
            </a:extLst>
          </p:cNvPr>
          <p:cNvSpPr txBox="1"/>
          <p:nvPr/>
        </p:nvSpPr>
        <p:spPr>
          <a:xfrm>
            <a:off x="3418699" y="2822173"/>
            <a:ext cx="1209092" cy="276999"/>
          </a:xfrm>
          <a:prstGeom prst="rect">
            <a:avLst/>
          </a:prstGeom>
          <a:noFill/>
          <a:ln>
            <a:noFill/>
          </a:ln>
        </p:spPr>
        <p:txBody>
          <a:bodyPr wrap="square" lIns="0" tIns="0" rIns="0" bIns="0" rtlCol="0">
            <a:spAutoFit/>
          </a:bodyPr>
          <a:lstStyle/>
          <a:p>
            <a:pPr algn="ctr"/>
            <a:r>
              <a:rPr lang="en-US" b="1">
                <a:solidFill>
                  <a:schemeClr val="bg1"/>
                </a:solidFill>
                <a:latin typeface="+mj-lt"/>
                <a:cs typeface="Poppins SemiBold" panose="02000000000000000000" pitchFamily="2" charset="0"/>
              </a:rPr>
              <a:t>Title</a:t>
            </a:r>
          </a:p>
        </p:txBody>
      </p:sp>
      <p:sp>
        <p:nvSpPr>
          <p:cNvPr id="88" name="TextBox 87">
            <a:extLst>
              <a:ext uri="{FF2B5EF4-FFF2-40B4-BE49-F238E27FC236}">
                <a16:creationId xmlns:a16="http://schemas.microsoft.com/office/drawing/2014/main" id="{C31B4D93-CE66-F054-FA65-A58DE748D37F}"/>
              </a:ext>
            </a:extLst>
          </p:cNvPr>
          <p:cNvSpPr txBox="1"/>
          <p:nvPr/>
        </p:nvSpPr>
        <p:spPr>
          <a:xfrm>
            <a:off x="5447841" y="3194573"/>
            <a:ext cx="1658672" cy="738664"/>
          </a:xfrm>
          <a:prstGeom prst="rect">
            <a:avLst/>
          </a:prstGeom>
          <a:noFill/>
          <a:ln>
            <a:noFill/>
          </a:ln>
        </p:spPr>
        <p:txBody>
          <a:bodyPr wrap="square" lIns="0" tIns="0" rIns="0" bIns="0" rtlCol="0">
            <a:spAutoFit/>
          </a:body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89" name="TextBox 88">
            <a:extLst>
              <a:ext uri="{FF2B5EF4-FFF2-40B4-BE49-F238E27FC236}">
                <a16:creationId xmlns:a16="http://schemas.microsoft.com/office/drawing/2014/main" id="{2E71B19D-B360-6EC6-2206-32D9C7CAB97B}"/>
              </a:ext>
            </a:extLst>
          </p:cNvPr>
          <p:cNvSpPr txBox="1"/>
          <p:nvPr/>
        </p:nvSpPr>
        <p:spPr>
          <a:xfrm>
            <a:off x="5672631" y="2822173"/>
            <a:ext cx="1209092" cy="276999"/>
          </a:xfrm>
          <a:prstGeom prst="rect">
            <a:avLst/>
          </a:prstGeom>
          <a:noFill/>
          <a:ln>
            <a:noFill/>
          </a:ln>
        </p:spPr>
        <p:txBody>
          <a:bodyPr wrap="square" lIns="0" tIns="0" rIns="0" bIns="0" rtlCol="0">
            <a:spAutoFit/>
          </a:bodyPr>
          <a:lstStyle/>
          <a:p>
            <a:pPr algn="ctr"/>
            <a:r>
              <a:rPr lang="en-US" b="1">
                <a:solidFill>
                  <a:schemeClr val="bg1"/>
                </a:solidFill>
                <a:latin typeface="+mj-lt"/>
                <a:cs typeface="Poppins SemiBold" panose="02000000000000000000" pitchFamily="2" charset="0"/>
              </a:rPr>
              <a:t>Title</a:t>
            </a:r>
          </a:p>
        </p:txBody>
      </p:sp>
      <p:sp>
        <p:nvSpPr>
          <p:cNvPr id="91" name="TextBox 90">
            <a:extLst>
              <a:ext uri="{FF2B5EF4-FFF2-40B4-BE49-F238E27FC236}">
                <a16:creationId xmlns:a16="http://schemas.microsoft.com/office/drawing/2014/main" id="{312A7992-82CC-1AD9-AF11-9C185A4BB28D}"/>
              </a:ext>
            </a:extLst>
          </p:cNvPr>
          <p:cNvSpPr txBox="1"/>
          <p:nvPr/>
        </p:nvSpPr>
        <p:spPr>
          <a:xfrm>
            <a:off x="7701773" y="3194573"/>
            <a:ext cx="1658672" cy="738664"/>
          </a:xfrm>
          <a:prstGeom prst="rect">
            <a:avLst/>
          </a:prstGeom>
          <a:noFill/>
          <a:ln>
            <a:noFill/>
          </a:ln>
        </p:spPr>
        <p:txBody>
          <a:bodyPr wrap="square" lIns="0" tIns="0" rIns="0" bIns="0" rtlCol="0">
            <a:spAutoFit/>
          </a:body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92" name="TextBox 91">
            <a:extLst>
              <a:ext uri="{FF2B5EF4-FFF2-40B4-BE49-F238E27FC236}">
                <a16:creationId xmlns:a16="http://schemas.microsoft.com/office/drawing/2014/main" id="{A48DC431-86A4-3275-F89B-9F3C8A5EB958}"/>
              </a:ext>
            </a:extLst>
          </p:cNvPr>
          <p:cNvSpPr txBox="1"/>
          <p:nvPr/>
        </p:nvSpPr>
        <p:spPr>
          <a:xfrm>
            <a:off x="7926563" y="2822173"/>
            <a:ext cx="1209092" cy="276999"/>
          </a:xfrm>
          <a:prstGeom prst="rect">
            <a:avLst/>
          </a:prstGeom>
          <a:noFill/>
          <a:ln>
            <a:noFill/>
          </a:ln>
        </p:spPr>
        <p:txBody>
          <a:bodyPr wrap="square" lIns="0" tIns="0" rIns="0" bIns="0" rtlCol="0">
            <a:spAutoFit/>
          </a:bodyPr>
          <a:lstStyle/>
          <a:p>
            <a:pPr algn="ctr"/>
            <a:r>
              <a:rPr lang="en-US" b="1">
                <a:solidFill>
                  <a:schemeClr val="bg1"/>
                </a:solidFill>
                <a:latin typeface="+mj-lt"/>
                <a:cs typeface="Poppins SemiBold" panose="02000000000000000000" pitchFamily="2" charset="0"/>
              </a:rPr>
              <a:t>Title</a:t>
            </a:r>
          </a:p>
        </p:txBody>
      </p:sp>
      <p:sp>
        <p:nvSpPr>
          <p:cNvPr id="94" name="TextBox 93">
            <a:extLst>
              <a:ext uri="{FF2B5EF4-FFF2-40B4-BE49-F238E27FC236}">
                <a16:creationId xmlns:a16="http://schemas.microsoft.com/office/drawing/2014/main" id="{AB0E92A3-8A7D-5D7D-E248-91A915DCF19D}"/>
              </a:ext>
            </a:extLst>
          </p:cNvPr>
          <p:cNvSpPr txBox="1"/>
          <p:nvPr/>
        </p:nvSpPr>
        <p:spPr>
          <a:xfrm>
            <a:off x="9964068" y="3194573"/>
            <a:ext cx="1658672" cy="738664"/>
          </a:xfrm>
          <a:prstGeom prst="rect">
            <a:avLst/>
          </a:prstGeom>
          <a:noFill/>
          <a:ln>
            <a:noFill/>
          </a:ln>
        </p:spPr>
        <p:txBody>
          <a:bodyPr wrap="square" lIns="0" tIns="0" rIns="0" bIns="0" rtlCol="0">
            <a:spAutoFit/>
          </a:body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95" name="TextBox 94">
            <a:extLst>
              <a:ext uri="{FF2B5EF4-FFF2-40B4-BE49-F238E27FC236}">
                <a16:creationId xmlns:a16="http://schemas.microsoft.com/office/drawing/2014/main" id="{EE9F5397-EC34-C716-2B36-3F97E793D6F5}"/>
              </a:ext>
            </a:extLst>
          </p:cNvPr>
          <p:cNvSpPr txBox="1"/>
          <p:nvPr/>
        </p:nvSpPr>
        <p:spPr>
          <a:xfrm>
            <a:off x="10188858" y="2822173"/>
            <a:ext cx="1209092" cy="276999"/>
          </a:xfrm>
          <a:prstGeom prst="rect">
            <a:avLst/>
          </a:prstGeom>
          <a:noFill/>
          <a:ln>
            <a:noFill/>
          </a:ln>
        </p:spPr>
        <p:txBody>
          <a:bodyPr wrap="square" lIns="0" tIns="0" rIns="0" bIns="0" rtlCol="0">
            <a:spAutoFit/>
          </a:bodyPr>
          <a:lstStyle/>
          <a:p>
            <a:pPr algn="ctr"/>
            <a:r>
              <a:rPr lang="en-US" b="1">
                <a:solidFill>
                  <a:schemeClr val="bg1"/>
                </a:solidFill>
                <a:latin typeface="+mj-lt"/>
                <a:cs typeface="Poppins SemiBold" panose="02000000000000000000" pitchFamily="2" charset="0"/>
              </a:rPr>
              <a:t>Title</a:t>
            </a:r>
          </a:p>
        </p:txBody>
      </p:sp>
    </p:spTree>
    <p:extLst>
      <p:ext uri="{BB962C8B-B14F-4D97-AF65-F5344CB8AC3E}">
        <p14:creationId xmlns:p14="http://schemas.microsoft.com/office/powerpoint/2010/main" val="12269533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81E802-E56B-F875-4CE3-E7DCB4E46A3C}"/>
              </a:ext>
            </a:extLst>
          </p:cNvPr>
          <p:cNvSpPr>
            <a:spLocks noGrp="1"/>
          </p:cNvSpPr>
          <p:nvPr>
            <p:ph type="title"/>
          </p:nvPr>
        </p:nvSpPr>
        <p:spPr>
          <a:xfrm>
            <a:off x="3285165" y="2274888"/>
            <a:ext cx="5586746" cy="1668462"/>
          </a:xfrm>
        </p:spPr>
        <p:txBody>
          <a:bodyPr>
            <a:noAutofit/>
          </a:bodyPr>
          <a:lstStyle/>
          <a:p>
            <a:r>
              <a:rPr lang="en-US"/>
              <a:t>Separator 1</a:t>
            </a:r>
            <a:br>
              <a:rPr lang="en-US"/>
            </a:br>
            <a:r>
              <a:rPr lang="en-US"/>
              <a:t>This is a place holder </a:t>
            </a:r>
            <a:br>
              <a:rPr lang="en-US"/>
            </a:br>
            <a:r>
              <a:rPr lang="en-US"/>
              <a:t>for the Separator text</a:t>
            </a:r>
          </a:p>
        </p:txBody>
      </p:sp>
    </p:spTree>
    <p:extLst>
      <p:ext uri="{BB962C8B-B14F-4D97-AF65-F5344CB8AC3E}">
        <p14:creationId xmlns:p14="http://schemas.microsoft.com/office/powerpoint/2010/main" val="36278998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3C9C-5CAE-E928-1573-DBD99C587E0E}"/>
              </a:ext>
            </a:extLst>
          </p:cNvPr>
          <p:cNvSpPr>
            <a:spLocks noGrp="1"/>
          </p:cNvSpPr>
          <p:nvPr>
            <p:ph type="title"/>
          </p:nvPr>
        </p:nvSpPr>
        <p:spPr/>
        <p:txBody>
          <a:bodyPr/>
          <a:lstStyle/>
          <a:p>
            <a:r>
              <a:rPr lang="en-US"/>
              <a:t>Title of the Slide</a:t>
            </a:r>
          </a:p>
        </p:txBody>
      </p:sp>
      <p:grpSp>
        <p:nvGrpSpPr>
          <p:cNvPr id="3" name="Group 2">
            <a:extLst>
              <a:ext uri="{FF2B5EF4-FFF2-40B4-BE49-F238E27FC236}">
                <a16:creationId xmlns:a16="http://schemas.microsoft.com/office/drawing/2014/main" id="{73D7535B-E2E9-221C-2054-5CD22235C20F}"/>
              </a:ext>
            </a:extLst>
          </p:cNvPr>
          <p:cNvGrpSpPr/>
          <p:nvPr/>
        </p:nvGrpSpPr>
        <p:grpSpPr>
          <a:xfrm>
            <a:off x="1771265" y="1453799"/>
            <a:ext cx="8649470" cy="4539587"/>
            <a:chOff x="778424" y="1453799"/>
            <a:chExt cx="8649470" cy="4539587"/>
          </a:xfrm>
        </p:grpSpPr>
        <p:sp>
          <p:nvSpPr>
            <p:cNvPr id="4" name="Freeform: Shape 1341">
              <a:extLst>
                <a:ext uri="{FF2B5EF4-FFF2-40B4-BE49-F238E27FC236}">
                  <a16:creationId xmlns:a16="http://schemas.microsoft.com/office/drawing/2014/main" id="{C6237CC3-627A-0527-DE73-539CF39B8DFA}"/>
                </a:ext>
              </a:extLst>
            </p:cNvPr>
            <p:cNvSpPr/>
            <p:nvPr/>
          </p:nvSpPr>
          <p:spPr>
            <a:xfrm>
              <a:off x="778424" y="2682362"/>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solidFill>
                  <a:schemeClr val="bg1"/>
                </a:solidFill>
                <a:latin typeface="+mj-lt"/>
                <a:ea typeface="Arial Unicode MS" pitchFamily="2"/>
                <a:cs typeface="Arial Unicode MS" pitchFamily="2"/>
              </a:endParaRPr>
            </a:p>
          </p:txBody>
        </p:sp>
        <p:sp>
          <p:nvSpPr>
            <p:cNvPr id="5" name="Freeform: Shape 1341">
              <a:extLst>
                <a:ext uri="{FF2B5EF4-FFF2-40B4-BE49-F238E27FC236}">
                  <a16:creationId xmlns:a16="http://schemas.microsoft.com/office/drawing/2014/main" id="{99BE1E3B-FD18-2266-B9A8-CF8CF24B4682}"/>
                </a:ext>
              </a:extLst>
            </p:cNvPr>
            <p:cNvSpPr/>
            <p:nvPr/>
          </p:nvSpPr>
          <p:spPr>
            <a:xfrm>
              <a:off x="2849977" y="1522281"/>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2"/>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solidFill>
                  <a:schemeClr val="bg1"/>
                </a:solidFill>
                <a:latin typeface="+mj-lt"/>
                <a:ea typeface="Arial Unicode MS" pitchFamily="2"/>
                <a:cs typeface="Arial Unicode MS" pitchFamily="2"/>
              </a:endParaRPr>
            </a:p>
          </p:txBody>
        </p:sp>
        <p:sp>
          <p:nvSpPr>
            <p:cNvPr id="6" name="Freeform: Shape 1341">
              <a:extLst>
                <a:ext uri="{FF2B5EF4-FFF2-40B4-BE49-F238E27FC236}">
                  <a16:creationId xmlns:a16="http://schemas.microsoft.com/office/drawing/2014/main" id="{917A4E03-09A9-BEB9-8584-DBCBC369CD31}"/>
                </a:ext>
              </a:extLst>
            </p:cNvPr>
            <p:cNvSpPr/>
            <p:nvPr/>
          </p:nvSpPr>
          <p:spPr>
            <a:xfrm>
              <a:off x="4921531" y="2682362"/>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3"/>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solidFill>
                  <a:schemeClr val="bg1"/>
                </a:solidFill>
                <a:latin typeface="+mj-lt"/>
                <a:ea typeface="Arial Unicode MS" pitchFamily="2"/>
                <a:cs typeface="Arial Unicode MS" pitchFamily="2"/>
              </a:endParaRPr>
            </a:p>
          </p:txBody>
        </p:sp>
        <p:sp>
          <p:nvSpPr>
            <p:cNvPr id="7" name="Freeform: Shape 1341">
              <a:extLst>
                <a:ext uri="{FF2B5EF4-FFF2-40B4-BE49-F238E27FC236}">
                  <a16:creationId xmlns:a16="http://schemas.microsoft.com/office/drawing/2014/main" id="{B658D4B9-0E69-E40B-82BB-F00BCFEBFE90}"/>
                </a:ext>
              </a:extLst>
            </p:cNvPr>
            <p:cNvSpPr/>
            <p:nvPr/>
          </p:nvSpPr>
          <p:spPr>
            <a:xfrm>
              <a:off x="6993084" y="3842442"/>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5"/>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solidFill>
                  <a:schemeClr val="bg1"/>
                </a:solidFill>
                <a:latin typeface="+mj-lt"/>
                <a:ea typeface="Arial Unicode MS" pitchFamily="2"/>
                <a:cs typeface="Arial Unicode MS" pitchFamily="2"/>
              </a:endParaRPr>
            </a:p>
          </p:txBody>
        </p:sp>
        <p:sp>
          <p:nvSpPr>
            <p:cNvPr id="8" name="Subtitle 2">
              <a:extLst>
                <a:ext uri="{FF2B5EF4-FFF2-40B4-BE49-F238E27FC236}">
                  <a16:creationId xmlns:a16="http://schemas.microsoft.com/office/drawing/2014/main" id="{2CA605CA-BC34-8A18-D575-2AECD527E7DC}"/>
                </a:ext>
              </a:extLst>
            </p:cNvPr>
            <p:cNvSpPr txBox="1">
              <a:spLocks/>
            </p:cNvSpPr>
            <p:nvPr/>
          </p:nvSpPr>
          <p:spPr>
            <a:xfrm>
              <a:off x="5315701" y="1453799"/>
              <a:ext cx="1646472"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bg1"/>
                  </a:solidFill>
                  <a:latin typeface="+mj-lt"/>
                  <a:ea typeface="Lato Light" panose="020F0502020204030203" pitchFamily="34" charset="0"/>
                  <a:cs typeface="Lato Light" panose="020F0502020204030203" pitchFamily="34" charset="0"/>
                </a:rPr>
                <a:t>Insert some explanations, Information here.</a:t>
              </a:r>
            </a:p>
          </p:txBody>
        </p:sp>
        <p:sp>
          <p:nvSpPr>
            <p:cNvPr id="9" name="Subtitle 2">
              <a:extLst>
                <a:ext uri="{FF2B5EF4-FFF2-40B4-BE49-F238E27FC236}">
                  <a16:creationId xmlns:a16="http://schemas.microsoft.com/office/drawing/2014/main" id="{AC8E7529-3134-9399-6489-8FC7E6A1B19B}"/>
                </a:ext>
              </a:extLst>
            </p:cNvPr>
            <p:cNvSpPr txBox="1">
              <a:spLocks/>
            </p:cNvSpPr>
            <p:nvPr/>
          </p:nvSpPr>
          <p:spPr>
            <a:xfrm>
              <a:off x="1141681" y="4912052"/>
              <a:ext cx="1708297"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bg1"/>
                  </a:solidFill>
                  <a:latin typeface="+mj-lt"/>
                  <a:ea typeface="Lato Light" panose="020F0502020204030203" pitchFamily="34" charset="0"/>
                  <a:cs typeface="Lato Light" panose="020F0502020204030203" pitchFamily="34" charset="0"/>
                </a:rPr>
                <a:t>Insert some explanations, Information here.</a:t>
              </a:r>
            </a:p>
          </p:txBody>
        </p:sp>
        <p:sp>
          <p:nvSpPr>
            <p:cNvPr id="10" name="Subtitle 2">
              <a:extLst>
                <a:ext uri="{FF2B5EF4-FFF2-40B4-BE49-F238E27FC236}">
                  <a16:creationId xmlns:a16="http://schemas.microsoft.com/office/drawing/2014/main" id="{82144C45-CF17-CDF1-D64E-FB2929382DD0}"/>
                </a:ext>
              </a:extLst>
            </p:cNvPr>
            <p:cNvSpPr txBox="1">
              <a:spLocks/>
            </p:cNvSpPr>
            <p:nvPr/>
          </p:nvSpPr>
          <p:spPr>
            <a:xfrm>
              <a:off x="3212815" y="3777018"/>
              <a:ext cx="1708297"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bg1"/>
                  </a:solidFill>
                  <a:latin typeface="+mj-lt"/>
                  <a:ea typeface="Lato Light" panose="020F0502020204030203" pitchFamily="34" charset="0"/>
                  <a:cs typeface="Lato Light" panose="020F0502020204030203" pitchFamily="34" charset="0"/>
                </a:rPr>
                <a:t>Insert some explanations, Information here.</a:t>
              </a:r>
            </a:p>
          </p:txBody>
        </p:sp>
        <p:sp>
          <p:nvSpPr>
            <p:cNvPr id="11" name="Subtitle 2">
              <a:extLst>
                <a:ext uri="{FF2B5EF4-FFF2-40B4-BE49-F238E27FC236}">
                  <a16:creationId xmlns:a16="http://schemas.microsoft.com/office/drawing/2014/main" id="{B177003A-C1F3-AA9F-EC62-95B234886B0F}"/>
                </a:ext>
              </a:extLst>
            </p:cNvPr>
            <p:cNvSpPr txBox="1">
              <a:spLocks/>
            </p:cNvSpPr>
            <p:nvPr/>
          </p:nvSpPr>
          <p:spPr>
            <a:xfrm>
              <a:off x="7356342" y="2657043"/>
              <a:ext cx="1708297"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bg1"/>
                  </a:solidFill>
                  <a:latin typeface="+mj-lt"/>
                  <a:ea typeface="Lato Light" panose="020F0502020204030203" pitchFamily="34" charset="0"/>
                  <a:cs typeface="Lato Light" panose="020F0502020204030203" pitchFamily="34" charset="0"/>
                </a:rPr>
                <a:t>Insert some explanations, Information here.</a:t>
              </a:r>
            </a:p>
          </p:txBody>
        </p:sp>
        <p:sp>
          <p:nvSpPr>
            <p:cNvPr id="12" name="Shape 2624">
              <a:extLst>
                <a:ext uri="{FF2B5EF4-FFF2-40B4-BE49-F238E27FC236}">
                  <a16:creationId xmlns:a16="http://schemas.microsoft.com/office/drawing/2014/main" id="{C07645BA-D2CE-070E-7823-D1E7D891EEBD}"/>
                </a:ext>
              </a:extLst>
            </p:cNvPr>
            <p:cNvSpPr/>
            <p:nvPr/>
          </p:nvSpPr>
          <p:spPr>
            <a:xfrm>
              <a:off x="3794057" y="2318775"/>
              <a:ext cx="546232" cy="546230"/>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solidFill>
              <a:schemeClr val="bg1"/>
            </a:solidFill>
            <a:ln w="12700">
              <a:noFill/>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solidFill>
                  <a:schemeClr val="bg1"/>
                </a:solidFill>
                <a:latin typeface="+mj-lt"/>
              </a:endParaRPr>
            </a:p>
          </p:txBody>
        </p:sp>
        <p:sp>
          <p:nvSpPr>
            <p:cNvPr id="13" name="Shape 2633">
              <a:extLst>
                <a:ext uri="{FF2B5EF4-FFF2-40B4-BE49-F238E27FC236}">
                  <a16:creationId xmlns:a16="http://schemas.microsoft.com/office/drawing/2014/main" id="{A0719877-694F-A95F-E136-E8D7D974F419}"/>
                </a:ext>
              </a:extLst>
            </p:cNvPr>
            <p:cNvSpPr/>
            <p:nvPr/>
          </p:nvSpPr>
          <p:spPr>
            <a:xfrm>
              <a:off x="7936308" y="4637871"/>
              <a:ext cx="548364" cy="548361"/>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38090" tIns="38090" rIns="38090" bIns="38090" anchor="ctr"/>
            <a:lstStyle/>
            <a:p>
              <a:pPr algn="ct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solidFill>
                  <a:schemeClr val="bg1"/>
                </a:solidFill>
                <a:latin typeface="+mj-lt"/>
              </a:endParaRPr>
            </a:p>
          </p:txBody>
        </p:sp>
        <p:sp>
          <p:nvSpPr>
            <p:cNvPr id="14" name="Shape 2772">
              <a:extLst>
                <a:ext uri="{FF2B5EF4-FFF2-40B4-BE49-F238E27FC236}">
                  <a16:creationId xmlns:a16="http://schemas.microsoft.com/office/drawing/2014/main" id="{60F4ED1F-FCC7-85AB-4EFA-CC55B3063E4E}"/>
                </a:ext>
              </a:extLst>
            </p:cNvPr>
            <p:cNvSpPr/>
            <p:nvPr/>
          </p:nvSpPr>
          <p:spPr>
            <a:xfrm>
              <a:off x="5865402" y="3478856"/>
              <a:ext cx="546231" cy="546230"/>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8" y="0"/>
                    <a:pt x="9818" y="440"/>
                    <a:pt x="9818" y="982"/>
                  </a:cubicBezTo>
                  <a:lnTo>
                    <a:pt x="982" y="982"/>
                  </a:lnTo>
                  <a:cubicBezTo>
                    <a:pt x="440" y="982"/>
                    <a:pt x="0" y="1422"/>
                    <a:pt x="0" y="1964"/>
                  </a:cubicBezTo>
                  <a:lnTo>
                    <a:pt x="0" y="2945"/>
                  </a:lnTo>
                  <a:cubicBezTo>
                    <a:pt x="0" y="3488"/>
                    <a:pt x="440" y="3927"/>
                    <a:pt x="982" y="3927"/>
                  </a:cubicBezTo>
                  <a:lnTo>
                    <a:pt x="982" y="15709"/>
                  </a:lnTo>
                  <a:cubicBezTo>
                    <a:pt x="982" y="16252"/>
                    <a:pt x="1422" y="16691"/>
                    <a:pt x="1964" y="16691"/>
                  </a:cubicBezTo>
                  <a:lnTo>
                    <a:pt x="10309" y="16691"/>
                  </a:lnTo>
                  <a:lnTo>
                    <a:pt x="10309" y="17960"/>
                  </a:lnTo>
                  <a:lnTo>
                    <a:pt x="7507" y="20762"/>
                  </a:lnTo>
                  <a:cubicBezTo>
                    <a:pt x="7419" y="20851"/>
                    <a:pt x="7364" y="20974"/>
                    <a:pt x="7364" y="21109"/>
                  </a:cubicBezTo>
                  <a:cubicBezTo>
                    <a:pt x="7364" y="21380"/>
                    <a:pt x="7584" y="21600"/>
                    <a:pt x="7855" y="21600"/>
                  </a:cubicBezTo>
                  <a:cubicBezTo>
                    <a:pt x="7990" y="21600"/>
                    <a:pt x="8113" y="21545"/>
                    <a:pt x="8202" y="21456"/>
                  </a:cubicBezTo>
                  <a:lnTo>
                    <a:pt x="10800" y="18858"/>
                  </a:lnTo>
                  <a:lnTo>
                    <a:pt x="13398" y="21456"/>
                  </a:lnTo>
                  <a:cubicBezTo>
                    <a:pt x="13487" y="21545"/>
                    <a:pt x="13610" y="21600"/>
                    <a:pt x="13745" y="21600"/>
                  </a:cubicBezTo>
                  <a:cubicBezTo>
                    <a:pt x="14016" y="21600"/>
                    <a:pt x="14236" y="21380"/>
                    <a:pt x="14236" y="21109"/>
                  </a:cubicBezTo>
                  <a:cubicBezTo>
                    <a:pt x="14236" y="20974"/>
                    <a:pt x="14181"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2273" y="12764"/>
                  </a:moveTo>
                  <a:lnTo>
                    <a:pt x="17182" y="12764"/>
                  </a:lnTo>
                  <a:cubicBezTo>
                    <a:pt x="17453" y="12764"/>
                    <a:pt x="17673" y="12544"/>
                    <a:pt x="17673" y="12273"/>
                  </a:cubicBezTo>
                  <a:cubicBezTo>
                    <a:pt x="17673" y="12002"/>
                    <a:pt x="17453" y="11782"/>
                    <a:pt x="17182" y="11782"/>
                  </a:cubicBezTo>
                  <a:lnTo>
                    <a:pt x="12273" y="11782"/>
                  </a:lnTo>
                  <a:cubicBezTo>
                    <a:pt x="12002" y="11782"/>
                    <a:pt x="11782" y="12002"/>
                    <a:pt x="11782" y="12273"/>
                  </a:cubicBezTo>
                  <a:cubicBezTo>
                    <a:pt x="11782" y="12544"/>
                    <a:pt x="12002" y="12764"/>
                    <a:pt x="12273" y="12764"/>
                  </a:cubicBezTo>
                  <a:moveTo>
                    <a:pt x="4909" y="6873"/>
                  </a:moveTo>
                  <a:lnTo>
                    <a:pt x="8836" y="6873"/>
                  </a:lnTo>
                  <a:lnTo>
                    <a:pt x="8836" y="11782"/>
                  </a:lnTo>
                  <a:lnTo>
                    <a:pt x="4909" y="11782"/>
                  </a:lnTo>
                  <a:cubicBezTo>
                    <a:pt x="4909" y="11782"/>
                    <a:pt x="4909" y="6873"/>
                    <a:pt x="4909" y="6873"/>
                  </a:cubicBezTo>
                  <a:close/>
                  <a:moveTo>
                    <a:pt x="4909" y="12764"/>
                  </a:moveTo>
                  <a:lnTo>
                    <a:pt x="8836" y="12764"/>
                  </a:lnTo>
                  <a:cubicBezTo>
                    <a:pt x="9378" y="12764"/>
                    <a:pt x="9818" y="12325"/>
                    <a:pt x="9818" y="11782"/>
                  </a:cubicBezTo>
                  <a:lnTo>
                    <a:pt x="9818" y="6873"/>
                  </a:lnTo>
                  <a:cubicBezTo>
                    <a:pt x="9818" y="6331"/>
                    <a:pt x="9378" y="5891"/>
                    <a:pt x="8836" y="5891"/>
                  </a:cubicBezTo>
                  <a:lnTo>
                    <a:pt x="4909" y="5891"/>
                  </a:lnTo>
                  <a:cubicBezTo>
                    <a:pt x="4367" y="5891"/>
                    <a:pt x="3927" y="6331"/>
                    <a:pt x="3927" y="6873"/>
                  </a:cubicBezTo>
                  <a:lnTo>
                    <a:pt x="3927" y="11782"/>
                  </a:lnTo>
                  <a:cubicBezTo>
                    <a:pt x="3927" y="12325"/>
                    <a:pt x="4367" y="12764"/>
                    <a:pt x="4909" y="12764"/>
                  </a:cubicBezTo>
                  <a:moveTo>
                    <a:pt x="12273" y="10800"/>
                  </a:moveTo>
                  <a:lnTo>
                    <a:pt x="14236" y="10800"/>
                  </a:lnTo>
                  <a:cubicBezTo>
                    <a:pt x="14507" y="10800"/>
                    <a:pt x="14727" y="10580"/>
                    <a:pt x="14727" y="10309"/>
                  </a:cubicBezTo>
                  <a:cubicBezTo>
                    <a:pt x="14727" y="10038"/>
                    <a:pt x="14507" y="9818"/>
                    <a:pt x="14236" y="9818"/>
                  </a:cubicBezTo>
                  <a:lnTo>
                    <a:pt x="12273" y="9818"/>
                  </a:lnTo>
                  <a:cubicBezTo>
                    <a:pt x="12002" y="9818"/>
                    <a:pt x="11782" y="10038"/>
                    <a:pt x="11782" y="10309"/>
                  </a:cubicBezTo>
                  <a:cubicBezTo>
                    <a:pt x="11782" y="10580"/>
                    <a:pt x="12002" y="10800"/>
                    <a:pt x="12273" y="10800"/>
                  </a:cubicBezTo>
                  <a:moveTo>
                    <a:pt x="12273" y="6873"/>
                  </a:moveTo>
                  <a:lnTo>
                    <a:pt x="15218" y="6873"/>
                  </a:lnTo>
                  <a:cubicBezTo>
                    <a:pt x="15489" y="6873"/>
                    <a:pt x="15709" y="6653"/>
                    <a:pt x="15709" y="6382"/>
                  </a:cubicBezTo>
                  <a:cubicBezTo>
                    <a:pt x="15709" y="6111"/>
                    <a:pt x="15489" y="5891"/>
                    <a:pt x="15218" y="5891"/>
                  </a:cubicBezTo>
                  <a:lnTo>
                    <a:pt x="12273" y="5891"/>
                  </a:lnTo>
                  <a:cubicBezTo>
                    <a:pt x="12002" y="5891"/>
                    <a:pt x="11782" y="6111"/>
                    <a:pt x="11782" y="6382"/>
                  </a:cubicBezTo>
                  <a:cubicBezTo>
                    <a:pt x="11782" y="6653"/>
                    <a:pt x="12002" y="6873"/>
                    <a:pt x="12273" y="6873"/>
                  </a:cubicBezTo>
                  <a:moveTo>
                    <a:pt x="12273" y="8836"/>
                  </a:moveTo>
                  <a:lnTo>
                    <a:pt x="17182" y="8836"/>
                  </a:lnTo>
                  <a:cubicBezTo>
                    <a:pt x="17453" y="8836"/>
                    <a:pt x="17673" y="8617"/>
                    <a:pt x="17673" y="8345"/>
                  </a:cubicBezTo>
                  <a:cubicBezTo>
                    <a:pt x="17673" y="8075"/>
                    <a:pt x="17453" y="7855"/>
                    <a:pt x="17182" y="7855"/>
                  </a:cubicBezTo>
                  <a:lnTo>
                    <a:pt x="12273" y="7855"/>
                  </a:lnTo>
                  <a:cubicBezTo>
                    <a:pt x="12002" y="7855"/>
                    <a:pt x="11782" y="8075"/>
                    <a:pt x="11782" y="8345"/>
                  </a:cubicBezTo>
                  <a:cubicBezTo>
                    <a:pt x="11782" y="8617"/>
                    <a:pt x="12002" y="8836"/>
                    <a:pt x="12273" y="8836"/>
                  </a:cubicBezTo>
                </a:path>
              </a:pathLst>
            </a:custGeom>
            <a:solidFill>
              <a:schemeClr val="bg1"/>
            </a:solidFill>
            <a:ln w="12700">
              <a:noFill/>
              <a:miter lim="400000"/>
            </a:ln>
          </p:spPr>
          <p:txBody>
            <a:bodyPr lIns="38090" tIns="38090" rIns="38090" bIns="38090" anchor="ctr"/>
            <a:lstStyle/>
            <a:p>
              <a:pPr defTabSz="45707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solidFill>
                  <a:schemeClr val="bg1"/>
                </a:solidFill>
                <a:latin typeface="+mj-lt"/>
              </a:endParaRPr>
            </a:p>
          </p:txBody>
        </p:sp>
        <p:sp>
          <p:nvSpPr>
            <p:cNvPr id="15" name="Shape 2617">
              <a:extLst>
                <a:ext uri="{FF2B5EF4-FFF2-40B4-BE49-F238E27FC236}">
                  <a16:creationId xmlns:a16="http://schemas.microsoft.com/office/drawing/2014/main" id="{9D259E56-EE37-C52E-3A11-E0103C23C833}"/>
                </a:ext>
              </a:extLst>
            </p:cNvPr>
            <p:cNvSpPr/>
            <p:nvPr/>
          </p:nvSpPr>
          <p:spPr>
            <a:xfrm>
              <a:off x="1695011" y="3507576"/>
              <a:ext cx="601217" cy="491959"/>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solidFill>
              <a:schemeClr val="bg1"/>
            </a:solidFill>
            <a:ln w="12700">
              <a:noFill/>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solidFill>
                  <a:schemeClr val="bg1"/>
                </a:solidFill>
                <a:latin typeface="+mj-lt"/>
              </a:endParaRPr>
            </a:p>
          </p:txBody>
        </p:sp>
      </p:grpSp>
    </p:spTree>
    <p:extLst>
      <p:ext uri="{BB962C8B-B14F-4D97-AF65-F5344CB8AC3E}">
        <p14:creationId xmlns:p14="http://schemas.microsoft.com/office/powerpoint/2010/main" val="1623634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a:extLst>
              <a:ext uri="{FF2B5EF4-FFF2-40B4-BE49-F238E27FC236}">
                <a16:creationId xmlns:a16="http://schemas.microsoft.com/office/drawing/2014/main" id="{265C58AF-D568-3626-9421-461F13CCD9BB}"/>
              </a:ext>
            </a:extLst>
          </p:cNvPr>
          <p:cNvSpPr>
            <a:spLocks noGrp="1"/>
          </p:cNvSpPr>
          <p:nvPr>
            <p:ph type="title"/>
          </p:nvPr>
        </p:nvSpPr>
        <p:spPr/>
        <p:txBody>
          <a:bodyPr/>
          <a:lstStyle/>
          <a:p>
            <a:endParaRPr lang="en-US"/>
          </a:p>
        </p:txBody>
      </p:sp>
      <p:sp>
        <p:nvSpPr>
          <p:cNvPr id="3" name="Freeform: Shape 2">
            <a:extLst>
              <a:ext uri="{FF2B5EF4-FFF2-40B4-BE49-F238E27FC236}">
                <a16:creationId xmlns:a16="http://schemas.microsoft.com/office/drawing/2014/main" id="{B0175B25-4347-6814-F757-2E92356981D8}"/>
              </a:ext>
            </a:extLst>
          </p:cNvPr>
          <p:cNvSpPr/>
          <p:nvPr/>
        </p:nvSpPr>
        <p:spPr>
          <a:xfrm>
            <a:off x="2886299" y="1158078"/>
            <a:ext cx="1752607" cy="2018683"/>
          </a:xfrm>
          <a:custGeom>
            <a:avLst/>
            <a:gdLst>
              <a:gd name="connsiteX0" fmla="*/ 184081 w 1752607"/>
              <a:gd name="connsiteY0" fmla="*/ 2018683 h 2018683"/>
              <a:gd name="connsiteX1" fmla="*/ 68110 w 1752607"/>
              <a:gd name="connsiteY1" fmla="*/ 1978799 h 2018683"/>
              <a:gd name="connsiteX2" fmla="*/ 0 w 1752607"/>
              <a:gd name="connsiteY2" fmla="*/ 1826778 h 2018683"/>
              <a:gd name="connsiteX3" fmla="*/ 0 w 1752607"/>
              <a:gd name="connsiteY3" fmla="*/ 191830 h 2018683"/>
              <a:gd name="connsiteX4" fmla="*/ 68110 w 1752607"/>
              <a:gd name="connsiteY4" fmla="*/ 39809 h 2018683"/>
              <a:gd name="connsiteX5" fmla="*/ 231022 w 1752607"/>
              <a:gd name="connsiteY5" fmla="*/ 5141 h 2018683"/>
              <a:gd name="connsiteX6" fmla="*/ 1527875 w 1752607"/>
              <a:gd name="connsiteY6" fmla="*/ 283410 h 2018683"/>
              <a:gd name="connsiteX7" fmla="*/ 1752607 w 1752607"/>
              <a:gd name="connsiteY7" fmla="*/ 561373 h 2018683"/>
              <a:gd name="connsiteX8" fmla="*/ 1752607 w 1752607"/>
              <a:gd name="connsiteY8" fmla="*/ 1457082 h 2018683"/>
              <a:gd name="connsiteX9" fmla="*/ 1527875 w 1752607"/>
              <a:gd name="connsiteY9" fmla="*/ 1735198 h 2018683"/>
              <a:gd name="connsiteX10" fmla="*/ 231022 w 1752607"/>
              <a:gd name="connsiteY10" fmla="*/ 2013467 h 2018683"/>
              <a:gd name="connsiteX11" fmla="*/ 184081 w 1752607"/>
              <a:gd name="connsiteY11" fmla="*/ 2018530 h 2018683"/>
              <a:gd name="connsiteX12" fmla="*/ 184235 w 1752607"/>
              <a:gd name="connsiteY12" fmla="*/ 30605 h 2018683"/>
              <a:gd name="connsiteX13" fmla="*/ 87439 w 1752607"/>
              <a:gd name="connsiteY13" fmla="*/ 63587 h 2018683"/>
              <a:gd name="connsiteX14" fmla="*/ 30680 w 1752607"/>
              <a:gd name="connsiteY14" fmla="*/ 191830 h 2018683"/>
              <a:gd name="connsiteX15" fmla="*/ 30680 w 1752607"/>
              <a:gd name="connsiteY15" fmla="*/ 1826778 h 2018683"/>
              <a:gd name="connsiteX16" fmla="*/ 87439 w 1752607"/>
              <a:gd name="connsiteY16" fmla="*/ 1955022 h 2018683"/>
              <a:gd name="connsiteX17" fmla="*/ 224733 w 1752607"/>
              <a:gd name="connsiteY17" fmla="*/ 1983554 h 2018683"/>
              <a:gd name="connsiteX18" fmla="*/ 1521585 w 1752607"/>
              <a:gd name="connsiteY18" fmla="*/ 1705285 h 2018683"/>
              <a:gd name="connsiteX19" fmla="*/ 1722081 w 1752607"/>
              <a:gd name="connsiteY19" fmla="*/ 1457235 h 2018683"/>
              <a:gd name="connsiteX20" fmla="*/ 1722081 w 1752607"/>
              <a:gd name="connsiteY20" fmla="*/ 561526 h 2018683"/>
              <a:gd name="connsiteX21" fmla="*/ 1521585 w 1752607"/>
              <a:gd name="connsiteY21" fmla="*/ 313477 h 2018683"/>
              <a:gd name="connsiteX22" fmla="*/ 224579 w 1752607"/>
              <a:gd name="connsiteY22" fmla="*/ 35054 h 2018683"/>
              <a:gd name="connsiteX23" fmla="*/ 184235 w 1752607"/>
              <a:gd name="connsiteY23" fmla="*/ 30605 h 2018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607" h="2018683">
                <a:moveTo>
                  <a:pt x="184081" y="2018683"/>
                </a:moveTo>
                <a:cubicBezTo>
                  <a:pt x="140669" y="2018683"/>
                  <a:pt x="100631" y="2005031"/>
                  <a:pt x="68110" y="1978799"/>
                </a:cubicBezTo>
                <a:cubicBezTo>
                  <a:pt x="24237" y="1943363"/>
                  <a:pt x="0" y="1889366"/>
                  <a:pt x="0" y="1826778"/>
                </a:cubicBezTo>
                <a:lnTo>
                  <a:pt x="0" y="191830"/>
                </a:lnTo>
                <a:cubicBezTo>
                  <a:pt x="0" y="129242"/>
                  <a:pt x="24237" y="75245"/>
                  <a:pt x="68110" y="39809"/>
                </a:cubicBezTo>
                <a:cubicBezTo>
                  <a:pt x="111983" y="4374"/>
                  <a:pt x="169968" y="-8052"/>
                  <a:pt x="231022" y="5141"/>
                </a:cubicBezTo>
                <a:lnTo>
                  <a:pt x="1527875" y="283410"/>
                </a:lnTo>
                <a:cubicBezTo>
                  <a:pt x="1651823" y="309949"/>
                  <a:pt x="1752607" y="434664"/>
                  <a:pt x="1752607" y="561373"/>
                </a:cubicBezTo>
                <a:lnTo>
                  <a:pt x="1752607" y="1457082"/>
                </a:lnTo>
                <a:cubicBezTo>
                  <a:pt x="1752607" y="1583791"/>
                  <a:pt x="1651823" y="1708506"/>
                  <a:pt x="1527875" y="1735198"/>
                </a:cubicBezTo>
                <a:lnTo>
                  <a:pt x="231022" y="2013467"/>
                </a:lnTo>
                <a:cubicBezTo>
                  <a:pt x="215068" y="2016842"/>
                  <a:pt x="199268" y="2018530"/>
                  <a:pt x="184081" y="2018530"/>
                </a:cubicBezTo>
                <a:close/>
                <a:moveTo>
                  <a:pt x="184235" y="30605"/>
                </a:moveTo>
                <a:cubicBezTo>
                  <a:pt x="147725" y="30605"/>
                  <a:pt x="114284" y="41804"/>
                  <a:pt x="87439" y="63587"/>
                </a:cubicBezTo>
                <a:cubicBezTo>
                  <a:pt x="50776" y="93193"/>
                  <a:pt x="30680" y="138753"/>
                  <a:pt x="30680" y="191830"/>
                </a:cubicBezTo>
                <a:lnTo>
                  <a:pt x="30680" y="1826778"/>
                </a:lnTo>
                <a:cubicBezTo>
                  <a:pt x="30680" y="1879855"/>
                  <a:pt x="50776" y="1925415"/>
                  <a:pt x="87439" y="1955022"/>
                </a:cubicBezTo>
                <a:cubicBezTo>
                  <a:pt x="124102" y="1984628"/>
                  <a:pt x="172730" y="1994752"/>
                  <a:pt x="224733" y="1983554"/>
                </a:cubicBezTo>
                <a:lnTo>
                  <a:pt x="1521585" y="1705285"/>
                </a:lnTo>
                <a:cubicBezTo>
                  <a:pt x="1632188" y="1681508"/>
                  <a:pt x="1722081" y="1570292"/>
                  <a:pt x="1722081" y="1457235"/>
                </a:cubicBezTo>
                <a:lnTo>
                  <a:pt x="1722081" y="561526"/>
                </a:lnTo>
                <a:cubicBezTo>
                  <a:pt x="1722081" y="448470"/>
                  <a:pt x="1632188" y="337254"/>
                  <a:pt x="1521585" y="313477"/>
                </a:cubicBezTo>
                <a:lnTo>
                  <a:pt x="224579" y="35054"/>
                </a:lnTo>
                <a:cubicBezTo>
                  <a:pt x="210773" y="32139"/>
                  <a:pt x="197274" y="30605"/>
                  <a:pt x="184235" y="30605"/>
                </a:cubicBezTo>
                <a:close/>
              </a:path>
            </a:pathLst>
          </a:custGeom>
          <a:solidFill>
            <a:srgbClr val="00B0F0"/>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schemeClr val="bg1"/>
              </a:solidFill>
              <a:latin typeface="+mj-lt"/>
            </a:endParaRPr>
          </a:p>
        </p:txBody>
      </p:sp>
      <p:sp>
        <p:nvSpPr>
          <p:cNvPr id="4" name="TextBox 3">
            <a:extLst>
              <a:ext uri="{FF2B5EF4-FFF2-40B4-BE49-F238E27FC236}">
                <a16:creationId xmlns:a16="http://schemas.microsoft.com/office/drawing/2014/main" id="{0BBAEF72-DAD4-503A-61C0-6C6B9459AC93}"/>
              </a:ext>
            </a:extLst>
          </p:cNvPr>
          <p:cNvSpPr txBox="1"/>
          <p:nvPr/>
        </p:nvSpPr>
        <p:spPr>
          <a:xfrm>
            <a:off x="2911762" y="2316904"/>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chemeClr val="bg1"/>
                </a:solidFill>
                <a:latin typeface="Lato"/>
                <a:cs typeface="Lato"/>
              </a:rPr>
              <a:t>T</a:t>
            </a:r>
            <a:r>
              <a:rPr lang="en-IN" b="1" spc="-10" err="1">
                <a:solidFill>
                  <a:schemeClr val="bg1"/>
                </a:solidFill>
                <a:latin typeface="Lato"/>
                <a:cs typeface="Lato"/>
              </a:rPr>
              <a:t>itle</a:t>
            </a:r>
            <a:endParaRPr lang="en-IN" sz="1800">
              <a:solidFill>
                <a:schemeClr val="bg1"/>
              </a:solidFill>
              <a:latin typeface="Lato"/>
              <a:cs typeface="Lato"/>
            </a:endParaRPr>
          </a:p>
        </p:txBody>
      </p:sp>
      <p:sp>
        <p:nvSpPr>
          <p:cNvPr id="5" name="Freeform: Shape 4">
            <a:extLst>
              <a:ext uri="{FF2B5EF4-FFF2-40B4-BE49-F238E27FC236}">
                <a16:creationId xmlns:a16="http://schemas.microsoft.com/office/drawing/2014/main" id="{0A27FE21-5278-6C2D-09FB-76E1323A1592}"/>
              </a:ext>
            </a:extLst>
          </p:cNvPr>
          <p:cNvSpPr/>
          <p:nvPr/>
        </p:nvSpPr>
        <p:spPr>
          <a:xfrm>
            <a:off x="5304060" y="1291156"/>
            <a:ext cx="1752607" cy="1752607"/>
          </a:xfrm>
          <a:custGeom>
            <a:avLst/>
            <a:gdLst>
              <a:gd name="connsiteX0" fmla="*/ 1519898 w 1752607"/>
              <a:gd name="connsiteY0" fmla="*/ 1752607 h 1752607"/>
              <a:gd name="connsiteX1" fmla="*/ 232709 w 1752607"/>
              <a:gd name="connsiteY1" fmla="*/ 1752607 h 1752607"/>
              <a:gd name="connsiteX2" fmla="*/ 0 w 1752607"/>
              <a:gd name="connsiteY2" fmla="*/ 1519898 h 1752607"/>
              <a:gd name="connsiteX3" fmla="*/ 0 w 1752607"/>
              <a:gd name="connsiteY3" fmla="*/ 232709 h 1752607"/>
              <a:gd name="connsiteX4" fmla="*/ 232709 w 1752607"/>
              <a:gd name="connsiteY4" fmla="*/ 0 h 1752607"/>
              <a:gd name="connsiteX5" fmla="*/ 1519898 w 1752607"/>
              <a:gd name="connsiteY5" fmla="*/ 0 h 1752607"/>
              <a:gd name="connsiteX6" fmla="*/ 1752607 w 1752607"/>
              <a:gd name="connsiteY6" fmla="*/ 232709 h 1752607"/>
              <a:gd name="connsiteX7" fmla="*/ 1752607 w 1752607"/>
              <a:gd name="connsiteY7" fmla="*/ 1519898 h 1752607"/>
              <a:gd name="connsiteX8" fmla="*/ 1519898 w 1752607"/>
              <a:gd name="connsiteY8" fmla="*/ 1752607 h 1752607"/>
              <a:gd name="connsiteX9" fmla="*/ 232709 w 1752607"/>
              <a:gd name="connsiteY9" fmla="*/ 30680 h 1752607"/>
              <a:gd name="connsiteX10" fmla="*/ 30680 w 1752607"/>
              <a:gd name="connsiteY10" fmla="*/ 232709 h 1752607"/>
              <a:gd name="connsiteX11" fmla="*/ 30680 w 1752607"/>
              <a:gd name="connsiteY11" fmla="*/ 1519898 h 1752607"/>
              <a:gd name="connsiteX12" fmla="*/ 232709 w 1752607"/>
              <a:gd name="connsiteY12" fmla="*/ 1721927 h 1752607"/>
              <a:gd name="connsiteX13" fmla="*/ 1519898 w 1752607"/>
              <a:gd name="connsiteY13" fmla="*/ 1721927 h 1752607"/>
              <a:gd name="connsiteX14" fmla="*/ 1721927 w 1752607"/>
              <a:gd name="connsiteY14" fmla="*/ 1519898 h 1752607"/>
              <a:gd name="connsiteX15" fmla="*/ 1721927 w 1752607"/>
              <a:gd name="connsiteY15" fmla="*/ 232709 h 1752607"/>
              <a:gd name="connsiteX16" fmla="*/ 1519898 w 1752607"/>
              <a:gd name="connsiteY16" fmla="*/ 30680 h 1752607"/>
              <a:gd name="connsiteX17" fmla="*/ 232709 w 1752607"/>
              <a:gd name="connsiteY17" fmla="*/ 30680 h 175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2607" h="1752607">
                <a:moveTo>
                  <a:pt x="1519898" y="1752607"/>
                </a:moveTo>
                <a:lnTo>
                  <a:pt x="232709" y="1752607"/>
                </a:lnTo>
                <a:cubicBezTo>
                  <a:pt x="104313" y="1752607"/>
                  <a:pt x="0" y="1648141"/>
                  <a:pt x="0" y="1519898"/>
                </a:cubicBezTo>
                <a:lnTo>
                  <a:pt x="0" y="232709"/>
                </a:lnTo>
                <a:cubicBezTo>
                  <a:pt x="0" y="104313"/>
                  <a:pt x="104466" y="0"/>
                  <a:pt x="232709" y="0"/>
                </a:cubicBezTo>
                <a:lnTo>
                  <a:pt x="1519898" y="0"/>
                </a:lnTo>
                <a:cubicBezTo>
                  <a:pt x="1648294" y="0"/>
                  <a:pt x="1752607" y="104466"/>
                  <a:pt x="1752607" y="232709"/>
                </a:cubicBezTo>
                <a:lnTo>
                  <a:pt x="1752607" y="1519898"/>
                </a:lnTo>
                <a:cubicBezTo>
                  <a:pt x="1752607" y="1648294"/>
                  <a:pt x="1648141" y="1752607"/>
                  <a:pt x="1519898" y="1752607"/>
                </a:cubicBezTo>
                <a:close/>
                <a:moveTo>
                  <a:pt x="232709" y="30680"/>
                </a:moveTo>
                <a:cubicBezTo>
                  <a:pt x="121340" y="30680"/>
                  <a:pt x="30680" y="121340"/>
                  <a:pt x="30680" y="232709"/>
                </a:cubicBezTo>
                <a:lnTo>
                  <a:pt x="30680" y="1519898"/>
                </a:lnTo>
                <a:cubicBezTo>
                  <a:pt x="30680" y="1631267"/>
                  <a:pt x="121340" y="1721927"/>
                  <a:pt x="232709" y="1721927"/>
                </a:cubicBezTo>
                <a:lnTo>
                  <a:pt x="1519898" y="1721927"/>
                </a:lnTo>
                <a:cubicBezTo>
                  <a:pt x="1631267" y="1721927"/>
                  <a:pt x="1721927" y="1631267"/>
                  <a:pt x="1721927" y="1519898"/>
                </a:cubicBezTo>
                <a:lnTo>
                  <a:pt x="1721927" y="232709"/>
                </a:lnTo>
                <a:cubicBezTo>
                  <a:pt x="1721927" y="121340"/>
                  <a:pt x="1631267" y="30680"/>
                  <a:pt x="1519898" y="30680"/>
                </a:cubicBezTo>
                <a:lnTo>
                  <a:pt x="232709" y="30680"/>
                </a:lnTo>
                <a:close/>
              </a:path>
            </a:pathLst>
          </a:custGeom>
          <a:solidFill>
            <a:schemeClr val="accent4"/>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schemeClr val="bg1"/>
              </a:solidFill>
              <a:latin typeface="+mj-lt"/>
            </a:endParaRPr>
          </a:p>
        </p:txBody>
      </p:sp>
      <p:sp>
        <p:nvSpPr>
          <p:cNvPr id="6" name="TextBox 5">
            <a:extLst>
              <a:ext uri="{FF2B5EF4-FFF2-40B4-BE49-F238E27FC236}">
                <a16:creationId xmlns:a16="http://schemas.microsoft.com/office/drawing/2014/main" id="{D6C9B4A0-90BA-1B3E-7493-4D954B3FB5E6}"/>
              </a:ext>
            </a:extLst>
          </p:cNvPr>
          <p:cNvSpPr txBox="1"/>
          <p:nvPr/>
        </p:nvSpPr>
        <p:spPr>
          <a:xfrm>
            <a:off x="5322721" y="2316904"/>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chemeClr val="bg1"/>
                </a:solidFill>
                <a:latin typeface="Lato"/>
                <a:cs typeface="Lato"/>
              </a:rPr>
              <a:t>T</a:t>
            </a:r>
            <a:r>
              <a:rPr lang="en-IN" b="1" spc="-10" err="1">
                <a:solidFill>
                  <a:schemeClr val="bg1"/>
                </a:solidFill>
                <a:latin typeface="Lato"/>
                <a:cs typeface="Lato"/>
              </a:rPr>
              <a:t>itle</a:t>
            </a:r>
            <a:endParaRPr lang="en-IN" sz="1800">
              <a:solidFill>
                <a:schemeClr val="bg1"/>
              </a:solidFill>
              <a:latin typeface="Lato"/>
              <a:cs typeface="Lato"/>
            </a:endParaRPr>
          </a:p>
        </p:txBody>
      </p:sp>
      <p:sp>
        <p:nvSpPr>
          <p:cNvPr id="7" name="Freeform: Shape 6">
            <a:extLst>
              <a:ext uri="{FF2B5EF4-FFF2-40B4-BE49-F238E27FC236}">
                <a16:creationId xmlns:a16="http://schemas.microsoft.com/office/drawing/2014/main" id="{13B30976-0CD9-1CA9-8CAE-E78B1682293D}"/>
              </a:ext>
            </a:extLst>
          </p:cNvPr>
          <p:cNvSpPr/>
          <p:nvPr/>
        </p:nvSpPr>
        <p:spPr>
          <a:xfrm>
            <a:off x="7561339" y="1157925"/>
            <a:ext cx="1752607" cy="2018836"/>
          </a:xfrm>
          <a:custGeom>
            <a:avLst/>
            <a:gdLst>
              <a:gd name="connsiteX0" fmla="*/ 1568526 w 1752607"/>
              <a:gd name="connsiteY0" fmla="*/ 2018837 h 2018836"/>
              <a:gd name="connsiteX1" fmla="*/ 1521585 w 1752607"/>
              <a:gd name="connsiteY1" fmla="*/ 2013774 h 2018836"/>
              <a:gd name="connsiteX2" fmla="*/ 224733 w 1752607"/>
              <a:gd name="connsiteY2" fmla="*/ 1735505 h 2018836"/>
              <a:gd name="connsiteX3" fmla="*/ 0 w 1752607"/>
              <a:gd name="connsiteY3" fmla="*/ 1457389 h 2018836"/>
              <a:gd name="connsiteX4" fmla="*/ 0 w 1752607"/>
              <a:gd name="connsiteY4" fmla="*/ 561680 h 2018836"/>
              <a:gd name="connsiteX5" fmla="*/ 224733 w 1752607"/>
              <a:gd name="connsiteY5" fmla="*/ 283717 h 2018836"/>
              <a:gd name="connsiteX6" fmla="*/ 1521585 w 1752607"/>
              <a:gd name="connsiteY6" fmla="*/ 5141 h 2018836"/>
              <a:gd name="connsiteX7" fmla="*/ 1684497 w 1752607"/>
              <a:gd name="connsiteY7" fmla="*/ 39809 h 2018836"/>
              <a:gd name="connsiteX8" fmla="*/ 1752607 w 1752607"/>
              <a:gd name="connsiteY8" fmla="*/ 191830 h 2018836"/>
              <a:gd name="connsiteX9" fmla="*/ 1752607 w 1752607"/>
              <a:gd name="connsiteY9" fmla="*/ 1826778 h 2018836"/>
              <a:gd name="connsiteX10" fmla="*/ 1684497 w 1752607"/>
              <a:gd name="connsiteY10" fmla="*/ 1978799 h 2018836"/>
              <a:gd name="connsiteX11" fmla="*/ 1568526 w 1752607"/>
              <a:gd name="connsiteY11" fmla="*/ 2018683 h 2018836"/>
              <a:gd name="connsiteX12" fmla="*/ 1568373 w 1752607"/>
              <a:gd name="connsiteY12" fmla="*/ 30759 h 2018836"/>
              <a:gd name="connsiteX13" fmla="*/ 1528028 w 1752607"/>
              <a:gd name="connsiteY13" fmla="*/ 35207 h 2018836"/>
              <a:gd name="connsiteX14" fmla="*/ 231176 w 1752607"/>
              <a:gd name="connsiteY14" fmla="*/ 313477 h 2018836"/>
              <a:gd name="connsiteX15" fmla="*/ 30680 w 1752607"/>
              <a:gd name="connsiteY15" fmla="*/ 561526 h 2018836"/>
              <a:gd name="connsiteX16" fmla="*/ 30680 w 1752607"/>
              <a:gd name="connsiteY16" fmla="*/ 1457235 h 2018836"/>
              <a:gd name="connsiteX17" fmla="*/ 231176 w 1752607"/>
              <a:gd name="connsiteY17" fmla="*/ 1705285 h 2018836"/>
              <a:gd name="connsiteX18" fmla="*/ 1528028 w 1752607"/>
              <a:gd name="connsiteY18" fmla="*/ 1983554 h 2018836"/>
              <a:gd name="connsiteX19" fmla="*/ 1665322 w 1752607"/>
              <a:gd name="connsiteY19" fmla="*/ 1955022 h 2018836"/>
              <a:gd name="connsiteX20" fmla="*/ 1722081 w 1752607"/>
              <a:gd name="connsiteY20" fmla="*/ 1826778 h 2018836"/>
              <a:gd name="connsiteX21" fmla="*/ 1722081 w 1752607"/>
              <a:gd name="connsiteY21" fmla="*/ 191983 h 2018836"/>
              <a:gd name="connsiteX22" fmla="*/ 1665322 w 1752607"/>
              <a:gd name="connsiteY22" fmla="*/ 63740 h 2018836"/>
              <a:gd name="connsiteX23" fmla="*/ 1568526 w 1752607"/>
              <a:gd name="connsiteY23" fmla="*/ 30759 h 20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607" h="2018836">
                <a:moveTo>
                  <a:pt x="1568526" y="2018837"/>
                </a:moveTo>
                <a:cubicBezTo>
                  <a:pt x="1553186" y="2018837"/>
                  <a:pt x="1537539" y="2017149"/>
                  <a:pt x="1521585" y="2013774"/>
                </a:cubicBezTo>
                <a:lnTo>
                  <a:pt x="224733" y="1735505"/>
                </a:lnTo>
                <a:cubicBezTo>
                  <a:pt x="100785" y="1708966"/>
                  <a:pt x="0" y="1584251"/>
                  <a:pt x="0" y="1457389"/>
                </a:cubicBezTo>
                <a:lnTo>
                  <a:pt x="0" y="561680"/>
                </a:lnTo>
                <a:cubicBezTo>
                  <a:pt x="0" y="434971"/>
                  <a:pt x="100785" y="310255"/>
                  <a:pt x="224733" y="283717"/>
                </a:cubicBezTo>
                <a:lnTo>
                  <a:pt x="1521585" y="5141"/>
                </a:lnTo>
                <a:cubicBezTo>
                  <a:pt x="1582793" y="-8052"/>
                  <a:pt x="1640625" y="4374"/>
                  <a:pt x="1684497" y="39809"/>
                </a:cubicBezTo>
                <a:cubicBezTo>
                  <a:pt x="1728524" y="75245"/>
                  <a:pt x="1752607" y="129396"/>
                  <a:pt x="1752607" y="191830"/>
                </a:cubicBezTo>
                <a:lnTo>
                  <a:pt x="1752607" y="1826778"/>
                </a:lnTo>
                <a:cubicBezTo>
                  <a:pt x="1752607" y="1889366"/>
                  <a:pt x="1728370" y="1943363"/>
                  <a:pt x="1684497" y="1978799"/>
                </a:cubicBezTo>
                <a:cubicBezTo>
                  <a:pt x="1651976" y="2005030"/>
                  <a:pt x="1611939" y="2018683"/>
                  <a:pt x="1568526" y="2018683"/>
                </a:cubicBezTo>
                <a:close/>
                <a:moveTo>
                  <a:pt x="1568373" y="30759"/>
                </a:moveTo>
                <a:cubicBezTo>
                  <a:pt x="1555180" y="30759"/>
                  <a:pt x="1541681" y="32139"/>
                  <a:pt x="1528028" y="35207"/>
                </a:cubicBezTo>
                <a:lnTo>
                  <a:pt x="231176" y="313477"/>
                </a:lnTo>
                <a:cubicBezTo>
                  <a:pt x="120573" y="337254"/>
                  <a:pt x="30680" y="448470"/>
                  <a:pt x="30680" y="561526"/>
                </a:cubicBezTo>
                <a:lnTo>
                  <a:pt x="30680" y="1457235"/>
                </a:lnTo>
                <a:cubicBezTo>
                  <a:pt x="30680" y="1570292"/>
                  <a:pt x="120573" y="1681508"/>
                  <a:pt x="231176" y="1705285"/>
                </a:cubicBezTo>
                <a:lnTo>
                  <a:pt x="1528028" y="1983554"/>
                </a:lnTo>
                <a:cubicBezTo>
                  <a:pt x="1580031" y="1994753"/>
                  <a:pt x="1628660" y="1984475"/>
                  <a:pt x="1665322" y="1955022"/>
                </a:cubicBezTo>
                <a:cubicBezTo>
                  <a:pt x="1701985" y="1925415"/>
                  <a:pt x="1722081" y="1879855"/>
                  <a:pt x="1722081" y="1826778"/>
                </a:cubicBezTo>
                <a:lnTo>
                  <a:pt x="1722081" y="191983"/>
                </a:lnTo>
                <a:cubicBezTo>
                  <a:pt x="1722081" y="138906"/>
                  <a:pt x="1701985" y="93346"/>
                  <a:pt x="1665322" y="63740"/>
                </a:cubicBezTo>
                <a:cubicBezTo>
                  <a:pt x="1638477" y="41957"/>
                  <a:pt x="1604883" y="30759"/>
                  <a:pt x="1568526" y="30759"/>
                </a:cubicBezTo>
                <a:close/>
              </a:path>
            </a:pathLst>
          </a:custGeom>
          <a:solidFill>
            <a:srgbClr val="00B0F0"/>
          </a:solidFill>
          <a:ln w="1533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schemeClr val="bg1"/>
              </a:solidFill>
              <a:latin typeface="+mj-lt"/>
            </a:endParaRPr>
          </a:p>
        </p:txBody>
      </p:sp>
      <p:sp>
        <p:nvSpPr>
          <p:cNvPr id="8" name="TextBox 7">
            <a:extLst>
              <a:ext uri="{FF2B5EF4-FFF2-40B4-BE49-F238E27FC236}">
                <a16:creationId xmlns:a16="http://schemas.microsoft.com/office/drawing/2014/main" id="{E2DB6747-0769-5E86-318D-9E5942FFFAF3}"/>
              </a:ext>
            </a:extLst>
          </p:cNvPr>
          <p:cNvSpPr txBox="1"/>
          <p:nvPr/>
        </p:nvSpPr>
        <p:spPr>
          <a:xfrm>
            <a:off x="7563772" y="2316904"/>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chemeClr val="bg1"/>
                </a:solidFill>
                <a:latin typeface="Lato"/>
                <a:cs typeface="Lato"/>
              </a:rPr>
              <a:t>T</a:t>
            </a:r>
            <a:r>
              <a:rPr lang="en-IN" b="1" spc="-10" err="1">
                <a:solidFill>
                  <a:schemeClr val="bg1"/>
                </a:solidFill>
                <a:latin typeface="Lato"/>
                <a:cs typeface="Lato"/>
              </a:rPr>
              <a:t>itle</a:t>
            </a:r>
            <a:endParaRPr lang="en-IN" sz="1800">
              <a:solidFill>
                <a:schemeClr val="bg1"/>
              </a:solidFill>
              <a:latin typeface="Lato"/>
              <a:cs typeface="Lato"/>
            </a:endParaRPr>
          </a:p>
        </p:txBody>
      </p:sp>
      <p:sp>
        <p:nvSpPr>
          <p:cNvPr id="9" name="Freeform: Shape 8">
            <a:extLst>
              <a:ext uri="{FF2B5EF4-FFF2-40B4-BE49-F238E27FC236}">
                <a16:creationId xmlns:a16="http://schemas.microsoft.com/office/drawing/2014/main" id="{E69268C0-6BC3-DABA-D15F-2271BF22E26E}"/>
              </a:ext>
            </a:extLst>
          </p:cNvPr>
          <p:cNvSpPr/>
          <p:nvPr/>
        </p:nvSpPr>
        <p:spPr>
          <a:xfrm>
            <a:off x="9898859" y="1157925"/>
            <a:ext cx="1752453" cy="2018836"/>
          </a:xfrm>
          <a:custGeom>
            <a:avLst/>
            <a:gdLst>
              <a:gd name="connsiteX0" fmla="*/ 1568526 w 1752453"/>
              <a:gd name="connsiteY0" fmla="*/ 2018837 h 2018836"/>
              <a:gd name="connsiteX1" fmla="*/ 1521585 w 1752453"/>
              <a:gd name="connsiteY1" fmla="*/ 2013774 h 2018836"/>
              <a:gd name="connsiteX2" fmla="*/ 224732 w 1752453"/>
              <a:gd name="connsiteY2" fmla="*/ 1735505 h 2018836"/>
              <a:gd name="connsiteX3" fmla="*/ 0 w 1752453"/>
              <a:gd name="connsiteY3" fmla="*/ 1457389 h 2018836"/>
              <a:gd name="connsiteX4" fmla="*/ 0 w 1752453"/>
              <a:gd name="connsiteY4" fmla="*/ 561680 h 2018836"/>
              <a:gd name="connsiteX5" fmla="*/ 224732 w 1752453"/>
              <a:gd name="connsiteY5" fmla="*/ 283717 h 2018836"/>
              <a:gd name="connsiteX6" fmla="*/ 1521432 w 1752453"/>
              <a:gd name="connsiteY6" fmla="*/ 5141 h 2018836"/>
              <a:gd name="connsiteX7" fmla="*/ 1684344 w 1752453"/>
              <a:gd name="connsiteY7" fmla="*/ 39809 h 2018836"/>
              <a:gd name="connsiteX8" fmla="*/ 1752454 w 1752453"/>
              <a:gd name="connsiteY8" fmla="*/ 191830 h 2018836"/>
              <a:gd name="connsiteX9" fmla="*/ 1752454 w 1752453"/>
              <a:gd name="connsiteY9" fmla="*/ 1826778 h 2018836"/>
              <a:gd name="connsiteX10" fmla="*/ 1684344 w 1752453"/>
              <a:gd name="connsiteY10" fmla="*/ 1978799 h 2018836"/>
              <a:gd name="connsiteX11" fmla="*/ 1568373 w 1752453"/>
              <a:gd name="connsiteY11" fmla="*/ 2018683 h 2018836"/>
              <a:gd name="connsiteX12" fmla="*/ 1568373 w 1752453"/>
              <a:gd name="connsiteY12" fmla="*/ 30759 h 2018836"/>
              <a:gd name="connsiteX13" fmla="*/ 1528028 w 1752453"/>
              <a:gd name="connsiteY13" fmla="*/ 35207 h 2018836"/>
              <a:gd name="connsiteX14" fmla="*/ 231176 w 1752453"/>
              <a:gd name="connsiteY14" fmla="*/ 313477 h 2018836"/>
              <a:gd name="connsiteX15" fmla="*/ 30680 w 1752453"/>
              <a:gd name="connsiteY15" fmla="*/ 561526 h 2018836"/>
              <a:gd name="connsiteX16" fmla="*/ 30680 w 1752453"/>
              <a:gd name="connsiteY16" fmla="*/ 1457235 h 2018836"/>
              <a:gd name="connsiteX17" fmla="*/ 231176 w 1752453"/>
              <a:gd name="connsiteY17" fmla="*/ 1705285 h 2018836"/>
              <a:gd name="connsiteX18" fmla="*/ 1528028 w 1752453"/>
              <a:gd name="connsiteY18" fmla="*/ 1983554 h 2018836"/>
              <a:gd name="connsiteX19" fmla="*/ 1665322 w 1752453"/>
              <a:gd name="connsiteY19" fmla="*/ 1955022 h 2018836"/>
              <a:gd name="connsiteX20" fmla="*/ 1722081 w 1752453"/>
              <a:gd name="connsiteY20" fmla="*/ 1826778 h 2018836"/>
              <a:gd name="connsiteX21" fmla="*/ 1722081 w 1752453"/>
              <a:gd name="connsiteY21" fmla="*/ 191983 h 2018836"/>
              <a:gd name="connsiteX22" fmla="*/ 1665322 w 1752453"/>
              <a:gd name="connsiteY22" fmla="*/ 63740 h 2018836"/>
              <a:gd name="connsiteX23" fmla="*/ 1568526 w 1752453"/>
              <a:gd name="connsiteY23" fmla="*/ 30759 h 20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453" h="2018836">
                <a:moveTo>
                  <a:pt x="1568526" y="2018837"/>
                </a:moveTo>
                <a:cubicBezTo>
                  <a:pt x="1553186" y="2018837"/>
                  <a:pt x="1537539" y="2017149"/>
                  <a:pt x="1521585" y="2013774"/>
                </a:cubicBezTo>
                <a:lnTo>
                  <a:pt x="224732" y="1735505"/>
                </a:lnTo>
                <a:cubicBezTo>
                  <a:pt x="100785" y="1708966"/>
                  <a:pt x="0" y="1584251"/>
                  <a:pt x="0" y="1457389"/>
                </a:cubicBezTo>
                <a:lnTo>
                  <a:pt x="0" y="561680"/>
                </a:lnTo>
                <a:cubicBezTo>
                  <a:pt x="0" y="434971"/>
                  <a:pt x="100785" y="310255"/>
                  <a:pt x="224732" y="283717"/>
                </a:cubicBezTo>
                <a:lnTo>
                  <a:pt x="1521432" y="5141"/>
                </a:lnTo>
                <a:cubicBezTo>
                  <a:pt x="1582639" y="-8052"/>
                  <a:pt x="1640471" y="4374"/>
                  <a:pt x="1684344" y="39809"/>
                </a:cubicBezTo>
                <a:cubicBezTo>
                  <a:pt x="1728370" y="75245"/>
                  <a:pt x="1752454" y="129396"/>
                  <a:pt x="1752454" y="191830"/>
                </a:cubicBezTo>
                <a:lnTo>
                  <a:pt x="1752454" y="1826778"/>
                </a:lnTo>
                <a:cubicBezTo>
                  <a:pt x="1752454" y="1889366"/>
                  <a:pt x="1728216" y="1943363"/>
                  <a:pt x="1684344" y="1978799"/>
                </a:cubicBezTo>
                <a:cubicBezTo>
                  <a:pt x="1651823" y="2005030"/>
                  <a:pt x="1611785" y="2018683"/>
                  <a:pt x="1568373" y="2018683"/>
                </a:cubicBezTo>
                <a:close/>
                <a:moveTo>
                  <a:pt x="1568373" y="30759"/>
                </a:moveTo>
                <a:cubicBezTo>
                  <a:pt x="1555180" y="30759"/>
                  <a:pt x="1541681" y="32139"/>
                  <a:pt x="1528028" y="35207"/>
                </a:cubicBezTo>
                <a:lnTo>
                  <a:pt x="231176" y="313477"/>
                </a:lnTo>
                <a:cubicBezTo>
                  <a:pt x="120573" y="337254"/>
                  <a:pt x="30680" y="448470"/>
                  <a:pt x="30680" y="561526"/>
                </a:cubicBezTo>
                <a:lnTo>
                  <a:pt x="30680" y="1457235"/>
                </a:lnTo>
                <a:cubicBezTo>
                  <a:pt x="30680" y="1570292"/>
                  <a:pt x="120573" y="1681508"/>
                  <a:pt x="231176" y="1705285"/>
                </a:cubicBezTo>
                <a:lnTo>
                  <a:pt x="1528028" y="1983554"/>
                </a:lnTo>
                <a:cubicBezTo>
                  <a:pt x="1580031" y="1994753"/>
                  <a:pt x="1628659" y="1984475"/>
                  <a:pt x="1665322" y="1955022"/>
                </a:cubicBezTo>
                <a:cubicBezTo>
                  <a:pt x="1701985" y="1925415"/>
                  <a:pt x="1722081" y="1879855"/>
                  <a:pt x="1722081" y="1826778"/>
                </a:cubicBezTo>
                <a:lnTo>
                  <a:pt x="1722081" y="191983"/>
                </a:lnTo>
                <a:cubicBezTo>
                  <a:pt x="1722081" y="138906"/>
                  <a:pt x="1701985" y="93346"/>
                  <a:pt x="1665322" y="63740"/>
                </a:cubicBezTo>
                <a:cubicBezTo>
                  <a:pt x="1638477" y="41957"/>
                  <a:pt x="1604882" y="30759"/>
                  <a:pt x="1568526" y="30759"/>
                </a:cubicBezTo>
                <a:close/>
              </a:path>
            </a:pathLst>
          </a:custGeom>
          <a:solidFill>
            <a:schemeClr val="accent4"/>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schemeClr val="bg1"/>
              </a:solidFill>
              <a:latin typeface="+mj-lt"/>
            </a:endParaRPr>
          </a:p>
        </p:txBody>
      </p:sp>
      <p:sp>
        <p:nvSpPr>
          <p:cNvPr id="10" name="TextBox 9">
            <a:extLst>
              <a:ext uri="{FF2B5EF4-FFF2-40B4-BE49-F238E27FC236}">
                <a16:creationId xmlns:a16="http://schemas.microsoft.com/office/drawing/2014/main" id="{A3D46789-051A-9B89-4A31-A0ACEEB4EB3A}"/>
              </a:ext>
            </a:extLst>
          </p:cNvPr>
          <p:cNvSpPr txBox="1"/>
          <p:nvPr/>
        </p:nvSpPr>
        <p:spPr>
          <a:xfrm>
            <a:off x="9903764" y="2316904"/>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chemeClr val="bg1"/>
                </a:solidFill>
                <a:latin typeface="Lato"/>
                <a:cs typeface="Lato"/>
              </a:rPr>
              <a:t>T</a:t>
            </a:r>
            <a:r>
              <a:rPr lang="en-IN" b="1" spc="-10" err="1">
                <a:solidFill>
                  <a:schemeClr val="bg1"/>
                </a:solidFill>
                <a:latin typeface="Lato"/>
                <a:cs typeface="Lato"/>
              </a:rPr>
              <a:t>itle</a:t>
            </a:r>
            <a:endParaRPr lang="en-IN" sz="1800">
              <a:solidFill>
                <a:schemeClr val="bg1"/>
              </a:solidFill>
              <a:latin typeface="Lato"/>
              <a:cs typeface="Lato"/>
            </a:endParaRPr>
          </a:p>
        </p:txBody>
      </p:sp>
      <p:cxnSp>
        <p:nvCxnSpPr>
          <p:cNvPr id="11" name="Straight Connector 10">
            <a:extLst>
              <a:ext uri="{FF2B5EF4-FFF2-40B4-BE49-F238E27FC236}">
                <a16:creationId xmlns:a16="http://schemas.microsoft.com/office/drawing/2014/main" id="{9BD131F3-6214-8577-8D35-89549D7CA3D0}"/>
              </a:ext>
            </a:extLst>
          </p:cNvPr>
          <p:cNvCxnSpPr>
            <a:cxnSpLocks/>
          </p:cNvCxnSpPr>
          <p:nvPr/>
        </p:nvCxnSpPr>
        <p:spPr>
          <a:xfrm>
            <a:off x="1491706" y="3014046"/>
            <a:ext cx="0" cy="332939"/>
          </a:xfrm>
          <a:prstGeom prst="line">
            <a:avLst/>
          </a:prstGeom>
          <a:ln w="28575">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FEA2C784-B358-5DE4-06FD-5F32C03B2414}"/>
              </a:ext>
            </a:extLst>
          </p:cNvPr>
          <p:cNvSpPr/>
          <p:nvPr/>
        </p:nvSpPr>
        <p:spPr>
          <a:xfrm>
            <a:off x="548626" y="1158016"/>
            <a:ext cx="1752760" cy="2018745"/>
          </a:xfrm>
          <a:custGeom>
            <a:avLst/>
            <a:gdLst>
              <a:gd name="connsiteX0" fmla="*/ 184081 w 1752760"/>
              <a:gd name="connsiteY0" fmla="*/ 2018745 h 2018745"/>
              <a:gd name="connsiteX1" fmla="*/ 68110 w 1752760"/>
              <a:gd name="connsiteY1" fmla="*/ 1978861 h 2018745"/>
              <a:gd name="connsiteX2" fmla="*/ 0 w 1752760"/>
              <a:gd name="connsiteY2" fmla="*/ 1826840 h 2018745"/>
              <a:gd name="connsiteX3" fmla="*/ 0 w 1752760"/>
              <a:gd name="connsiteY3" fmla="*/ 191892 h 2018745"/>
              <a:gd name="connsiteX4" fmla="*/ 68110 w 1752760"/>
              <a:gd name="connsiteY4" fmla="*/ 39871 h 2018745"/>
              <a:gd name="connsiteX5" fmla="*/ 231175 w 1752760"/>
              <a:gd name="connsiteY5" fmla="*/ 5049 h 2018745"/>
              <a:gd name="connsiteX6" fmla="*/ 1528028 w 1752760"/>
              <a:gd name="connsiteY6" fmla="*/ 283319 h 2018745"/>
              <a:gd name="connsiteX7" fmla="*/ 1752761 w 1752760"/>
              <a:gd name="connsiteY7" fmla="*/ 561282 h 2018745"/>
              <a:gd name="connsiteX8" fmla="*/ 1752761 w 1752760"/>
              <a:gd name="connsiteY8" fmla="*/ 1456991 h 2018745"/>
              <a:gd name="connsiteX9" fmla="*/ 1528028 w 1752760"/>
              <a:gd name="connsiteY9" fmla="*/ 1735107 h 2018745"/>
              <a:gd name="connsiteX10" fmla="*/ 231175 w 1752760"/>
              <a:gd name="connsiteY10" fmla="*/ 2013376 h 2018745"/>
              <a:gd name="connsiteX11" fmla="*/ 184235 w 1752760"/>
              <a:gd name="connsiteY11" fmla="*/ 2018438 h 2018745"/>
              <a:gd name="connsiteX12" fmla="*/ 184235 w 1752760"/>
              <a:gd name="connsiteY12" fmla="*/ 30667 h 2018745"/>
              <a:gd name="connsiteX13" fmla="*/ 87439 w 1752760"/>
              <a:gd name="connsiteY13" fmla="*/ 63649 h 2018745"/>
              <a:gd name="connsiteX14" fmla="*/ 30680 w 1752760"/>
              <a:gd name="connsiteY14" fmla="*/ 191892 h 2018745"/>
              <a:gd name="connsiteX15" fmla="*/ 30680 w 1752760"/>
              <a:gd name="connsiteY15" fmla="*/ 1826840 h 2018745"/>
              <a:gd name="connsiteX16" fmla="*/ 87439 w 1752760"/>
              <a:gd name="connsiteY16" fmla="*/ 1955084 h 2018745"/>
              <a:gd name="connsiteX17" fmla="*/ 224733 w 1752760"/>
              <a:gd name="connsiteY17" fmla="*/ 1983616 h 2018745"/>
              <a:gd name="connsiteX18" fmla="*/ 1521585 w 1752760"/>
              <a:gd name="connsiteY18" fmla="*/ 1705347 h 2018745"/>
              <a:gd name="connsiteX19" fmla="*/ 1722081 w 1752760"/>
              <a:gd name="connsiteY19" fmla="*/ 1457297 h 2018745"/>
              <a:gd name="connsiteX20" fmla="*/ 1722081 w 1752760"/>
              <a:gd name="connsiteY20" fmla="*/ 561589 h 2018745"/>
              <a:gd name="connsiteX21" fmla="*/ 1521585 w 1752760"/>
              <a:gd name="connsiteY21" fmla="*/ 313539 h 2018745"/>
              <a:gd name="connsiteX22" fmla="*/ 224733 w 1752760"/>
              <a:gd name="connsiteY22" fmla="*/ 35116 h 2018745"/>
              <a:gd name="connsiteX23" fmla="*/ 184388 w 1752760"/>
              <a:gd name="connsiteY23" fmla="*/ 30667 h 20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760" h="2018745">
                <a:moveTo>
                  <a:pt x="184081" y="2018745"/>
                </a:moveTo>
                <a:cubicBezTo>
                  <a:pt x="140669" y="2018745"/>
                  <a:pt x="100631" y="2005093"/>
                  <a:pt x="68110" y="1978861"/>
                </a:cubicBezTo>
                <a:cubicBezTo>
                  <a:pt x="24237" y="1943425"/>
                  <a:pt x="0" y="1889428"/>
                  <a:pt x="0" y="1826840"/>
                </a:cubicBezTo>
                <a:lnTo>
                  <a:pt x="0" y="191892"/>
                </a:lnTo>
                <a:cubicBezTo>
                  <a:pt x="0" y="129304"/>
                  <a:pt x="24237" y="75307"/>
                  <a:pt x="68110" y="39871"/>
                </a:cubicBezTo>
                <a:cubicBezTo>
                  <a:pt x="111983" y="4436"/>
                  <a:pt x="169968" y="-7990"/>
                  <a:pt x="231175" y="5049"/>
                </a:cubicBezTo>
                <a:lnTo>
                  <a:pt x="1528028" y="283319"/>
                </a:lnTo>
                <a:cubicBezTo>
                  <a:pt x="1651976" y="309857"/>
                  <a:pt x="1752761" y="434572"/>
                  <a:pt x="1752761" y="561282"/>
                </a:cubicBezTo>
                <a:lnTo>
                  <a:pt x="1752761" y="1456991"/>
                </a:lnTo>
                <a:cubicBezTo>
                  <a:pt x="1752761" y="1583700"/>
                  <a:pt x="1651976" y="1708415"/>
                  <a:pt x="1528028" y="1735107"/>
                </a:cubicBezTo>
                <a:lnTo>
                  <a:pt x="231175" y="2013376"/>
                </a:lnTo>
                <a:cubicBezTo>
                  <a:pt x="215222" y="2016751"/>
                  <a:pt x="199421" y="2018438"/>
                  <a:pt x="184235" y="2018438"/>
                </a:cubicBezTo>
                <a:close/>
                <a:moveTo>
                  <a:pt x="184235" y="30667"/>
                </a:moveTo>
                <a:cubicBezTo>
                  <a:pt x="147725" y="30667"/>
                  <a:pt x="114284" y="41866"/>
                  <a:pt x="87439" y="63649"/>
                </a:cubicBezTo>
                <a:cubicBezTo>
                  <a:pt x="50776" y="93255"/>
                  <a:pt x="30680" y="138815"/>
                  <a:pt x="30680" y="191892"/>
                </a:cubicBezTo>
                <a:lnTo>
                  <a:pt x="30680" y="1826840"/>
                </a:lnTo>
                <a:cubicBezTo>
                  <a:pt x="30680" y="1879917"/>
                  <a:pt x="50776" y="1925477"/>
                  <a:pt x="87439" y="1955084"/>
                </a:cubicBezTo>
                <a:cubicBezTo>
                  <a:pt x="124101" y="1984690"/>
                  <a:pt x="172730" y="1994815"/>
                  <a:pt x="224733" y="1983616"/>
                </a:cubicBezTo>
                <a:lnTo>
                  <a:pt x="1521585" y="1705347"/>
                </a:lnTo>
                <a:cubicBezTo>
                  <a:pt x="1632188" y="1681570"/>
                  <a:pt x="1722081" y="1570354"/>
                  <a:pt x="1722081" y="1457297"/>
                </a:cubicBezTo>
                <a:lnTo>
                  <a:pt x="1722081" y="561589"/>
                </a:lnTo>
                <a:cubicBezTo>
                  <a:pt x="1722081" y="448532"/>
                  <a:pt x="1632188" y="337316"/>
                  <a:pt x="1521585" y="313539"/>
                </a:cubicBezTo>
                <a:lnTo>
                  <a:pt x="224733" y="35116"/>
                </a:lnTo>
                <a:cubicBezTo>
                  <a:pt x="210926" y="32201"/>
                  <a:pt x="197427" y="30667"/>
                  <a:pt x="184388" y="30667"/>
                </a:cubicBezTo>
                <a:close/>
              </a:path>
            </a:pathLst>
          </a:custGeom>
          <a:solidFill>
            <a:schemeClr val="accent2"/>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schemeClr val="bg1"/>
              </a:solidFill>
              <a:latin typeface="+mj-lt"/>
            </a:endParaRPr>
          </a:p>
        </p:txBody>
      </p:sp>
      <p:sp>
        <p:nvSpPr>
          <p:cNvPr id="13" name="TextBox 12">
            <a:extLst>
              <a:ext uri="{FF2B5EF4-FFF2-40B4-BE49-F238E27FC236}">
                <a16:creationId xmlns:a16="http://schemas.microsoft.com/office/drawing/2014/main" id="{D4C030D2-CFB6-DEAA-5659-19AFA3DC37F5}"/>
              </a:ext>
            </a:extLst>
          </p:cNvPr>
          <p:cNvSpPr txBox="1"/>
          <p:nvPr/>
        </p:nvSpPr>
        <p:spPr>
          <a:xfrm>
            <a:off x="548472" y="2316904"/>
            <a:ext cx="175276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chemeClr val="bg1"/>
                </a:solidFill>
                <a:latin typeface="+mj-lt"/>
                <a:cs typeface="Lato"/>
              </a:rPr>
              <a:t>T</a:t>
            </a:r>
            <a:r>
              <a:rPr lang="en-IN" b="1" spc="-10" err="1">
                <a:solidFill>
                  <a:schemeClr val="bg1"/>
                </a:solidFill>
                <a:latin typeface="+mj-lt"/>
                <a:cs typeface="Lato"/>
              </a:rPr>
              <a:t>itle</a:t>
            </a:r>
            <a:endParaRPr lang="en-IN" sz="1800">
              <a:solidFill>
                <a:schemeClr val="bg1"/>
              </a:solidFill>
              <a:latin typeface="+mj-lt"/>
              <a:cs typeface="Lato"/>
            </a:endParaRPr>
          </a:p>
        </p:txBody>
      </p:sp>
      <p:sp>
        <p:nvSpPr>
          <p:cNvPr id="14" name="TextBox 13">
            <a:extLst>
              <a:ext uri="{FF2B5EF4-FFF2-40B4-BE49-F238E27FC236}">
                <a16:creationId xmlns:a16="http://schemas.microsoft.com/office/drawing/2014/main" id="{A075270F-F35C-A1D6-5C95-BBD62D75B73C}"/>
              </a:ext>
            </a:extLst>
          </p:cNvPr>
          <p:cNvSpPr txBox="1"/>
          <p:nvPr/>
        </p:nvSpPr>
        <p:spPr>
          <a:xfrm>
            <a:off x="747204" y="3539196"/>
            <a:ext cx="1489005" cy="307777"/>
          </a:xfrm>
          <a:prstGeom prst="rect">
            <a:avLst/>
          </a:prstGeom>
          <a:noFill/>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solidFill>
                  <a:schemeClr val="bg1"/>
                </a:solidFill>
                <a:latin typeface="+mj-lt"/>
                <a:ea typeface="Lato Black" panose="020F0502020204030203" pitchFamily="34" charset="0"/>
                <a:cs typeface="Lato Black" panose="020F0502020204030203" pitchFamily="34" charset="0"/>
              </a:rPr>
              <a:t>Title</a:t>
            </a:r>
          </a:p>
        </p:txBody>
      </p:sp>
      <p:sp>
        <p:nvSpPr>
          <p:cNvPr id="15" name="TextBox 14">
            <a:extLst>
              <a:ext uri="{FF2B5EF4-FFF2-40B4-BE49-F238E27FC236}">
                <a16:creationId xmlns:a16="http://schemas.microsoft.com/office/drawing/2014/main" id="{FA3052E2-4DAC-B6FC-36A6-E4F91F885CA9}"/>
              </a:ext>
            </a:extLst>
          </p:cNvPr>
          <p:cNvSpPr txBox="1"/>
          <p:nvPr/>
        </p:nvSpPr>
        <p:spPr>
          <a:xfrm>
            <a:off x="540687" y="4073482"/>
            <a:ext cx="1902038"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16" name="TextBox 16">
            <a:extLst>
              <a:ext uri="{FF2B5EF4-FFF2-40B4-BE49-F238E27FC236}">
                <a16:creationId xmlns:a16="http://schemas.microsoft.com/office/drawing/2014/main" id="{EBCEC2EF-A5DA-76FE-2A91-F222F52B339F}"/>
              </a:ext>
            </a:extLst>
          </p:cNvPr>
          <p:cNvSpPr txBox="1"/>
          <p:nvPr/>
        </p:nvSpPr>
        <p:spPr>
          <a:xfrm>
            <a:off x="579490" y="5269188"/>
            <a:ext cx="1824433"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17" name="TextBox 17">
            <a:extLst>
              <a:ext uri="{FF2B5EF4-FFF2-40B4-BE49-F238E27FC236}">
                <a16:creationId xmlns:a16="http://schemas.microsoft.com/office/drawing/2014/main" id="{2CD5DEB4-21A9-4129-354E-97B32534AF1F}"/>
              </a:ext>
            </a:extLst>
          </p:cNvPr>
          <p:cNvSpPr txBox="1"/>
          <p:nvPr/>
        </p:nvSpPr>
        <p:spPr>
          <a:xfrm>
            <a:off x="3369583" y="3539196"/>
            <a:ext cx="924555" cy="307777"/>
          </a:xfrm>
          <a:prstGeom prst="rect">
            <a:avLst/>
          </a:prstGeom>
          <a:noFill/>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solidFill>
                  <a:schemeClr val="bg1"/>
                </a:solidFill>
                <a:latin typeface="+mj-lt"/>
                <a:ea typeface="Lato Black" panose="020F0502020204030203" pitchFamily="34" charset="0"/>
                <a:cs typeface="Lato Black" panose="020F0502020204030203" pitchFamily="34" charset="0"/>
              </a:rPr>
              <a:t>Title</a:t>
            </a:r>
          </a:p>
        </p:txBody>
      </p:sp>
      <p:sp>
        <p:nvSpPr>
          <p:cNvPr id="18" name="TextBox 18">
            <a:extLst>
              <a:ext uri="{FF2B5EF4-FFF2-40B4-BE49-F238E27FC236}">
                <a16:creationId xmlns:a16="http://schemas.microsoft.com/office/drawing/2014/main" id="{4EB745EF-42B0-F3A0-67C5-45019E1B3D0D}"/>
              </a:ext>
            </a:extLst>
          </p:cNvPr>
          <p:cNvSpPr txBox="1"/>
          <p:nvPr/>
        </p:nvSpPr>
        <p:spPr>
          <a:xfrm>
            <a:off x="2880841" y="4073482"/>
            <a:ext cx="1902038"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19" name="TextBox 20">
            <a:extLst>
              <a:ext uri="{FF2B5EF4-FFF2-40B4-BE49-F238E27FC236}">
                <a16:creationId xmlns:a16="http://schemas.microsoft.com/office/drawing/2014/main" id="{7A32959D-4152-2590-C85C-6ED67326C37C}"/>
              </a:ext>
            </a:extLst>
          </p:cNvPr>
          <p:cNvSpPr txBox="1"/>
          <p:nvPr/>
        </p:nvSpPr>
        <p:spPr>
          <a:xfrm>
            <a:off x="2919644" y="5269188"/>
            <a:ext cx="1824433"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20" name="TextBox 21">
            <a:extLst>
              <a:ext uri="{FF2B5EF4-FFF2-40B4-BE49-F238E27FC236}">
                <a16:creationId xmlns:a16="http://schemas.microsoft.com/office/drawing/2014/main" id="{DE6DE8AE-B299-B7C7-4304-8E73FF4D45E9}"/>
              </a:ext>
            </a:extLst>
          </p:cNvPr>
          <p:cNvSpPr txBox="1"/>
          <p:nvPr/>
        </p:nvSpPr>
        <p:spPr>
          <a:xfrm>
            <a:off x="5383600" y="3539196"/>
            <a:ext cx="1612380"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solidFill>
                  <a:schemeClr val="bg1"/>
                </a:solidFill>
                <a:latin typeface="+mj-lt"/>
                <a:ea typeface="Lato Black" panose="020F0502020204030203" pitchFamily="34" charset="0"/>
                <a:cs typeface="Lato Black" panose="020F0502020204030203" pitchFamily="34" charset="0"/>
              </a:rPr>
              <a:t>Title</a:t>
            </a:r>
          </a:p>
        </p:txBody>
      </p:sp>
      <p:sp>
        <p:nvSpPr>
          <p:cNvPr id="21" name="TextBox 22">
            <a:extLst>
              <a:ext uri="{FF2B5EF4-FFF2-40B4-BE49-F238E27FC236}">
                <a16:creationId xmlns:a16="http://schemas.microsoft.com/office/drawing/2014/main" id="{FE5B3E41-1CE8-36BA-B94E-D7AA38B5C59F}"/>
              </a:ext>
            </a:extLst>
          </p:cNvPr>
          <p:cNvSpPr txBox="1"/>
          <p:nvPr/>
        </p:nvSpPr>
        <p:spPr>
          <a:xfrm>
            <a:off x="5150092" y="4073482"/>
            <a:ext cx="2079396"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22" name="TextBox 24">
            <a:extLst>
              <a:ext uri="{FF2B5EF4-FFF2-40B4-BE49-F238E27FC236}">
                <a16:creationId xmlns:a16="http://schemas.microsoft.com/office/drawing/2014/main" id="{3035B8FF-5872-65FB-87B3-980DEB18EA25}"/>
              </a:ext>
            </a:extLst>
          </p:cNvPr>
          <p:cNvSpPr txBox="1"/>
          <p:nvPr/>
        </p:nvSpPr>
        <p:spPr>
          <a:xfrm>
            <a:off x="7670380" y="3539196"/>
            <a:ext cx="1465800"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solidFill>
                  <a:schemeClr val="bg1"/>
                </a:solidFill>
                <a:latin typeface="+mj-lt"/>
                <a:ea typeface="Lato Black" panose="020F0502020204030203" pitchFamily="34" charset="0"/>
                <a:cs typeface="Lato Black" panose="020F0502020204030203" pitchFamily="34" charset="0"/>
              </a:rPr>
              <a:t>Title</a:t>
            </a:r>
          </a:p>
        </p:txBody>
      </p:sp>
      <p:sp>
        <p:nvSpPr>
          <p:cNvPr id="23" name="TextBox 25">
            <a:extLst>
              <a:ext uri="{FF2B5EF4-FFF2-40B4-BE49-F238E27FC236}">
                <a16:creationId xmlns:a16="http://schemas.microsoft.com/office/drawing/2014/main" id="{8876F64D-175A-D575-B54D-23C8B00522F0}"/>
              </a:ext>
            </a:extLst>
          </p:cNvPr>
          <p:cNvSpPr txBox="1"/>
          <p:nvPr/>
        </p:nvSpPr>
        <p:spPr>
          <a:xfrm>
            <a:off x="7363582" y="4073482"/>
            <a:ext cx="2079396"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24" name="TextBox 27">
            <a:extLst>
              <a:ext uri="{FF2B5EF4-FFF2-40B4-BE49-F238E27FC236}">
                <a16:creationId xmlns:a16="http://schemas.microsoft.com/office/drawing/2014/main" id="{9374308C-A428-EFB5-176D-9BBE18C22FD6}"/>
              </a:ext>
            </a:extLst>
          </p:cNvPr>
          <p:cNvSpPr txBox="1"/>
          <p:nvPr/>
        </p:nvSpPr>
        <p:spPr>
          <a:xfrm>
            <a:off x="7406003" y="5269188"/>
            <a:ext cx="1994555"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ctr">
              <a:lnSpc>
                <a:spcPct val="100000"/>
              </a:lnSpc>
              <a:spcBef>
                <a:spcPts val="100"/>
              </a:spcBef>
            </a:pPr>
            <a:r>
              <a:rPr lang="en-US" sz="1100">
                <a:solidFill>
                  <a:schemeClr val="bg1"/>
                </a:solidFill>
                <a:latin typeface="+mj-lt"/>
                <a:cs typeface="Lato"/>
              </a:rPr>
              <a:t>Insert some explanations and data about the title</a:t>
            </a:r>
          </a:p>
        </p:txBody>
      </p:sp>
      <p:sp>
        <p:nvSpPr>
          <p:cNvPr id="25" name="TextBox 28">
            <a:extLst>
              <a:ext uri="{FF2B5EF4-FFF2-40B4-BE49-F238E27FC236}">
                <a16:creationId xmlns:a16="http://schemas.microsoft.com/office/drawing/2014/main" id="{EFF5ECD6-D042-9141-0D6F-752C7816ABEF}"/>
              </a:ext>
            </a:extLst>
          </p:cNvPr>
          <p:cNvSpPr txBox="1"/>
          <p:nvPr/>
        </p:nvSpPr>
        <p:spPr>
          <a:xfrm>
            <a:off x="9695481" y="3539196"/>
            <a:ext cx="1773618"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solidFill>
                  <a:schemeClr val="bg1"/>
                </a:solidFill>
                <a:latin typeface="+mj-lt"/>
                <a:ea typeface="Lato Black" panose="020F0502020204030203" pitchFamily="34" charset="0"/>
                <a:cs typeface="Lato Black" panose="020F0502020204030203" pitchFamily="34" charset="0"/>
              </a:rPr>
              <a:t>Title</a:t>
            </a:r>
          </a:p>
        </p:txBody>
      </p:sp>
      <p:sp>
        <p:nvSpPr>
          <p:cNvPr id="26" name="TextBox 29">
            <a:extLst>
              <a:ext uri="{FF2B5EF4-FFF2-40B4-BE49-F238E27FC236}">
                <a16:creationId xmlns:a16="http://schemas.microsoft.com/office/drawing/2014/main" id="{0135C4F2-4817-96EE-FB96-20FD2C72A049}"/>
              </a:ext>
            </a:extLst>
          </p:cNvPr>
          <p:cNvSpPr txBox="1"/>
          <p:nvPr/>
        </p:nvSpPr>
        <p:spPr>
          <a:xfrm>
            <a:off x="9542592" y="4073482"/>
            <a:ext cx="2079396"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chemeClr val="bg1"/>
                </a:solidFill>
                <a:latin typeface="+mj-lt"/>
                <a:ea typeface="Lato" panose="020F0502020204030203" pitchFamily="34" charset="0"/>
                <a:cs typeface="Lato" panose="020F0502020204030203" pitchFamily="34" charset="0"/>
              </a:rPr>
              <a:t>Insert some explanations and data about the title</a:t>
            </a:r>
          </a:p>
        </p:txBody>
      </p:sp>
      <p:sp>
        <p:nvSpPr>
          <p:cNvPr id="27" name="TextBox 31">
            <a:extLst>
              <a:ext uri="{FF2B5EF4-FFF2-40B4-BE49-F238E27FC236}">
                <a16:creationId xmlns:a16="http://schemas.microsoft.com/office/drawing/2014/main" id="{0BB920B9-A842-5D95-14D8-4DA0ACA0700C}"/>
              </a:ext>
            </a:extLst>
          </p:cNvPr>
          <p:cNvSpPr txBox="1"/>
          <p:nvPr/>
        </p:nvSpPr>
        <p:spPr>
          <a:xfrm>
            <a:off x="9585013" y="5269188"/>
            <a:ext cx="1994555"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ctr">
              <a:lnSpc>
                <a:spcPct val="100000"/>
              </a:lnSpc>
              <a:spcBef>
                <a:spcPts val="100"/>
              </a:spcBef>
            </a:pPr>
            <a:r>
              <a:rPr lang="en-US" sz="1100">
                <a:solidFill>
                  <a:schemeClr val="bg1"/>
                </a:solidFill>
                <a:latin typeface="+mj-lt"/>
                <a:cs typeface="Lato"/>
              </a:rPr>
              <a:t>Insert some explanations and data about the title</a:t>
            </a:r>
          </a:p>
        </p:txBody>
      </p:sp>
      <p:cxnSp>
        <p:nvCxnSpPr>
          <p:cNvPr id="28" name="Straight Connector 27">
            <a:extLst>
              <a:ext uri="{FF2B5EF4-FFF2-40B4-BE49-F238E27FC236}">
                <a16:creationId xmlns:a16="http://schemas.microsoft.com/office/drawing/2014/main" id="{53C9B02E-329D-706B-BA9E-54511C177957}"/>
              </a:ext>
            </a:extLst>
          </p:cNvPr>
          <p:cNvCxnSpPr>
            <a:cxnSpLocks/>
          </p:cNvCxnSpPr>
          <p:nvPr/>
        </p:nvCxnSpPr>
        <p:spPr>
          <a:xfrm>
            <a:off x="3829553" y="3014046"/>
            <a:ext cx="0" cy="332939"/>
          </a:xfrm>
          <a:prstGeom prst="line">
            <a:avLst/>
          </a:prstGeom>
          <a:ln w="28575">
            <a:solidFill>
              <a:srgbClr val="00B0F0"/>
            </a:solidFil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3074AD-F998-506A-4C22-A4AB04CC3B10}"/>
              </a:ext>
            </a:extLst>
          </p:cNvPr>
          <p:cNvCxnSpPr>
            <a:cxnSpLocks/>
          </p:cNvCxnSpPr>
          <p:nvPr/>
        </p:nvCxnSpPr>
        <p:spPr>
          <a:xfrm>
            <a:off x="6180363" y="3016427"/>
            <a:ext cx="0" cy="332939"/>
          </a:xfrm>
          <a:prstGeom prst="line">
            <a:avLst/>
          </a:prstGeom>
          <a:ln w="28575">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4CA63D4-BFDC-7E0F-A360-856B51198177}"/>
              </a:ext>
            </a:extLst>
          </p:cNvPr>
          <p:cNvCxnSpPr>
            <a:cxnSpLocks/>
          </p:cNvCxnSpPr>
          <p:nvPr/>
        </p:nvCxnSpPr>
        <p:spPr>
          <a:xfrm>
            <a:off x="8310820" y="2999760"/>
            <a:ext cx="0" cy="332939"/>
          </a:xfrm>
          <a:prstGeom prst="line">
            <a:avLst/>
          </a:prstGeom>
          <a:ln w="28575">
            <a:solidFill>
              <a:srgbClr val="00B0F0"/>
            </a:solidFill>
            <a:tailEnd type="ova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6896E4-10F0-7091-2427-100C78E0F970}"/>
              </a:ext>
            </a:extLst>
          </p:cNvPr>
          <p:cNvCxnSpPr>
            <a:cxnSpLocks/>
          </p:cNvCxnSpPr>
          <p:nvPr/>
        </p:nvCxnSpPr>
        <p:spPr>
          <a:xfrm>
            <a:off x="10705228" y="3016427"/>
            <a:ext cx="0" cy="332939"/>
          </a:xfrm>
          <a:prstGeom prst="line">
            <a:avLst/>
          </a:prstGeom>
          <a:ln w="28575">
            <a:solidFill>
              <a:schemeClr val="accent2"/>
            </a:solidFill>
            <a:tailEnd type="oval"/>
          </a:ln>
        </p:spPr>
        <p:style>
          <a:lnRef idx="1">
            <a:schemeClr val="accent1"/>
          </a:lnRef>
          <a:fillRef idx="0">
            <a:schemeClr val="accent1"/>
          </a:fillRef>
          <a:effectRef idx="0">
            <a:schemeClr val="accent1"/>
          </a:effectRef>
          <a:fontRef idx="minor">
            <a:schemeClr val="tx1"/>
          </a:fontRef>
        </p:style>
      </p:cxnSp>
      <p:pic>
        <p:nvPicPr>
          <p:cNvPr id="32" name="Graphic 36" descr="Bullseye with solid fill">
            <a:extLst>
              <a:ext uri="{FF2B5EF4-FFF2-40B4-BE49-F238E27FC236}">
                <a16:creationId xmlns:a16="http://schemas.microsoft.com/office/drawing/2014/main" id="{9C468710-E8C1-B804-FE09-CD00EAE980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7821" y="1600180"/>
            <a:ext cx="567771" cy="567771"/>
          </a:xfrm>
          <a:prstGeom prst="rect">
            <a:avLst/>
          </a:prstGeom>
        </p:spPr>
      </p:pic>
      <p:pic>
        <p:nvPicPr>
          <p:cNvPr id="33" name="Graphic 37" descr="Illustrator with solid fill">
            <a:extLst>
              <a:ext uri="{FF2B5EF4-FFF2-40B4-BE49-F238E27FC236}">
                <a16:creationId xmlns:a16="http://schemas.microsoft.com/office/drawing/2014/main" id="{248F7660-B26D-EDF6-0C07-1C38E731D1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8035" y="1600180"/>
            <a:ext cx="567771" cy="567771"/>
          </a:xfrm>
          <a:prstGeom prst="rect">
            <a:avLst/>
          </a:prstGeom>
        </p:spPr>
      </p:pic>
      <p:pic>
        <p:nvPicPr>
          <p:cNvPr id="34" name="Graphic 38" descr="Chess pieces with solid fill">
            <a:extLst>
              <a:ext uri="{FF2B5EF4-FFF2-40B4-BE49-F238E27FC236}">
                <a16:creationId xmlns:a16="http://schemas.microsoft.com/office/drawing/2014/main" id="{354D6F2E-737E-6924-1C81-F8669769CC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05905" y="1600180"/>
            <a:ext cx="567771" cy="567771"/>
          </a:xfrm>
          <a:prstGeom prst="rect">
            <a:avLst/>
          </a:prstGeom>
        </p:spPr>
      </p:pic>
      <p:pic>
        <p:nvPicPr>
          <p:cNvPr id="35" name="Graphic 39" descr="Presentation with pie chart with solid fill">
            <a:extLst>
              <a:ext uri="{FF2B5EF4-FFF2-40B4-BE49-F238E27FC236}">
                <a16:creationId xmlns:a16="http://schemas.microsoft.com/office/drawing/2014/main" id="{F444F3B7-5D7F-B6E9-30D1-7ADA1621EE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59952" y="1600180"/>
            <a:ext cx="567771" cy="567771"/>
          </a:xfrm>
          <a:prstGeom prst="rect">
            <a:avLst/>
          </a:prstGeom>
        </p:spPr>
      </p:pic>
      <p:pic>
        <p:nvPicPr>
          <p:cNvPr id="36" name="Graphic 40" descr="Group brainstorm with solid fill">
            <a:extLst>
              <a:ext uri="{FF2B5EF4-FFF2-40B4-BE49-F238E27FC236}">
                <a16:creationId xmlns:a16="http://schemas.microsoft.com/office/drawing/2014/main" id="{260E66A5-951A-9293-1A96-286B48433B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91200" y="1600180"/>
            <a:ext cx="567771" cy="567771"/>
          </a:xfrm>
          <a:prstGeom prst="rect">
            <a:avLst/>
          </a:prstGeom>
        </p:spPr>
      </p:pic>
      <p:cxnSp>
        <p:nvCxnSpPr>
          <p:cNvPr id="37" name="Straight Connector 36">
            <a:extLst>
              <a:ext uri="{FF2B5EF4-FFF2-40B4-BE49-F238E27FC236}">
                <a16:creationId xmlns:a16="http://schemas.microsoft.com/office/drawing/2014/main" id="{303C5444-09A4-0595-F288-C03438F7542F}"/>
              </a:ext>
            </a:extLst>
          </p:cNvPr>
          <p:cNvCxnSpPr>
            <a:cxnSpLocks/>
          </p:cNvCxnSpPr>
          <p:nvPr/>
        </p:nvCxnSpPr>
        <p:spPr>
          <a:xfrm>
            <a:off x="461671" y="4906141"/>
            <a:ext cx="19325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E7BE24D-F848-A8E9-1A08-881BF37FBFDB}"/>
              </a:ext>
            </a:extLst>
          </p:cNvPr>
          <p:cNvCxnSpPr>
            <a:cxnSpLocks/>
          </p:cNvCxnSpPr>
          <p:nvPr/>
        </p:nvCxnSpPr>
        <p:spPr>
          <a:xfrm>
            <a:off x="2835631" y="4906141"/>
            <a:ext cx="1951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6309DC1-0B48-2234-7FB4-F72BC77C6E11}"/>
              </a:ext>
            </a:extLst>
          </p:cNvPr>
          <p:cNvCxnSpPr>
            <a:cxnSpLocks/>
          </p:cNvCxnSpPr>
          <p:nvPr/>
        </p:nvCxnSpPr>
        <p:spPr>
          <a:xfrm>
            <a:off x="5204405" y="4906141"/>
            <a:ext cx="1951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63169FD-896F-AF4D-E152-0F8478442DDF}"/>
              </a:ext>
            </a:extLst>
          </p:cNvPr>
          <p:cNvCxnSpPr>
            <a:cxnSpLocks/>
          </p:cNvCxnSpPr>
          <p:nvPr/>
        </p:nvCxnSpPr>
        <p:spPr>
          <a:xfrm>
            <a:off x="7448643" y="4906141"/>
            <a:ext cx="1951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D58245E-3B79-440E-7D08-74022C1416AB}"/>
              </a:ext>
            </a:extLst>
          </p:cNvPr>
          <p:cNvCxnSpPr>
            <a:cxnSpLocks/>
          </p:cNvCxnSpPr>
          <p:nvPr/>
        </p:nvCxnSpPr>
        <p:spPr>
          <a:xfrm>
            <a:off x="9606333" y="4906141"/>
            <a:ext cx="1951915"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6">
            <a:extLst>
              <a:ext uri="{FF2B5EF4-FFF2-40B4-BE49-F238E27FC236}">
                <a16:creationId xmlns:a16="http://schemas.microsoft.com/office/drawing/2014/main" id="{B034733C-E282-BF48-F259-F2D546BF2DF7}"/>
              </a:ext>
            </a:extLst>
          </p:cNvPr>
          <p:cNvSpPr txBox="1"/>
          <p:nvPr/>
        </p:nvSpPr>
        <p:spPr>
          <a:xfrm>
            <a:off x="5183086" y="5269188"/>
            <a:ext cx="1994555"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ctr">
              <a:lnSpc>
                <a:spcPct val="100000"/>
              </a:lnSpc>
              <a:spcBef>
                <a:spcPts val="100"/>
              </a:spcBef>
            </a:pPr>
            <a:r>
              <a:rPr lang="en-US" sz="1100">
                <a:solidFill>
                  <a:schemeClr val="bg1"/>
                </a:solidFill>
                <a:latin typeface="+mj-lt"/>
                <a:cs typeface="Lato"/>
              </a:rPr>
              <a:t>Insert some explanations and data about the title</a:t>
            </a:r>
          </a:p>
        </p:txBody>
      </p:sp>
    </p:spTree>
    <p:extLst>
      <p:ext uri="{BB962C8B-B14F-4D97-AF65-F5344CB8AC3E}">
        <p14:creationId xmlns:p14="http://schemas.microsoft.com/office/powerpoint/2010/main" val="13557776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08AC-B082-C04E-918F-926262099290}"/>
              </a:ext>
            </a:extLst>
          </p:cNvPr>
          <p:cNvSpPr>
            <a:spLocks noGrp="1"/>
          </p:cNvSpPr>
          <p:nvPr>
            <p:ph type="title"/>
          </p:nvPr>
        </p:nvSpPr>
        <p:spPr/>
        <p:txBody>
          <a:bodyPr/>
          <a:lstStyle/>
          <a:p>
            <a:r>
              <a:rPr lang="en-US"/>
              <a:t>Title of the Slide</a:t>
            </a:r>
          </a:p>
        </p:txBody>
      </p:sp>
      <p:grpSp>
        <p:nvGrpSpPr>
          <p:cNvPr id="15" name="Graphic 1">
            <a:extLst>
              <a:ext uri="{FF2B5EF4-FFF2-40B4-BE49-F238E27FC236}">
                <a16:creationId xmlns:a16="http://schemas.microsoft.com/office/drawing/2014/main" id="{9CC537F5-BBF1-23CC-4BCE-65FA033D97F0}"/>
              </a:ext>
            </a:extLst>
          </p:cNvPr>
          <p:cNvGrpSpPr/>
          <p:nvPr/>
        </p:nvGrpSpPr>
        <p:grpSpPr>
          <a:xfrm>
            <a:off x="4968057" y="1684924"/>
            <a:ext cx="2260193" cy="2260194"/>
            <a:chOff x="4968057" y="1684924"/>
            <a:chExt cx="2260193" cy="2260194"/>
          </a:xfrm>
          <a:gradFill>
            <a:gsLst>
              <a:gs pos="5000">
                <a:schemeClr val="bg1"/>
              </a:gs>
              <a:gs pos="100000">
                <a:schemeClr val="tx2">
                  <a:lumMod val="10000"/>
                  <a:lumOff val="90000"/>
                </a:schemeClr>
              </a:gs>
            </a:gsLst>
            <a:lin ang="5400000" scaled="0"/>
          </a:gradFill>
        </p:grpSpPr>
        <p:sp>
          <p:nvSpPr>
            <p:cNvPr id="16" name="Freeform: Shape 15">
              <a:extLst>
                <a:ext uri="{FF2B5EF4-FFF2-40B4-BE49-F238E27FC236}">
                  <a16:creationId xmlns:a16="http://schemas.microsoft.com/office/drawing/2014/main" id="{DD63BB5C-A0FC-8E7E-E655-984CEEDC73E9}"/>
                </a:ext>
              </a:extLst>
            </p:cNvPr>
            <p:cNvSpPr/>
            <p:nvPr/>
          </p:nvSpPr>
          <p:spPr>
            <a:xfrm>
              <a:off x="4968057" y="1684924"/>
              <a:ext cx="2260193" cy="2260194"/>
            </a:xfrm>
            <a:custGeom>
              <a:avLst/>
              <a:gdLst>
                <a:gd name="connsiteX0" fmla="*/ 2260194 w 2260193"/>
                <a:gd name="connsiteY0" fmla="*/ 1130097 h 2260194"/>
                <a:gd name="connsiteX1" fmla="*/ 1130097 w 2260193"/>
                <a:gd name="connsiteY1" fmla="*/ 2260195 h 2260194"/>
                <a:gd name="connsiteX2" fmla="*/ 0 w 2260193"/>
                <a:gd name="connsiteY2" fmla="*/ 1130097 h 2260194"/>
                <a:gd name="connsiteX3" fmla="*/ 1130097 w 2260193"/>
                <a:gd name="connsiteY3" fmla="*/ 0 h 2260194"/>
                <a:gd name="connsiteX4" fmla="*/ 2260194 w 2260193"/>
                <a:gd name="connsiteY4" fmla="*/ 1130097 h 226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0193" h="2260194">
                  <a:moveTo>
                    <a:pt x="2260194" y="1130097"/>
                  </a:moveTo>
                  <a:cubicBezTo>
                    <a:pt x="2260194" y="1754233"/>
                    <a:pt x="1754232" y="2260195"/>
                    <a:pt x="1130097" y="2260195"/>
                  </a:cubicBezTo>
                  <a:cubicBezTo>
                    <a:pt x="505962" y="2260195"/>
                    <a:pt x="0" y="1754233"/>
                    <a:pt x="0" y="1130097"/>
                  </a:cubicBezTo>
                  <a:cubicBezTo>
                    <a:pt x="0" y="505962"/>
                    <a:pt x="505962" y="0"/>
                    <a:pt x="1130097" y="0"/>
                  </a:cubicBezTo>
                  <a:cubicBezTo>
                    <a:pt x="1754232" y="0"/>
                    <a:pt x="2260194" y="505962"/>
                    <a:pt x="2260194" y="1130097"/>
                  </a:cubicBezTo>
                  <a:close/>
                </a:path>
              </a:pathLst>
            </a:custGeom>
            <a:solidFill>
              <a:schemeClr val="accent1">
                <a:lumMod val="40000"/>
                <a:lumOff val="60000"/>
              </a:schemeClr>
            </a:solidFill>
            <a:ln w="12669" cap="flat">
              <a:noFill/>
              <a:prstDash val="solid"/>
              <a:miter/>
            </a:ln>
          </p:spPr>
          <p:txBody>
            <a:bodyPr rtlCol="0" anchor="ctr"/>
            <a:lstStyle/>
            <a:p>
              <a:endParaRPr lang="en-US" noProof="0"/>
            </a:p>
          </p:txBody>
        </p:sp>
        <p:sp>
          <p:nvSpPr>
            <p:cNvPr id="17" name="Freeform: Shape 16">
              <a:extLst>
                <a:ext uri="{FF2B5EF4-FFF2-40B4-BE49-F238E27FC236}">
                  <a16:creationId xmlns:a16="http://schemas.microsoft.com/office/drawing/2014/main" id="{38ED25F1-5B18-F36D-A87C-0270B7C36010}"/>
                </a:ext>
              </a:extLst>
            </p:cNvPr>
            <p:cNvSpPr/>
            <p:nvPr/>
          </p:nvSpPr>
          <p:spPr>
            <a:xfrm>
              <a:off x="5008879" y="1725746"/>
              <a:ext cx="2178548" cy="2178549"/>
            </a:xfrm>
            <a:custGeom>
              <a:avLst/>
              <a:gdLst>
                <a:gd name="connsiteX0" fmla="*/ 2178549 w 2178548"/>
                <a:gd name="connsiteY0" fmla="*/ 1089275 h 2178549"/>
                <a:gd name="connsiteX1" fmla="*/ 1089275 w 2178548"/>
                <a:gd name="connsiteY1" fmla="*/ 2178550 h 2178549"/>
                <a:gd name="connsiteX2" fmla="*/ 0 w 2178548"/>
                <a:gd name="connsiteY2" fmla="*/ 1089275 h 2178549"/>
                <a:gd name="connsiteX3" fmla="*/ 1089275 w 2178548"/>
                <a:gd name="connsiteY3" fmla="*/ 0 h 2178549"/>
                <a:gd name="connsiteX4" fmla="*/ 2178549 w 2178548"/>
                <a:gd name="connsiteY4" fmla="*/ 1089275 h 217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8548" h="2178549">
                  <a:moveTo>
                    <a:pt x="2178549" y="1089275"/>
                  </a:moveTo>
                  <a:cubicBezTo>
                    <a:pt x="2178549" y="1690865"/>
                    <a:pt x="1690864" y="2178550"/>
                    <a:pt x="1089275" y="2178550"/>
                  </a:cubicBezTo>
                  <a:cubicBezTo>
                    <a:pt x="487685" y="2178550"/>
                    <a:pt x="0" y="1690865"/>
                    <a:pt x="0" y="1089275"/>
                  </a:cubicBezTo>
                  <a:cubicBezTo>
                    <a:pt x="0" y="487685"/>
                    <a:pt x="487685" y="0"/>
                    <a:pt x="1089275" y="0"/>
                  </a:cubicBezTo>
                  <a:cubicBezTo>
                    <a:pt x="1690864" y="0"/>
                    <a:pt x="2178549" y="487685"/>
                    <a:pt x="2178549" y="1089275"/>
                  </a:cubicBezTo>
                  <a:close/>
                </a:path>
              </a:pathLst>
            </a:custGeom>
            <a:grpFill/>
            <a:ln w="12669" cap="flat">
              <a:noFill/>
              <a:prstDash val="solid"/>
              <a:miter/>
            </a:ln>
          </p:spPr>
          <p:txBody>
            <a:bodyPr rtlCol="0" anchor="ctr"/>
            <a:lstStyle/>
            <a:p>
              <a:endParaRPr lang="en-US" noProof="0"/>
            </a:p>
          </p:txBody>
        </p:sp>
      </p:grpSp>
      <p:sp>
        <p:nvSpPr>
          <p:cNvPr id="18" name="Freeform: Shape 17">
            <a:extLst>
              <a:ext uri="{FF2B5EF4-FFF2-40B4-BE49-F238E27FC236}">
                <a16:creationId xmlns:a16="http://schemas.microsoft.com/office/drawing/2014/main" id="{7A43B8A8-6549-26CB-3948-E3BDD8E724B3}"/>
              </a:ext>
            </a:extLst>
          </p:cNvPr>
          <p:cNvSpPr/>
          <p:nvPr/>
        </p:nvSpPr>
        <p:spPr>
          <a:xfrm>
            <a:off x="4175343" y="1387323"/>
            <a:ext cx="1229466" cy="1363297"/>
          </a:xfrm>
          <a:custGeom>
            <a:avLst/>
            <a:gdLst>
              <a:gd name="connsiteX0" fmla="*/ 505942 w 1229466"/>
              <a:gd name="connsiteY0" fmla="*/ 27691 h 1363297"/>
              <a:gd name="connsiteX1" fmla="*/ 170362 w 1229466"/>
              <a:gd name="connsiteY1" fmla="*/ 324098 h 1363297"/>
              <a:gd name="connsiteX2" fmla="*/ 90745 w 1229466"/>
              <a:gd name="connsiteY2" fmla="*/ 461905 h 1363297"/>
              <a:gd name="connsiteX3" fmla="*/ 1874 w 1229466"/>
              <a:gd name="connsiteY3" fmla="*/ 900683 h 1363297"/>
              <a:gd name="connsiteX4" fmla="*/ 57910 w 1229466"/>
              <a:gd name="connsiteY4" fmla="*/ 1024925 h 1363297"/>
              <a:gd name="connsiteX5" fmla="*/ 642102 w 1229466"/>
              <a:gd name="connsiteY5" fmla="*/ 1362281 h 1363297"/>
              <a:gd name="connsiteX6" fmla="*/ 657315 w 1229466"/>
              <a:gd name="connsiteY6" fmla="*/ 1348335 h 1363297"/>
              <a:gd name="connsiteX7" fmla="*/ 657315 w 1229466"/>
              <a:gd name="connsiteY7" fmla="*/ 1348335 h 1363297"/>
              <a:gd name="connsiteX8" fmla="*/ 824788 w 1229466"/>
              <a:gd name="connsiteY8" fmla="*/ 793936 h 1363297"/>
              <a:gd name="connsiteX9" fmla="*/ 1221223 w 1229466"/>
              <a:gd name="connsiteY9" fmla="*/ 371639 h 1363297"/>
              <a:gd name="connsiteX10" fmla="*/ 1221223 w 1229466"/>
              <a:gd name="connsiteY10" fmla="*/ 371639 h 1363297"/>
              <a:gd name="connsiteX11" fmla="*/ 1225660 w 1229466"/>
              <a:gd name="connsiteY11" fmla="*/ 351482 h 1363297"/>
              <a:gd name="connsiteX12" fmla="*/ 641468 w 1229466"/>
              <a:gd name="connsiteY12" fmla="*/ 13999 h 1363297"/>
              <a:gd name="connsiteX13" fmla="*/ 505942 w 1229466"/>
              <a:gd name="connsiteY13" fmla="*/ 27564 h 136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466" h="1363297">
                <a:moveTo>
                  <a:pt x="505942" y="27691"/>
                </a:moveTo>
                <a:lnTo>
                  <a:pt x="170362" y="324098"/>
                </a:lnTo>
                <a:cubicBezTo>
                  <a:pt x="135751" y="354651"/>
                  <a:pt x="100000" y="416645"/>
                  <a:pt x="90745" y="461905"/>
                </a:cubicBezTo>
                <a:lnTo>
                  <a:pt x="1874" y="900683"/>
                </a:lnTo>
                <a:cubicBezTo>
                  <a:pt x="-7254" y="945943"/>
                  <a:pt x="17848" y="1001852"/>
                  <a:pt x="57910" y="1024925"/>
                </a:cubicBezTo>
                <a:lnTo>
                  <a:pt x="642102" y="1362281"/>
                </a:lnTo>
                <a:cubicBezTo>
                  <a:pt x="648567" y="1366084"/>
                  <a:pt x="656681" y="1358731"/>
                  <a:pt x="657315" y="1348335"/>
                </a:cubicBezTo>
                <a:lnTo>
                  <a:pt x="657315" y="1348335"/>
                </a:lnTo>
                <a:cubicBezTo>
                  <a:pt x="668979" y="1159056"/>
                  <a:pt x="723493" y="969397"/>
                  <a:pt x="824788" y="793936"/>
                </a:cubicBezTo>
                <a:cubicBezTo>
                  <a:pt x="926084" y="618476"/>
                  <a:pt x="1063131" y="476484"/>
                  <a:pt x="1221223" y="371639"/>
                </a:cubicBezTo>
                <a:lnTo>
                  <a:pt x="1221223" y="371639"/>
                </a:lnTo>
                <a:cubicBezTo>
                  <a:pt x="1229970" y="365807"/>
                  <a:pt x="1232252" y="355158"/>
                  <a:pt x="1225660" y="351482"/>
                </a:cubicBezTo>
                <a:lnTo>
                  <a:pt x="641468" y="13999"/>
                </a:lnTo>
                <a:cubicBezTo>
                  <a:pt x="601533" y="-9075"/>
                  <a:pt x="540553" y="-2989"/>
                  <a:pt x="505942" y="27564"/>
                </a:cubicBezTo>
                <a:close/>
              </a:path>
            </a:pathLst>
          </a:custGeom>
          <a:solidFill>
            <a:schemeClr val="accent2"/>
          </a:solidFill>
          <a:ln w="12669" cap="flat">
            <a:noFill/>
            <a:prstDash val="solid"/>
            <a:miter/>
          </a:ln>
        </p:spPr>
        <p:txBody>
          <a:bodyPr rtlCol="0" anchor="ctr"/>
          <a:lstStyle/>
          <a:p>
            <a:endParaRPr lang="en-US" noProof="0"/>
          </a:p>
        </p:txBody>
      </p:sp>
      <p:sp>
        <p:nvSpPr>
          <p:cNvPr id="19" name="Freeform: Shape 18">
            <a:extLst>
              <a:ext uri="{FF2B5EF4-FFF2-40B4-BE49-F238E27FC236}">
                <a16:creationId xmlns:a16="http://schemas.microsoft.com/office/drawing/2014/main" id="{86BBD621-E675-806B-A2E6-3AF4A7EAC655}"/>
              </a:ext>
            </a:extLst>
          </p:cNvPr>
          <p:cNvSpPr/>
          <p:nvPr/>
        </p:nvSpPr>
        <p:spPr>
          <a:xfrm>
            <a:off x="4175430" y="2879595"/>
            <a:ext cx="1229281" cy="1363124"/>
          </a:xfrm>
          <a:custGeom>
            <a:avLst/>
            <a:gdLst>
              <a:gd name="connsiteX0" fmla="*/ 1787 w 1229281"/>
              <a:gd name="connsiteY0" fmla="*/ 462569 h 1363124"/>
              <a:gd name="connsiteX1" fmla="*/ 90658 w 1229281"/>
              <a:gd name="connsiteY1" fmla="*/ 901347 h 1363124"/>
              <a:gd name="connsiteX2" fmla="*/ 170275 w 1229281"/>
              <a:gd name="connsiteY2" fmla="*/ 1039154 h 1363124"/>
              <a:gd name="connsiteX3" fmla="*/ 505855 w 1229281"/>
              <a:gd name="connsiteY3" fmla="*/ 1335561 h 1363124"/>
              <a:gd name="connsiteX4" fmla="*/ 641381 w 1229281"/>
              <a:gd name="connsiteY4" fmla="*/ 1349126 h 1363124"/>
              <a:gd name="connsiteX5" fmla="*/ 1225573 w 1229281"/>
              <a:gd name="connsiteY5" fmla="*/ 1011897 h 1363124"/>
              <a:gd name="connsiteX6" fmla="*/ 1221009 w 1229281"/>
              <a:gd name="connsiteY6" fmla="*/ 991739 h 1363124"/>
              <a:gd name="connsiteX7" fmla="*/ 1221135 w 1229281"/>
              <a:gd name="connsiteY7" fmla="*/ 991739 h 1363124"/>
              <a:gd name="connsiteX8" fmla="*/ 824701 w 1229281"/>
              <a:gd name="connsiteY8" fmla="*/ 569442 h 1363124"/>
              <a:gd name="connsiteX9" fmla="*/ 657228 w 1229281"/>
              <a:gd name="connsiteY9" fmla="*/ 14916 h 1363124"/>
              <a:gd name="connsiteX10" fmla="*/ 657228 w 1229281"/>
              <a:gd name="connsiteY10" fmla="*/ 14916 h 1363124"/>
              <a:gd name="connsiteX11" fmla="*/ 642015 w 1229281"/>
              <a:gd name="connsiteY11" fmla="*/ 971 h 1363124"/>
              <a:gd name="connsiteX12" fmla="*/ 57823 w 1229281"/>
              <a:gd name="connsiteY12" fmla="*/ 338200 h 1363124"/>
              <a:gd name="connsiteX13" fmla="*/ 1914 w 1229281"/>
              <a:gd name="connsiteY13" fmla="*/ 462442 h 136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281" h="1363124">
                <a:moveTo>
                  <a:pt x="1787" y="462569"/>
                </a:moveTo>
                <a:lnTo>
                  <a:pt x="90658" y="901347"/>
                </a:lnTo>
                <a:cubicBezTo>
                  <a:pt x="99786" y="946606"/>
                  <a:pt x="135664" y="1008601"/>
                  <a:pt x="170275" y="1039154"/>
                </a:cubicBezTo>
                <a:lnTo>
                  <a:pt x="505855" y="1335561"/>
                </a:lnTo>
                <a:cubicBezTo>
                  <a:pt x="540466" y="1366114"/>
                  <a:pt x="601446" y="1372199"/>
                  <a:pt x="641381" y="1349126"/>
                </a:cubicBezTo>
                <a:lnTo>
                  <a:pt x="1225573" y="1011897"/>
                </a:lnTo>
                <a:cubicBezTo>
                  <a:pt x="1232038" y="1008220"/>
                  <a:pt x="1229756" y="997444"/>
                  <a:pt x="1221009" y="991739"/>
                </a:cubicBezTo>
                <a:lnTo>
                  <a:pt x="1221135" y="991739"/>
                </a:lnTo>
                <a:cubicBezTo>
                  <a:pt x="1063044" y="886767"/>
                  <a:pt x="925997" y="744903"/>
                  <a:pt x="824701" y="569442"/>
                </a:cubicBezTo>
                <a:cubicBezTo>
                  <a:pt x="723406" y="393982"/>
                  <a:pt x="669018" y="204322"/>
                  <a:pt x="657228" y="14916"/>
                </a:cubicBezTo>
                <a:lnTo>
                  <a:pt x="657228" y="14916"/>
                </a:lnTo>
                <a:cubicBezTo>
                  <a:pt x="656594" y="4520"/>
                  <a:pt x="648480" y="-2706"/>
                  <a:pt x="642015" y="971"/>
                </a:cubicBezTo>
                <a:lnTo>
                  <a:pt x="57823" y="338200"/>
                </a:lnTo>
                <a:cubicBezTo>
                  <a:pt x="17888" y="361273"/>
                  <a:pt x="-7341" y="417182"/>
                  <a:pt x="1914" y="462442"/>
                </a:cubicBezTo>
                <a:close/>
              </a:path>
            </a:pathLst>
          </a:custGeom>
          <a:solidFill>
            <a:schemeClr val="accent3"/>
          </a:solidFill>
          <a:ln w="12669" cap="flat">
            <a:noFill/>
            <a:prstDash val="solid"/>
            <a:miter/>
          </a:ln>
        </p:spPr>
        <p:txBody>
          <a:bodyPr rtlCol="0" anchor="ctr"/>
          <a:lstStyle/>
          <a:p>
            <a:endParaRPr lang="en-US" noProof="0"/>
          </a:p>
        </p:txBody>
      </p:sp>
      <p:sp>
        <p:nvSpPr>
          <p:cNvPr id="20" name="Freeform: Shape 19">
            <a:extLst>
              <a:ext uri="{FF2B5EF4-FFF2-40B4-BE49-F238E27FC236}">
                <a16:creationId xmlns:a16="http://schemas.microsoft.com/office/drawing/2014/main" id="{83B8D0B4-CDCA-6A9D-D4BB-4B81E7E753DB}"/>
              </a:ext>
            </a:extLst>
          </p:cNvPr>
          <p:cNvSpPr/>
          <p:nvPr/>
        </p:nvSpPr>
        <p:spPr>
          <a:xfrm>
            <a:off x="6791849" y="1387450"/>
            <a:ext cx="1229495" cy="1363251"/>
          </a:xfrm>
          <a:custGeom>
            <a:avLst/>
            <a:gdLst>
              <a:gd name="connsiteX0" fmla="*/ 1227368 w 1229495"/>
              <a:gd name="connsiteY0" fmla="*/ 900556 h 1363251"/>
              <a:gd name="connsiteX1" fmla="*/ 1138496 w 1229495"/>
              <a:gd name="connsiteY1" fmla="*/ 461778 h 1363251"/>
              <a:gd name="connsiteX2" fmla="*/ 1059007 w 1229495"/>
              <a:gd name="connsiteY2" fmla="*/ 323971 h 1363251"/>
              <a:gd name="connsiteX3" fmla="*/ 723426 w 1229495"/>
              <a:gd name="connsiteY3" fmla="*/ 27564 h 1363251"/>
              <a:gd name="connsiteX4" fmla="*/ 587901 w 1229495"/>
              <a:gd name="connsiteY4" fmla="*/ 13999 h 1363251"/>
              <a:gd name="connsiteX5" fmla="*/ 3709 w 1229495"/>
              <a:gd name="connsiteY5" fmla="*/ 351355 h 1363251"/>
              <a:gd name="connsiteX6" fmla="*/ 8273 w 1229495"/>
              <a:gd name="connsiteY6" fmla="*/ 371512 h 1363251"/>
              <a:gd name="connsiteX7" fmla="*/ 8146 w 1229495"/>
              <a:gd name="connsiteY7" fmla="*/ 371512 h 1363251"/>
              <a:gd name="connsiteX8" fmla="*/ 404580 w 1229495"/>
              <a:gd name="connsiteY8" fmla="*/ 793809 h 1363251"/>
              <a:gd name="connsiteX9" fmla="*/ 572053 w 1229495"/>
              <a:gd name="connsiteY9" fmla="*/ 1348335 h 1363251"/>
              <a:gd name="connsiteX10" fmla="*/ 572180 w 1229495"/>
              <a:gd name="connsiteY10" fmla="*/ 1348335 h 1363251"/>
              <a:gd name="connsiteX11" fmla="*/ 587393 w 1229495"/>
              <a:gd name="connsiteY11" fmla="*/ 1362281 h 1363251"/>
              <a:gd name="connsiteX12" fmla="*/ 1171585 w 1229495"/>
              <a:gd name="connsiteY12" fmla="*/ 1024925 h 1363251"/>
              <a:gd name="connsiteX13" fmla="*/ 1227621 w 1229495"/>
              <a:gd name="connsiteY13" fmla="*/ 900683 h 1363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495" h="1363251">
                <a:moveTo>
                  <a:pt x="1227368" y="900556"/>
                </a:moveTo>
                <a:lnTo>
                  <a:pt x="1138496" y="461778"/>
                </a:lnTo>
                <a:cubicBezTo>
                  <a:pt x="1129368" y="416519"/>
                  <a:pt x="1093617" y="354524"/>
                  <a:pt x="1059007" y="323971"/>
                </a:cubicBezTo>
                <a:lnTo>
                  <a:pt x="723426" y="27564"/>
                </a:lnTo>
                <a:cubicBezTo>
                  <a:pt x="688816" y="-2989"/>
                  <a:pt x="627836" y="-9075"/>
                  <a:pt x="587901" y="13999"/>
                </a:cubicBezTo>
                <a:lnTo>
                  <a:pt x="3709" y="351355"/>
                </a:lnTo>
                <a:cubicBezTo>
                  <a:pt x="-2757" y="355158"/>
                  <a:pt x="-475" y="365807"/>
                  <a:pt x="8273" y="371512"/>
                </a:cubicBezTo>
                <a:lnTo>
                  <a:pt x="8146" y="371512"/>
                </a:lnTo>
                <a:cubicBezTo>
                  <a:pt x="166238" y="476484"/>
                  <a:pt x="303284" y="618349"/>
                  <a:pt x="404580" y="793809"/>
                </a:cubicBezTo>
                <a:cubicBezTo>
                  <a:pt x="505875" y="969270"/>
                  <a:pt x="560263" y="1158929"/>
                  <a:pt x="572053" y="1348335"/>
                </a:cubicBezTo>
                <a:lnTo>
                  <a:pt x="572180" y="1348335"/>
                </a:lnTo>
                <a:cubicBezTo>
                  <a:pt x="572814" y="1358731"/>
                  <a:pt x="580928" y="1365958"/>
                  <a:pt x="587393" y="1362281"/>
                </a:cubicBezTo>
                <a:lnTo>
                  <a:pt x="1171585" y="1024925"/>
                </a:lnTo>
                <a:cubicBezTo>
                  <a:pt x="1211647" y="1001852"/>
                  <a:pt x="1236749" y="945943"/>
                  <a:pt x="1227621" y="900683"/>
                </a:cubicBezTo>
                <a:close/>
              </a:path>
            </a:pathLst>
          </a:custGeom>
          <a:solidFill>
            <a:schemeClr val="accent2"/>
          </a:solidFill>
          <a:ln w="12669" cap="flat">
            <a:noFill/>
            <a:prstDash val="solid"/>
            <a:miter/>
          </a:ln>
        </p:spPr>
        <p:txBody>
          <a:bodyPr rtlCol="0" anchor="ctr"/>
          <a:lstStyle/>
          <a:p>
            <a:endParaRPr lang="en-US" noProof="0"/>
          </a:p>
        </p:txBody>
      </p:sp>
      <p:sp>
        <p:nvSpPr>
          <p:cNvPr id="21" name="Freeform: Shape 20">
            <a:extLst>
              <a:ext uri="{FF2B5EF4-FFF2-40B4-BE49-F238E27FC236}">
                <a16:creationId xmlns:a16="http://schemas.microsoft.com/office/drawing/2014/main" id="{F637E767-4BA2-026A-77DF-3FB8A494733E}"/>
              </a:ext>
            </a:extLst>
          </p:cNvPr>
          <p:cNvSpPr/>
          <p:nvPr/>
        </p:nvSpPr>
        <p:spPr>
          <a:xfrm>
            <a:off x="6791553" y="2879549"/>
            <a:ext cx="1229538" cy="1363171"/>
          </a:xfrm>
          <a:custGeom>
            <a:avLst/>
            <a:gdLst>
              <a:gd name="connsiteX0" fmla="*/ 723596 w 1229538"/>
              <a:gd name="connsiteY0" fmla="*/ 1335607 h 1363171"/>
              <a:gd name="connsiteX1" fmla="*/ 1059177 w 1229538"/>
              <a:gd name="connsiteY1" fmla="*/ 1039200 h 1363171"/>
              <a:gd name="connsiteX2" fmla="*/ 1138793 w 1229538"/>
              <a:gd name="connsiteY2" fmla="*/ 901393 h 1363171"/>
              <a:gd name="connsiteX3" fmla="*/ 1227664 w 1229538"/>
              <a:gd name="connsiteY3" fmla="*/ 462615 h 1363171"/>
              <a:gd name="connsiteX4" fmla="*/ 1171628 w 1229538"/>
              <a:gd name="connsiteY4" fmla="*/ 338373 h 1363171"/>
              <a:gd name="connsiteX5" fmla="*/ 587436 w 1229538"/>
              <a:gd name="connsiteY5" fmla="*/ 1017 h 1363171"/>
              <a:gd name="connsiteX6" fmla="*/ 572223 w 1229538"/>
              <a:gd name="connsiteY6" fmla="*/ 14962 h 1363171"/>
              <a:gd name="connsiteX7" fmla="*/ 572096 w 1229538"/>
              <a:gd name="connsiteY7" fmla="*/ 14962 h 1363171"/>
              <a:gd name="connsiteX8" fmla="*/ 404623 w 1229538"/>
              <a:gd name="connsiteY8" fmla="*/ 569362 h 1363171"/>
              <a:gd name="connsiteX9" fmla="*/ 8189 w 1229538"/>
              <a:gd name="connsiteY9" fmla="*/ 991659 h 1363171"/>
              <a:gd name="connsiteX10" fmla="*/ 8189 w 1229538"/>
              <a:gd name="connsiteY10" fmla="*/ 991659 h 1363171"/>
              <a:gd name="connsiteX11" fmla="*/ 3752 w 1229538"/>
              <a:gd name="connsiteY11" fmla="*/ 1011816 h 1363171"/>
              <a:gd name="connsiteX12" fmla="*/ 587944 w 1229538"/>
              <a:gd name="connsiteY12" fmla="*/ 1349172 h 1363171"/>
              <a:gd name="connsiteX13" fmla="*/ 723469 w 1229538"/>
              <a:gd name="connsiteY13" fmla="*/ 1335607 h 136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538" h="1363171">
                <a:moveTo>
                  <a:pt x="723596" y="1335607"/>
                </a:moveTo>
                <a:lnTo>
                  <a:pt x="1059177" y="1039200"/>
                </a:lnTo>
                <a:cubicBezTo>
                  <a:pt x="1093787" y="1008647"/>
                  <a:pt x="1129538" y="946652"/>
                  <a:pt x="1138793" y="901393"/>
                </a:cubicBezTo>
                <a:lnTo>
                  <a:pt x="1227664" y="462615"/>
                </a:lnTo>
                <a:cubicBezTo>
                  <a:pt x="1236792" y="417355"/>
                  <a:pt x="1211690" y="361446"/>
                  <a:pt x="1171628" y="338373"/>
                </a:cubicBezTo>
                <a:lnTo>
                  <a:pt x="587436" y="1017"/>
                </a:lnTo>
                <a:cubicBezTo>
                  <a:pt x="580971" y="-2786"/>
                  <a:pt x="572857" y="4567"/>
                  <a:pt x="572223" y="14962"/>
                </a:cubicBezTo>
                <a:lnTo>
                  <a:pt x="572096" y="14962"/>
                </a:lnTo>
                <a:cubicBezTo>
                  <a:pt x="560433" y="204242"/>
                  <a:pt x="505918" y="393901"/>
                  <a:pt x="404623" y="569362"/>
                </a:cubicBezTo>
                <a:cubicBezTo>
                  <a:pt x="303327" y="744822"/>
                  <a:pt x="166281" y="886813"/>
                  <a:pt x="8189" y="991659"/>
                </a:cubicBezTo>
                <a:lnTo>
                  <a:pt x="8189" y="991659"/>
                </a:lnTo>
                <a:cubicBezTo>
                  <a:pt x="-559" y="997490"/>
                  <a:pt x="-2714" y="1008140"/>
                  <a:pt x="3752" y="1011816"/>
                </a:cubicBezTo>
                <a:lnTo>
                  <a:pt x="587944" y="1349172"/>
                </a:lnTo>
                <a:cubicBezTo>
                  <a:pt x="627879" y="1372246"/>
                  <a:pt x="688859" y="1366160"/>
                  <a:pt x="723469" y="1335607"/>
                </a:cubicBezTo>
                <a:close/>
              </a:path>
            </a:pathLst>
          </a:custGeom>
          <a:solidFill>
            <a:schemeClr val="accent3"/>
          </a:solidFill>
          <a:ln w="12669" cap="flat">
            <a:noFill/>
            <a:prstDash val="solid"/>
            <a:miter/>
          </a:ln>
        </p:spPr>
        <p:txBody>
          <a:bodyPr rtlCol="0" anchor="ctr"/>
          <a:lstStyle/>
          <a:p>
            <a:endParaRPr lang="en-US" noProof="0"/>
          </a:p>
        </p:txBody>
      </p:sp>
      <p:sp>
        <p:nvSpPr>
          <p:cNvPr id="22" name="Freeform: Shape 21">
            <a:extLst>
              <a:ext uri="{FF2B5EF4-FFF2-40B4-BE49-F238E27FC236}">
                <a16:creationId xmlns:a16="http://schemas.microsoft.com/office/drawing/2014/main" id="{686222C6-489A-0DCE-EDF9-063EB3ED4457}"/>
              </a:ext>
            </a:extLst>
          </p:cNvPr>
          <p:cNvSpPr/>
          <p:nvPr/>
        </p:nvSpPr>
        <p:spPr>
          <a:xfrm>
            <a:off x="5514596" y="3948720"/>
            <a:ext cx="1167115" cy="946978"/>
          </a:xfrm>
          <a:custGeom>
            <a:avLst/>
            <a:gdLst>
              <a:gd name="connsiteX0" fmla="*/ 79490 w 1167115"/>
              <a:gd name="connsiteY0" fmla="*/ 793578 h 946978"/>
              <a:gd name="connsiteX1" fmla="*/ 503942 w 1167115"/>
              <a:gd name="connsiteY1" fmla="*/ 935949 h 946978"/>
              <a:gd name="connsiteX2" fmla="*/ 663048 w 1167115"/>
              <a:gd name="connsiteY2" fmla="*/ 935949 h 946978"/>
              <a:gd name="connsiteX3" fmla="*/ 1087500 w 1167115"/>
              <a:gd name="connsiteY3" fmla="*/ 793578 h 946978"/>
              <a:gd name="connsiteX4" fmla="*/ 1167116 w 1167115"/>
              <a:gd name="connsiteY4" fmla="*/ 682900 h 946978"/>
              <a:gd name="connsiteX5" fmla="*/ 1167116 w 1167115"/>
              <a:gd name="connsiteY5" fmla="*/ 8316 h 946978"/>
              <a:gd name="connsiteX6" fmla="*/ 1147465 w 1167115"/>
              <a:gd name="connsiteY6" fmla="*/ 2231 h 946978"/>
              <a:gd name="connsiteX7" fmla="*/ 1147465 w 1167115"/>
              <a:gd name="connsiteY7" fmla="*/ 2231 h 946978"/>
              <a:gd name="connsiteX8" fmla="*/ 583558 w 1167115"/>
              <a:gd name="connsiteY8" fmla="*/ 134333 h 946978"/>
              <a:gd name="connsiteX9" fmla="*/ 19651 w 1167115"/>
              <a:gd name="connsiteY9" fmla="*/ 2104 h 946978"/>
              <a:gd name="connsiteX10" fmla="*/ 19651 w 1167115"/>
              <a:gd name="connsiteY10" fmla="*/ 2104 h 946978"/>
              <a:gd name="connsiteX11" fmla="*/ 0 w 1167115"/>
              <a:gd name="connsiteY11" fmla="*/ 8443 h 946978"/>
              <a:gd name="connsiteX12" fmla="*/ 0 w 1167115"/>
              <a:gd name="connsiteY12" fmla="*/ 683027 h 946978"/>
              <a:gd name="connsiteX13" fmla="*/ 79616 w 1167115"/>
              <a:gd name="connsiteY13" fmla="*/ 793578 h 94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7115" h="946978">
                <a:moveTo>
                  <a:pt x="79490" y="793578"/>
                </a:moveTo>
                <a:lnTo>
                  <a:pt x="503942" y="935949"/>
                </a:lnTo>
                <a:cubicBezTo>
                  <a:pt x="547680" y="950655"/>
                  <a:pt x="619309" y="950655"/>
                  <a:pt x="663048" y="935949"/>
                </a:cubicBezTo>
                <a:lnTo>
                  <a:pt x="1087500" y="793578"/>
                </a:lnTo>
                <a:cubicBezTo>
                  <a:pt x="1131238" y="778871"/>
                  <a:pt x="1167116" y="729048"/>
                  <a:pt x="1167116" y="682900"/>
                </a:cubicBezTo>
                <a:lnTo>
                  <a:pt x="1167116" y="8316"/>
                </a:lnTo>
                <a:cubicBezTo>
                  <a:pt x="1167116" y="836"/>
                  <a:pt x="1156720" y="-2587"/>
                  <a:pt x="1147465" y="2231"/>
                </a:cubicBezTo>
                <a:lnTo>
                  <a:pt x="1147465" y="2231"/>
                </a:lnTo>
                <a:cubicBezTo>
                  <a:pt x="977583" y="86664"/>
                  <a:pt x="786149" y="134333"/>
                  <a:pt x="583558" y="134333"/>
                </a:cubicBezTo>
                <a:cubicBezTo>
                  <a:pt x="380967" y="134333"/>
                  <a:pt x="189533" y="86664"/>
                  <a:pt x="19651" y="2104"/>
                </a:cubicBezTo>
                <a:lnTo>
                  <a:pt x="19651" y="2104"/>
                </a:lnTo>
                <a:cubicBezTo>
                  <a:pt x="10269" y="-2460"/>
                  <a:pt x="0" y="963"/>
                  <a:pt x="0" y="8443"/>
                </a:cubicBezTo>
                <a:lnTo>
                  <a:pt x="0" y="683027"/>
                </a:lnTo>
                <a:cubicBezTo>
                  <a:pt x="0" y="729174"/>
                  <a:pt x="35751" y="778871"/>
                  <a:pt x="79616" y="793578"/>
                </a:cubicBezTo>
                <a:close/>
              </a:path>
            </a:pathLst>
          </a:custGeom>
          <a:solidFill>
            <a:schemeClr val="accent2"/>
          </a:solidFill>
          <a:ln w="12669" cap="flat">
            <a:noFill/>
            <a:prstDash val="solid"/>
            <a:miter/>
          </a:ln>
        </p:spPr>
        <p:txBody>
          <a:bodyPr rtlCol="0" anchor="ctr"/>
          <a:lstStyle/>
          <a:p>
            <a:endParaRPr lang="en-US" noProof="0"/>
          </a:p>
        </p:txBody>
      </p:sp>
      <p:sp>
        <p:nvSpPr>
          <p:cNvPr id="23" name="TextBox 18">
            <a:extLst>
              <a:ext uri="{FF2B5EF4-FFF2-40B4-BE49-F238E27FC236}">
                <a16:creationId xmlns:a16="http://schemas.microsoft.com/office/drawing/2014/main" id="{E110B3EF-D21C-A65F-87AB-C62669C1F5EB}"/>
              </a:ext>
            </a:extLst>
          </p:cNvPr>
          <p:cNvSpPr txBox="1"/>
          <p:nvPr/>
        </p:nvSpPr>
        <p:spPr>
          <a:xfrm>
            <a:off x="1625530" y="1714892"/>
            <a:ext cx="2214744" cy="533232"/>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24" name="TextBox 19">
            <a:extLst>
              <a:ext uri="{FF2B5EF4-FFF2-40B4-BE49-F238E27FC236}">
                <a16:creationId xmlns:a16="http://schemas.microsoft.com/office/drawing/2014/main" id="{522320E3-A3E2-17D3-9FBA-435AD525482A}"/>
              </a:ext>
            </a:extLst>
          </p:cNvPr>
          <p:cNvSpPr txBox="1"/>
          <p:nvPr/>
        </p:nvSpPr>
        <p:spPr>
          <a:xfrm>
            <a:off x="1625530" y="1387323"/>
            <a:ext cx="2214744" cy="243652"/>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solidFill>
                  <a:schemeClr val="bg1"/>
                </a:solidFill>
                <a:latin typeface="+mj-lt"/>
                <a:cs typeface="Poppins SemiBold" panose="02000000000000000000" pitchFamily="2" charset="0"/>
              </a:rPr>
              <a:t>Title</a:t>
            </a:r>
          </a:p>
        </p:txBody>
      </p:sp>
      <p:sp>
        <p:nvSpPr>
          <p:cNvPr id="25" name="TextBox 18">
            <a:extLst>
              <a:ext uri="{FF2B5EF4-FFF2-40B4-BE49-F238E27FC236}">
                <a16:creationId xmlns:a16="http://schemas.microsoft.com/office/drawing/2014/main" id="{E2B95CEE-8857-3F3E-AEB2-3AE856EADEB0}"/>
              </a:ext>
            </a:extLst>
          </p:cNvPr>
          <p:cNvSpPr txBox="1"/>
          <p:nvPr/>
        </p:nvSpPr>
        <p:spPr>
          <a:xfrm>
            <a:off x="1625530" y="3715142"/>
            <a:ext cx="2214744" cy="533232"/>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26" name="TextBox 19">
            <a:extLst>
              <a:ext uri="{FF2B5EF4-FFF2-40B4-BE49-F238E27FC236}">
                <a16:creationId xmlns:a16="http://schemas.microsoft.com/office/drawing/2014/main" id="{CE8BC4A5-7BB0-798A-7769-5D4848A52524}"/>
              </a:ext>
            </a:extLst>
          </p:cNvPr>
          <p:cNvSpPr txBox="1"/>
          <p:nvPr/>
        </p:nvSpPr>
        <p:spPr>
          <a:xfrm>
            <a:off x="1625530" y="3387573"/>
            <a:ext cx="2214744" cy="243652"/>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solidFill>
                  <a:schemeClr val="bg1"/>
                </a:solidFill>
                <a:latin typeface="+mj-lt"/>
                <a:cs typeface="Poppins SemiBold" panose="02000000000000000000" pitchFamily="2" charset="0"/>
              </a:rPr>
              <a:t>Title</a:t>
            </a:r>
          </a:p>
        </p:txBody>
      </p:sp>
      <p:sp>
        <p:nvSpPr>
          <p:cNvPr id="27" name="TextBox 18">
            <a:extLst>
              <a:ext uri="{FF2B5EF4-FFF2-40B4-BE49-F238E27FC236}">
                <a16:creationId xmlns:a16="http://schemas.microsoft.com/office/drawing/2014/main" id="{B5AC2CCE-FCBF-6778-4F28-ACBA10C88187}"/>
              </a:ext>
            </a:extLst>
          </p:cNvPr>
          <p:cNvSpPr txBox="1"/>
          <p:nvPr/>
        </p:nvSpPr>
        <p:spPr>
          <a:xfrm>
            <a:off x="5008879" y="539154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28" name="TextBox 19">
            <a:extLst>
              <a:ext uri="{FF2B5EF4-FFF2-40B4-BE49-F238E27FC236}">
                <a16:creationId xmlns:a16="http://schemas.microsoft.com/office/drawing/2014/main" id="{04B90761-D53F-C90C-2AE9-64697865A1D0}"/>
              </a:ext>
            </a:extLst>
          </p:cNvPr>
          <p:cNvSpPr txBox="1"/>
          <p:nvPr/>
        </p:nvSpPr>
        <p:spPr>
          <a:xfrm>
            <a:off x="5008879" y="506397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chemeClr val="bg1"/>
                </a:solidFill>
                <a:latin typeface="+mj-lt"/>
                <a:cs typeface="Poppins SemiBold" panose="02000000000000000000" pitchFamily="2" charset="0"/>
              </a:rPr>
              <a:t>Title</a:t>
            </a:r>
          </a:p>
        </p:txBody>
      </p:sp>
      <p:sp>
        <p:nvSpPr>
          <p:cNvPr id="29" name="TextBox 18">
            <a:extLst>
              <a:ext uri="{FF2B5EF4-FFF2-40B4-BE49-F238E27FC236}">
                <a16:creationId xmlns:a16="http://schemas.microsoft.com/office/drawing/2014/main" id="{03E9F1EE-1265-95D8-4F99-20EABB4948E7}"/>
              </a:ext>
            </a:extLst>
          </p:cNvPr>
          <p:cNvSpPr txBox="1"/>
          <p:nvPr/>
        </p:nvSpPr>
        <p:spPr>
          <a:xfrm>
            <a:off x="8226355" y="171489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30" name="TextBox 19">
            <a:extLst>
              <a:ext uri="{FF2B5EF4-FFF2-40B4-BE49-F238E27FC236}">
                <a16:creationId xmlns:a16="http://schemas.microsoft.com/office/drawing/2014/main" id="{A431FD97-834E-E5CC-3ABA-1106BDDC5564}"/>
              </a:ext>
            </a:extLst>
          </p:cNvPr>
          <p:cNvSpPr txBox="1"/>
          <p:nvPr/>
        </p:nvSpPr>
        <p:spPr>
          <a:xfrm>
            <a:off x="8226355" y="138732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chemeClr val="bg1"/>
                </a:solidFill>
                <a:latin typeface="+mj-lt"/>
                <a:cs typeface="Poppins SemiBold" panose="02000000000000000000" pitchFamily="2" charset="0"/>
              </a:rPr>
              <a:t>Title</a:t>
            </a:r>
          </a:p>
        </p:txBody>
      </p:sp>
      <p:sp>
        <p:nvSpPr>
          <p:cNvPr id="31" name="TextBox 18">
            <a:extLst>
              <a:ext uri="{FF2B5EF4-FFF2-40B4-BE49-F238E27FC236}">
                <a16:creationId xmlns:a16="http://schemas.microsoft.com/office/drawing/2014/main" id="{B67554ED-C07D-E83A-4F13-9D88E16EBC32}"/>
              </a:ext>
            </a:extLst>
          </p:cNvPr>
          <p:cNvSpPr txBox="1"/>
          <p:nvPr/>
        </p:nvSpPr>
        <p:spPr>
          <a:xfrm>
            <a:off x="8226355" y="371514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32" name="TextBox 19">
            <a:extLst>
              <a:ext uri="{FF2B5EF4-FFF2-40B4-BE49-F238E27FC236}">
                <a16:creationId xmlns:a16="http://schemas.microsoft.com/office/drawing/2014/main" id="{825C35C2-2D7F-3CE1-2ACA-C61745473675}"/>
              </a:ext>
            </a:extLst>
          </p:cNvPr>
          <p:cNvSpPr txBox="1"/>
          <p:nvPr/>
        </p:nvSpPr>
        <p:spPr>
          <a:xfrm>
            <a:off x="8226355" y="338757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chemeClr val="bg1"/>
                </a:solidFill>
                <a:latin typeface="+mj-lt"/>
                <a:cs typeface="Poppins SemiBold" panose="02000000000000000000" pitchFamily="2" charset="0"/>
              </a:rPr>
              <a:t>Title</a:t>
            </a:r>
          </a:p>
        </p:txBody>
      </p:sp>
    </p:spTree>
    <p:extLst>
      <p:ext uri="{BB962C8B-B14F-4D97-AF65-F5344CB8AC3E}">
        <p14:creationId xmlns:p14="http://schemas.microsoft.com/office/powerpoint/2010/main" val="38503664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87219-3C0B-CE7C-B6CD-437822E94C44}"/>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F35DAD27-3AAB-0A84-FEEB-EB5B61CDAD70}"/>
              </a:ext>
            </a:extLst>
          </p:cNvPr>
          <p:cNvSpPr>
            <a:spLocks noGrp="1"/>
          </p:cNvSpPr>
          <p:nvPr>
            <p:ph type="body" sz="quarter" idx="20"/>
          </p:nvPr>
        </p:nvSpPr>
        <p:spPr/>
        <p:txBody>
          <a:bodyPr>
            <a:normAutofit lnSpcReduction="10000"/>
          </a:bodyPr>
          <a:lstStyle/>
          <a:p>
            <a:endParaRPr lang="en-US"/>
          </a:p>
        </p:txBody>
      </p:sp>
      <p:sp>
        <p:nvSpPr>
          <p:cNvPr id="5" name="Text Placeholder 4">
            <a:extLst>
              <a:ext uri="{FF2B5EF4-FFF2-40B4-BE49-F238E27FC236}">
                <a16:creationId xmlns:a16="http://schemas.microsoft.com/office/drawing/2014/main" id="{FEDBB8E7-F17D-8DE1-D9E1-4D65B19875EE}"/>
              </a:ext>
            </a:extLst>
          </p:cNvPr>
          <p:cNvSpPr>
            <a:spLocks noGrp="1"/>
          </p:cNvSpPr>
          <p:nvPr>
            <p:ph type="body" sz="quarter" idx="21"/>
          </p:nvPr>
        </p:nvSpPr>
        <p:spPr/>
        <p:txBody>
          <a:bodyPr>
            <a:normAutofit lnSpcReduction="10000"/>
          </a:bodyPr>
          <a:lstStyle/>
          <a:p>
            <a:endParaRPr lang="en-US"/>
          </a:p>
        </p:txBody>
      </p:sp>
      <p:sp>
        <p:nvSpPr>
          <p:cNvPr id="6" name="Text Placeholder 5">
            <a:extLst>
              <a:ext uri="{FF2B5EF4-FFF2-40B4-BE49-F238E27FC236}">
                <a16:creationId xmlns:a16="http://schemas.microsoft.com/office/drawing/2014/main" id="{FE1BC2BC-81BB-4E32-4610-21B87FBCF82F}"/>
              </a:ext>
            </a:extLst>
          </p:cNvPr>
          <p:cNvSpPr>
            <a:spLocks noGrp="1"/>
          </p:cNvSpPr>
          <p:nvPr>
            <p:ph type="body" sz="quarter" idx="22"/>
          </p:nvPr>
        </p:nvSpPr>
        <p:spPr/>
        <p:txBody>
          <a:bodyPr>
            <a:normAutofit fontScale="92500" lnSpcReduction="20000"/>
          </a:bodyPr>
          <a:lstStyle/>
          <a:p>
            <a:endParaRPr lang="en-US"/>
          </a:p>
        </p:txBody>
      </p:sp>
      <p:sp>
        <p:nvSpPr>
          <p:cNvPr id="7" name="Text Placeholder 6">
            <a:extLst>
              <a:ext uri="{FF2B5EF4-FFF2-40B4-BE49-F238E27FC236}">
                <a16:creationId xmlns:a16="http://schemas.microsoft.com/office/drawing/2014/main" id="{E79F7FC4-D7FA-6972-F8F3-E7C499D65CAA}"/>
              </a:ext>
            </a:extLst>
          </p:cNvPr>
          <p:cNvSpPr>
            <a:spLocks noGrp="1"/>
          </p:cNvSpPr>
          <p:nvPr>
            <p:ph type="body" sz="quarter" idx="23"/>
          </p:nvPr>
        </p:nvSpPr>
        <p:spPr/>
        <p:txBody>
          <a:bodyPr>
            <a:normAutofit lnSpcReduction="10000"/>
          </a:bodyPr>
          <a:lstStyle/>
          <a:p>
            <a:endParaRPr lang="en-US"/>
          </a:p>
        </p:txBody>
      </p:sp>
      <p:sp>
        <p:nvSpPr>
          <p:cNvPr id="8" name="Text Placeholder 7">
            <a:extLst>
              <a:ext uri="{FF2B5EF4-FFF2-40B4-BE49-F238E27FC236}">
                <a16:creationId xmlns:a16="http://schemas.microsoft.com/office/drawing/2014/main" id="{CEBFBB93-FFCF-94CF-B9FD-59F8C59428D0}"/>
              </a:ext>
            </a:extLst>
          </p:cNvPr>
          <p:cNvSpPr>
            <a:spLocks noGrp="1"/>
          </p:cNvSpPr>
          <p:nvPr>
            <p:ph type="body" sz="quarter" idx="24"/>
          </p:nvPr>
        </p:nvSpPr>
        <p:spPr/>
        <p:txBody>
          <a:bodyPr>
            <a:normAutofit lnSpcReduction="10000"/>
          </a:bodyPr>
          <a:lstStyle/>
          <a:p>
            <a:endParaRPr lang="en-US"/>
          </a:p>
        </p:txBody>
      </p:sp>
      <p:sp>
        <p:nvSpPr>
          <p:cNvPr id="9" name="Text Placeholder 8">
            <a:extLst>
              <a:ext uri="{FF2B5EF4-FFF2-40B4-BE49-F238E27FC236}">
                <a16:creationId xmlns:a16="http://schemas.microsoft.com/office/drawing/2014/main" id="{3DB05F9D-ABAB-3F97-BABA-81A0F39AA944}"/>
              </a:ext>
            </a:extLst>
          </p:cNvPr>
          <p:cNvSpPr>
            <a:spLocks noGrp="1"/>
          </p:cNvSpPr>
          <p:nvPr>
            <p:ph type="body" sz="quarter" idx="25"/>
          </p:nvPr>
        </p:nvSpPr>
        <p:spPr/>
        <p:txBody>
          <a:bodyPr>
            <a:normAutofit lnSpcReduction="10000"/>
          </a:bodyPr>
          <a:lstStyle/>
          <a:p>
            <a:endParaRPr lang="en-US"/>
          </a:p>
        </p:txBody>
      </p:sp>
      <p:sp>
        <p:nvSpPr>
          <p:cNvPr id="10" name="Content Placeholder 9">
            <a:extLst>
              <a:ext uri="{FF2B5EF4-FFF2-40B4-BE49-F238E27FC236}">
                <a16:creationId xmlns:a16="http://schemas.microsoft.com/office/drawing/2014/main" id="{ED83EFC7-C901-7B18-1572-F0CA31DB6421}"/>
              </a:ext>
            </a:extLst>
          </p:cNvPr>
          <p:cNvSpPr>
            <a:spLocks noGrp="1"/>
          </p:cNvSpPr>
          <p:nvPr>
            <p:ph idx="26"/>
          </p:nvPr>
        </p:nvSpPr>
        <p:spPr/>
        <p:txBody>
          <a:bodyPr/>
          <a:lstStyle/>
          <a:p>
            <a:endParaRPr lang="en-US"/>
          </a:p>
        </p:txBody>
      </p:sp>
      <p:sp>
        <p:nvSpPr>
          <p:cNvPr id="11" name="Content Placeholder 10">
            <a:extLst>
              <a:ext uri="{FF2B5EF4-FFF2-40B4-BE49-F238E27FC236}">
                <a16:creationId xmlns:a16="http://schemas.microsoft.com/office/drawing/2014/main" id="{57F6E54E-57A3-9A1F-9A27-9FEB91C925D1}"/>
              </a:ext>
            </a:extLst>
          </p:cNvPr>
          <p:cNvSpPr>
            <a:spLocks noGrp="1"/>
          </p:cNvSpPr>
          <p:nvPr>
            <p:ph idx="27"/>
          </p:nvPr>
        </p:nvSpPr>
        <p:spPr/>
        <p:txBody>
          <a:bodyPr/>
          <a:lstStyle/>
          <a:p>
            <a:endParaRPr lang="en-US"/>
          </a:p>
        </p:txBody>
      </p:sp>
      <p:sp>
        <p:nvSpPr>
          <p:cNvPr id="12" name="Content Placeholder 11">
            <a:extLst>
              <a:ext uri="{FF2B5EF4-FFF2-40B4-BE49-F238E27FC236}">
                <a16:creationId xmlns:a16="http://schemas.microsoft.com/office/drawing/2014/main" id="{80D7A7D5-E94B-2BF0-6C70-D21674FC54B4}"/>
              </a:ext>
            </a:extLst>
          </p:cNvPr>
          <p:cNvSpPr>
            <a:spLocks noGrp="1"/>
          </p:cNvSpPr>
          <p:nvPr>
            <p:ph idx="28"/>
          </p:nvPr>
        </p:nvSpPr>
        <p:spPr/>
        <p:txBody>
          <a:bodyPr/>
          <a:lstStyle/>
          <a:p>
            <a:endParaRPr lang="en-US"/>
          </a:p>
        </p:txBody>
      </p:sp>
      <p:sp>
        <p:nvSpPr>
          <p:cNvPr id="13" name="Content Placeholder 12">
            <a:extLst>
              <a:ext uri="{FF2B5EF4-FFF2-40B4-BE49-F238E27FC236}">
                <a16:creationId xmlns:a16="http://schemas.microsoft.com/office/drawing/2014/main" id="{4C4DD77D-45D6-BCC2-1FDF-944BE471A37E}"/>
              </a:ext>
            </a:extLst>
          </p:cNvPr>
          <p:cNvSpPr>
            <a:spLocks noGrp="1"/>
          </p:cNvSpPr>
          <p:nvPr>
            <p:ph idx="29"/>
          </p:nvPr>
        </p:nvSpPr>
        <p:spPr/>
        <p:txBody>
          <a:bodyPr/>
          <a:lstStyle/>
          <a:p>
            <a:endParaRPr lang="en-US"/>
          </a:p>
        </p:txBody>
      </p:sp>
      <p:sp>
        <p:nvSpPr>
          <p:cNvPr id="14" name="Content Placeholder 13">
            <a:extLst>
              <a:ext uri="{FF2B5EF4-FFF2-40B4-BE49-F238E27FC236}">
                <a16:creationId xmlns:a16="http://schemas.microsoft.com/office/drawing/2014/main" id="{6EF9BB0D-5D5B-ADA6-DE7B-7F39388FC6FE}"/>
              </a:ext>
            </a:extLst>
          </p:cNvPr>
          <p:cNvSpPr>
            <a:spLocks noGrp="1"/>
          </p:cNvSpPr>
          <p:nvPr>
            <p:ph idx="30"/>
          </p:nvPr>
        </p:nvSpPr>
        <p:spPr/>
        <p:txBody>
          <a:bodyPr/>
          <a:lstStyle/>
          <a:p>
            <a:endParaRPr lang="en-US"/>
          </a:p>
        </p:txBody>
      </p:sp>
      <p:sp>
        <p:nvSpPr>
          <p:cNvPr id="15" name="Content Placeholder 14">
            <a:extLst>
              <a:ext uri="{FF2B5EF4-FFF2-40B4-BE49-F238E27FC236}">
                <a16:creationId xmlns:a16="http://schemas.microsoft.com/office/drawing/2014/main" id="{A75C57AC-DD08-7BFA-9EE4-3D30AA080A4C}"/>
              </a:ext>
            </a:extLst>
          </p:cNvPr>
          <p:cNvSpPr>
            <a:spLocks noGrp="1"/>
          </p:cNvSpPr>
          <p:nvPr>
            <p:ph idx="31"/>
          </p:nvPr>
        </p:nvSpPr>
        <p:spPr/>
        <p:txBody>
          <a:bodyPr/>
          <a:lstStyle/>
          <a:p>
            <a:endParaRPr lang="en-US"/>
          </a:p>
        </p:txBody>
      </p:sp>
    </p:spTree>
    <p:extLst>
      <p:ext uri="{BB962C8B-B14F-4D97-AF65-F5344CB8AC3E}">
        <p14:creationId xmlns:p14="http://schemas.microsoft.com/office/powerpoint/2010/main" val="31408004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927EE5-75D0-7FAA-2723-2D9D8506DF31}"/>
              </a:ext>
            </a:extLst>
          </p:cNvPr>
          <p:cNvSpPr>
            <a:spLocks noGrp="1"/>
          </p:cNvSpPr>
          <p:nvPr>
            <p:ph type="body" sz="quarter" idx="15"/>
          </p:nvPr>
        </p:nvSpPr>
        <p:spPr/>
        <p:txBody>
          <a:bodyPr/>
          <a:lstStyle/>
          <a:p>
            <a:endParaRPr lang="en-US"/>
          </a:p>
        </p:txBody>
      </p:sp>
      <p:sp>
        <p:nvSpPr>
          <p:cNvPr id="3" name="Text Placeholder 2">
            <a:extLst>
              <a:ext uri="{FF2B5EF4-FFF2-40B4-BE49-F238E27FC236}">
                <a16:creationId xmlns:a16="http://schemas.microsoft.com/office/drawing/2014/main" id="{7B0D7D2A-0D45-D12B-3E68-77666700EEFA}"/>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41BF9F24-6F2F-443C-1893-4BF19F399821}"/>
              </a:ext>
            </a:extLst>
          </p:cNvPr>
          <p:cNvSpPr>
            <a:spLocks noGrp="1"/>
          </p:cNvSpPr>
          <p:nvPr>
            <p:ph type="body" sz="quarter" idx="13"/>
          </p:nvPr>
        </p:nvSpPr>
        <p:spPr/>
        <p:txBody>
          <a:bodyPr/>
          <a:lstStyle/>
          <a:p>
            <a:endParaRPr lang="en-US"/>
          </a:p>
        </p:txBody>
      </p:sp>
      <p:sp>
        <p:nvSpPr>
          <p:cNvPr id="5" name="Title 4">
            <a:extLst>
              <a:ext uri="{FF2B5EF4-FFF2-40B4-BE49-F238E27FC236}">
                <a16:creationId xmlns:a16="http://schemas.microsoft.com/office/drawing/2014/main" id="{4F265B83-4847-06FD-AB82-5FFFC852E138}"/>
              </a:ext>
            </a:extLst>
          </p:cNvPr>
          <p:cNvSpPr>
            <a:spLocks noGrp="1"/>
          </p:cNvSpPr>
          <p:nvPr>
            <p:ph type="title"/>
          </p:nvPr>
        </p:nvSpPr>
        <p:spPr>
          <a:xfrm>
            <a:off x="256033" y="237744"/>
            <a:ext cx="11364467" cy="612959"/>
          </a:xfrm>
        </p:spPr>
        <p:txBody>
          <a:bodyPr/>
          <a:lstStyle/>
          <a:p>
            <a:endParaRPr lang="en-US"/>
          </a:p>
        </p:txBody>
      </p:sp>
      <p:sp>
        <p:nvSpPr>
          <p:cNvPr id="6" name="Picture Placeholder 5">
            <a:extLst>
              <a:ext uri="{FF2B5EF4-FFF2-40B4-BE49-F238E27FC236}">
                <a16:creationId xmlns:a16="http://schemas.microsoft.com/office/drawing/2014/main" id="{36B80AD0-814F-BFB8-DD3A-21230D3FFCF9}"/>
              </a:ext>
            </a:extLst>
          </p:cNvPr>
          <p:cNvSpPr>
            <a:spLocks noGrp="1"/>
          </p:cNvSpPr>
          <p:nvPr>
            <p:ph type="pic" sz="quarter" idx="10"/>
          </p:nvPr>
        </p:nvSpPr>
        <p:spPr/>
        <p:txBody>
          <a:bodyPr/>
          <a:lstStyle/>
          <a:p>
            <a:endParaRPr lang="en-US"/>
          </a:p>
        </p:txBody>
      </p:sp>
      <p:sp>
        <p:nvSpPr>
          <p:cNvPr id="7" name="Picture Placeholder 6">
            <a:extLst>
              <a:ext uri="{FF2B5EF4-FFF2-40B4-BE49-F238E27FC236}">
                <a16:creationId xmlns:a16="http://schemas.microsoft.com/office/drawing/2014/main" id="{24BF48A7-F544-A099-451F-441576139446}"/>
              </a:ext>
            </a:extLst>
          </p:cNvPr>
          <p:cNvSpPr>
            <a:spLocks noGrp="1"/>
          </p:cNvSpPr>
          <p:nvPr>
            <p:ph type="pic" sz="quarter" idx="11"/>
          </p:nvPr>
        </p:nvSpPr>
        <p:spPr/>
        <p:txBody>
          <a:bodyPr/>
          <a:lstStyle/>
          <a:p>
            <a:endParaRPr lang="en-US"/>
          </a:p>
        </p:txBody>
      </p:sp>
      <p:sp>
        <p:nvSpPr>
          <p:cNvPr id="8" name="Picture Placeholder 7">
            <a:extLst>
              <a:ext uri="{FF2B5EF4-FFF2-40B4-BE49-F238E27FC236}">
                <a16:creationId xmlns:a16="http://schemas.microsoft.com/office/drawing/2014/main" id="{74E854AD-909C-C778-BFE9-98F01B54B0C1}"/>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38065482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1D8ED-354A-F94C-9349-56E13B8B27D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4F4E7F7-4FBC-9E6A-B1C5-33577CF9F181}"/>
              </a:ext>
            </a:extLst>
          </p:cNvPr>
          <p:cNvSpPr>
            <a:spLocks noGrp="1"/>
          </p:cNvSpPr>
          <p:nvPr>
            <p:ph type="title"/>
          </p:nvPr>
        </p:nvSpPr>
        <p:spPr/>
        <p:txBody>
          <a:bodyPr/>
          <a:lstStyle/>
          <a:p>
            <a:endParaRPr lang="en-US"/>
          </a:p>
        </p:txBody>
      </p:sp>
      <p:sp>
        <p:nvSpPr>
          <p:cNvPr id="10" name="Text Placeholder 9">
            <a:extLst>
              <a:ext uri="{FF2B5EF4-FFF2-40B4-BE49-F238E27FC236}">
                <a16:creationId xmlns:a16="http://schemas.microsoft.com/office/drawing/2014/main" id="{E57244F5-2AC2-0722-0FE3-F20A5920427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0792772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0263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1B3A4-29EA-32D5-E36B-FB5EDD13A18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6C5E819-F769-1639-1418-8953ABA23ECB}"/>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23558062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D9C25E-EF7E-6788-AC3E-499710B0CCFB}"/>
              </a:ext>
            </a:extLst>
          </p:cNvPr>
          <p:cNvSpPr>
            <a:spLocks noGrp="1"/>
          </p:cNvSpPr>
          <p:nvPr>
            <p:ph type="title"/>
          </p:nvPr>
        </p:nvSpPr>
        <p:spPr/>
        <p:txBody>
          <a:bodyPr>
            <a:normAutofit/>
          </a:bodyPr>
          <a:lstStyle/>
          <a:p>
            <a:pPr algn="ctr"/>
            <a:r>
              <a:rPr lang="en-US"/>
              <a:t>Title of the slide</a:t>
            </a:r>
          </a:p>
        </p:txBody>
      </p:sp>
      <p:grpSp>
        <p:nvGrpSpPr>
          <p:cNvPr id="3" name="Group 2">
            <a:extLst>
              <a:ext uri="{FF2B5EF4-FFF2-40B4-BE49-F238E27FC236}">
                <a16:creationId xmlns:a16="http://schemas.microsoft.com/office/drawing/2014/main" id="{50C72FF7-80B9-E1FE-6F1E-FEF7C564DFF4}"/>
              </a:ext>
            </a:extLst>
          </p:cNvPr>
          <p:cNvGrpSpPr/>
          <p:nvPr/>
        </p:nvGrpSpPr>
        <p:grpSpPr>
          <a:xfrm>
            <a:off x="1130808" y="1620281"/>
            <a:ext cx="9979152" cy="4115262"/>
            <a:chOff x="1676400" y="2136654"/>
            <a:chExt cx="21031200" cy="8672972"/>
          </a:xfrm>
        </p:grpSpPr>
        <p:sp>
          <p:nvSpPr>
            <p:cNvPr id="5" name="Oval 4">
              <a:extLst>
                <a:ext uri="{FF2B5EF4-FFF2-40B4-BE49-F238E27FC236}">
                  <a16:creationId xmlns:a16="http://schemas.microsoft.com/office/drawing/2014/main" id="{48EF1DF3-0AF2-330C-6181-791C2FB1429C}"/>
                </a:ext>
              </a:extLst>
            </p:cNvPr>
            <p:cNvSpPr/>
            <p:nvPr/>
          </p:nvSpPr>
          <p:spPr>
            <a:xfrm>
              <a:off x="10293495" y="4327724"/>
              <a:ext cx="3797010" cy="3797010"/>
            </a:xfrm>
            <a:prstGeom prst="ellipse">
              <a:avLst/>
            </a:prstGeom>
            <a:noFill/>
            <a:ln w="28575">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050">
                <a:solidFill>
                  <a:schemeClr val="tx1"/>
                </a:solidFill>
                <a:latin typeface="+mj-lt"/>
              </a:endParaRPr>
            </a:p>
          </p:txBody>
        </p:sp>
        <p:sp>
          <p:nvSpPr>
            <p:cNvPr id="6" name="Oval 5">
              <a:extLst>
                <a:ext uri="{FF2B5EF4-FFF2-40B4-BE49-F238E27FC236}">
                  <a16:creationId xmlns:a16="http://schemas.microsoft.com/office/drawing/2014/main" id="{C22E8620-C5DE-0FF5-FF1B-758289726DD4}"/>
                </a:ext>
              </a:extLst>
            </p:cNvPr>
            <p:cNvSpPr/>
            <p:nvPr/>
          </p:nvSpPr>
          <p:spPr>
            <a:xfrm>
              <a:off x="12978387" y="7012615"/>
              <a:ext cx="3797010" cy="3797010"/>
            </a:xfrm>
            <a:prstGeom prst="ellipse">
              <a:avLst/>
            </a:prstGeom>
            <a:noFill/>
            <a:ln w="28575">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050">
                <a:solidFill>
                  <a:schemeClr val="tx1"/>
                </a:solidFill>
                <a:latin typeface="+mj-lt"/>
              </a:endParaRPr>
            </a:p>
          </p:txBody>
        </p:sp>
        <p:sp>
          <p:nvSpPr>
            <p:cNvPr id="7" name="Oval 6">
              <a:extLst>
                <a:ext uri="{FF2B5EF4-FFF2-40B4-BE49-F238E27FC236}">
                  <a16:creationId xmlns:a16="http://schemas.microsoft.com/office/drawing/2014/main" id="{5CB7FBDC-EB5D-08AC-33A0-FB20841AAE07}"/>
                </a:ext>
              </a:extLst>
            </p:cNvPr>
            <p:cNvSpPr/>
            <p:nvPr/>
          </p:nvSpPr>
          <p:spPr>
            <a:xfrm>
              <a:off x="7608603" y="7012616"/>
              <a:ext cx="3797010" cy="3797010"/>
            </a:xfrm>
            <a:prstGeom prst="ellipse">
              <a:avLst/>
            </a:prstGeom>
            <a:noFill/>
            <a:ln w="28575">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050">
                <a:solidFill>
                  <a:schemeClr val="tx1"/>
                </a:solidFill>
                <a:latin typeface="+mj-lt"/>
              </a:endParaRPr>
            </a:p>
          </p:txBody>
        </p:sp>
        <p:sp>
          <p:nvSpPr>
            <p:cNvPr id="8" name="Arc 7">
              <a:extLst>
                <a:ext uri="{FF2B5EF4-FFF2-40B4-BE49-F238E27FC236}">
                  <a16:creationId xmlns:a16="http://schemas.microsoft.com/office/drawing/2014/main" id="{676DA2DE-F323-0960-0022-A3619921327F}"/>
                </a:ext>
              </a:extLst>
            </p:cNvPr>
            <p:cNvSpPr/>
            <p:nvPr/>
          </p:nvSpPr>
          <p:spPr>
            <a:xfrm rot="13500000">
              <a:off x="10293495" y="4327724"/>
              <a:ext cx="3797010" cy="3797010"/>
            </a:xfrm>
            <a:prstGeom prst="arc">
              <a:avLst>
                <a:gd name="adj1" fmla="val 16117153"/>
                <a:gd name="adj2" fmla="val 10698582"/>
              </a:avLst>
            </a:prstGeom>
            <a:ln w="152400" cap="rnd">
              <a:solidFill>
                <a:schemeClr val="accent2"/>
              </a:soli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050">
                <a:latin typeface="+mj-lt"/>
              </a:endParaRPr>
            </a:p>
          </p:txBody>
        </p:sp>
        <p:sp>
          <p:nvSpPr>
            <p:cNvPr id="9" name="Arc 8">
              <a:extLst>
                <a:ext uri="{FF2B5EF4-FFF2-40B4-BE49-F238E27FC236}">
                  <a16:creationId xmlns:a16="http://schemas.microsoft.com/office/drawing/2014/main" id="{4263F0E8-C901-6460-5148-F1FC133A36AA}"/>
                </a:ext>
              </a:extLst>
            </p:cNvPr>
            <p:cNvSpPr/>
            <p:nvPr/>
          </p:nvSpPr>
          <p:spPr>
            <a:xfrm rot="13500000">
              <a:off x="12978387" y="7012615"/>
              <a:ext cx="3797010" cy="3797010"/>
            </a:xfrm>
            <a:prstGeom prst="arc">
              <a:avLst>
                <a:gd name="adj1" fmla="val 5087864"/>
                <a:gd name="adj2" fmla="val 77866"/>
              </a:avLst>
            </a:prstGeom>
            <a:ln w="152400" cap="rnd">
              <a:solidFill>
                <a:schemeClr val="accent3"/>
              </a:soli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050">
                <a:latin typeface="+mj-lt"/>
              </a:endParaRPr>
            </a:p>
          </p:txBody>
        </p:sp>
        <p:sp>
          <p:nvSpPr>
            <p:cNvPr id="10" name="Arc 9">
              <a:extLst>
                <a:ext uri="{FF2B5EF4-FFF2-40B4-BE49-F238E27FC236}">
                  <a16:creationId xmlns:a16="http://schemas.microsoft.com/office/drawing/2014/main" id="{88F1A44D-F7CB-E4E1-3F89-DCF817DD845A}"/>
                </a:ext>
              </a:extLst>
            </p:cNvPr>
            <p:cNvSpPr/>
            <p:nvPr/>
          </p:nvSpPr>
          <p:spPr>
            <a:xfrm rot="13500000">
              <a:off x="7608603" y="7012616"/>
              <a:ext cx="3797010" cy="3797010"/>
            </a:xfrm>
            <a:prstGeom prst="arc">
              <a:avLst>
                <a:gd name="adj1" fmla="val 5507889"/>
                <a:gd name="adj2" fmla="val 150286"/>
              </a:avLst>
            </a:prstGeom>
            <a:ln w="1524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050">
                <a:latin typeface="+mj-lt"/>
              </a:endParaRPr>
            </a:p>
          </p:txBody>
        </p:sp>
        <p:sp>
          <p:nvSpPr>
            <p:cNvPr id="11" name="TextBox 8">
              <a:extLst>
                <a:ext uri="{FF2B5EF4-FFF2-40B4-BE49-F238E27FC236}">
                  <a16:creationId xmlns:a16="http://schemas.microsoft.com/office/drawing/2014/main" id="{16E54BAF-A7D4-3BB9-D15B-93DC182D671E}"/>
                </a:ext>
              </a:extLst>
            </p:cNvPr>
            <p:cNvSpPr txBox="1"/>
            <p:nvPr/>
          </p:nvSpPr>
          <p:spPr>
            <a:xfrm>
              <a:off x="8350449" y="2827008"/>
              <a:ext cx="7592698" cy="778372"/>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12" name="TextBox 9">
              <a:extLst>
                <a:ext uri="{FF2B5EF4-FFF2-40B4-BE49-F238E27FC236}">
                  <a16:creationId xmlns:a16="http://schemas.microsoft.com/office/drawing/2014/main" id="{30AE048F-D316-40D6-2B5E-F4B21FC00707}"/>
                </a:ext>
              </a:extLst>
            </p:cNvPr>
            <p:cNvSpPr txBox="1"/>
            <p:nvPr/>
          </p:nvSpPr>
          <p:spPr>
            <a:xfrm>
              <a:off x="9812996" y="2136654"/>
              <a:ext cx="4667603" cy="518914"/>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latin typeface="+mj-lt"/>
                  <a:cs typeface="Poppins SemiBold" panose="02000000000000000000" pitchFamily="2" charset="0"/>
                </a:rPr>
                <a:t>Title</a:t>
              </a:r>
            </a:p>
          </p:txBody>
        </p:sp>
        <p:sp>
          <p:nvSpPr>
            <p:cNvPr id="13" name="TextBox 10">
              <a:extLst>
                <a:ext uri="{FF2B5EF4-FFF2-40B4-BE49-F238E27FC236}">
                  <a16:creationId xmlns:a16="http://schemas.microsoft.com/office/drawing/2014/main" id="{9EC070CC-EFE6-2924-7D0B-9628431D8627}"/>
                </a:ext>
              </a:extLst>
            </p:cNvPr>
            <p:cNvSpPr txBox="1"/>
            <p:nvPr/>
          </p:nvSpPr>
          <p:spPr>
            <a:xfrm>
              <a:off x="11158332" y="5534847"/>
              <a:ext cx="2065555" cy="175133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a:latin typeface="+mj-lt"/>
                  <a:cs typeface="Poppins SemiBold" panose="02000000000000000000" pitchFamily="2" charset="0"/>
                </a:rPr>
                <a:t>02</a:t>
              </a:r>
            </a:p>
          </p:txBody>
        </p:sp>
        <p:sp>
          <p:nvSpPr>
            <p:cNvPr id="14" name="TextBox 11">
              <a:extLst>
                <a:ext uri="{FF2B5EF4-FFF2-40B4-BE49-F238E27FC236}">
                  <a16:creationId xmlns:a16="http://schemas.microsoft.com/office/drawing/2014/main" id="{947DA3E4-737C-540F-0156-81FE928A8637}"/>
                </a:ext>
              </a:extLst>
            </p:cNvPr>
            <p:cNvSpPr txBox="1"/>
            <p:nvPr/>
          </p:nvSpPr>
          <p:spPr>
            <a:xfrm>
              <a:off x="11158332" y="5397086"/>
              <a:ext cx="2065555" cy="389186"/>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cap="all">
                  <a:latin typeface="+mj-lt"/>
                  <a:cs typeface="Poppins SemiBold" panose="02000000000000000000" pitchFamily="2" charset="0"/>
                </a:rPr>
                <a:t>option</a:t>
              </a:r>
            </a:p>
          </p:txBody>
        </p:sp>
        <p:sp>
          <p:nvSpPr>
            <p:cNvPr id="15" name="TextBox 12">
              <a:extLst>
                <a:ext uri="{FF2B5EF4-FFF2-40B4-BE49-F238E27FC236}">
                  <a16:creationId xmlns:a16="http://schemas.microsoft.com/office/drawing/2014/main" id="{64D29681-F7DE-247C-B277-4E84DDEB2F8B}"/>
                </a:ext>
              </a:extLst>
            </p:cNvPr>
            <p:cNvSpPr txBox="1"/>
            <p:nvPr/>
          </p:nvSpPr>
          <p:spPr>
            <a:xfrm>
              <a:off x="8468289" y="8292753"/>
              <a:ext cx="2065555" cy="175133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a:latin typeface="+mj-lt"/>
                  <a:cs typeface="Poppins SemiBold" panose="02000000000000000000" pitchFamily="2" charset="0"/>
                </a:rPr>
                <a:t>01</a:t>
              </a:r>
            </a:p>
          </p:txBody>
        </p:sp>
        <p:sp>
          <p:nvSpPr>
            <p:cNvPr id="16" name="TextBox 13">
              <a:extLst>
                <a:ext uri="{FF2B5EF4-FFF2-40B4-BE49-F238E27FC236}">
                  <a16:creationId xmlns:a16="http://schemas.microsoft.com/office/drawing/2014/main" id="{3040C6BB-AF13-3603-9957-5B916F6380E7}"/>
                </a:ext>
              </a:extLst>
            </p:cNvPr>
            <p:cNvSpPr txBox="1"/>
            <p:nvPr/>
          </p:nvSpPr>
          <p:spPr>
            <a:xfrm>
              <a:off x="8468287" y="8154987"/>
              <a:ext cx="2065555" cy="389186"/>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cap="all">
                  <a:latin typeface="+mj-lt"/>
                  <a:cs typeface="Poppins SemiBold" panose="02000000000000000000" pitchFamily="2" charset="0"/>
                </a:rPr>
                <a:t>option</a:t>
              </a:r>
            </a:p>
          </p:txBody>
        </p:sp>
        <p:sp>
          <p:nvSpPr>
            <p:cNvPr id="17" name="TextBox 14">
              <a:extLst>
                <a:ext uri="{FF2B5EF4-FFF2-40B4-BE49-F238E27FC236}">
                  <a16:creationId xmlns:a16="http://schemas.microsoft.com/office/drawing/2014/main" id="{051013FF-E2FD-1E00-3F66-F874FB7484EB}"/>
                </a:ext>
              </a:extLst>
            </p:cNvPr>
            <p:cNvSpPr txBox="1"/>
            <p:nvPr/>
          </p:nvSpPr>
          <p:spPr>
            <a:xfrm>
              <a:off x="13845005" y="8292753"/>
              <a:ext cx="2065555" cy="175133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a:latin typeface="+mj-lt"/>
                  <a:cs typeface="Poppins SemiBold" panose="02000000000000000000" pitchFamily="2" charset="0"/>
                </a:rPr>
                <a:t>03</a:t>
              </a:r>
            </a:p>
          </p:txBody>
        </p:sp>
        <p:sp>
          <p:nvSpPr>
            <p:cNvPr id="18" name="TextBox 15">
              <a:extLst>
                <a:ext uri="{FF2B5EF4-FFF2-40B4-BE49-F238E27FC236}">
                  <a16:creationId xmlns:a16="http://schemas.microsoft.com/office/drawing/2014/main" id="{69E449B2-6CB1-7BEA-16AE-146E1230B4F6}"/>
                </a:ext>
              </a:extLst>
            </p:cNvPr>
            <p:cNvSpPr txBox="1"/>
            <p:nvPr/>
          </p:nvSpPr>
          <p:spPr>
            <a:xfrm>
              <a:off x="13845003" y="8154987"/>
              <a:ext cx="2065555" cy="389186"/>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cap="all">
                  <a:latin typeface="+mj-lt"/>
                  <a:cs typeface="Poppins SemiBold" panose="02000000000000000000" pitchFamily="2" charset="0"/>
                </a:rPr>
                <a:t>option</a:t>
              </a:r>
            </a:p>
          </p:txBody>
        </p:sp>
        <p:sp>
          <p:nvSpPr>
            <p:cNvPr id="19" name="TextBox 16">
              <a:extLst>
                <a:ext uri="{FF2B5EF4-FFF2-40B4-BE49-F238E27FC236}">
                  <a16:creationId xmlns:a16="http://schemas.microsoft.com/office/drawing/2014/main" id="{1F8A1B19-26BF-736A-2CE4-C99FD0FAA9D6}"/>
                </a:ext>
              </a:extLst>
            </p:cNvPr>
            <p:cNvSpPr txBox="1"/>
            <p:nvPr/>
          </p:nvSpPr>
          <p:spPr>
            <a:xfrm>
              <a:off x="18039997" y="8549878"/>
              <a:ext cx="4667603" cy="1167559"/>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20" name="TextBox 17">
              <a:extLst>
                <a:ext uri="{FF2B5EF4-FFF2-40B4-BE49-F238E27FC236}">
                  <a16:creationId xmlns:a16="http://schemas.microsoft.com/office/drawing/2014/main" id="{1F38F58B-00FC-D4E5-169D-1463BB432153}"/>
                </a:ext>
              </a:extLst>
            </p:cNvPr>
            <p:cNvSpPr txBox="1"/>
            <p:nvPr/>
          </p:nvSpPr>
          <p:spPr>
            <a:xfrm>
              <a:off x="18039997" y="7859522"/>
              <a:ext cx="4667603" cy="518914"/>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latin typeface="+mj-lt"/>
                  <a:cs typeface="Poppins SemiBold" panose="02000000000000000000" pitchFamily="2" charset="0"/>
                </a:rPr>
                <a:t>Title</a:t>
              </a:r>
            </a:p>
          </p:txBody>
        </p:sp>
        <p:sp>
          <p:nvSpPr>
            <p:cNvPr id="21" name="TextBox 18">
              <a:extLst>
                <a:ext uri="{FF2B5EF4-FFF2-40B4-BE49-F238E27FC236}">
                  <a16:creationId xmlns:a16="http://schemas.microsoft.com/office/drawing/2014/main" id="{ED1FD2B5-A744-0E98-8B61-B8CDD37BDAFA}"/>
                </a:ext>
              </a:extLst>
            </p:cNvPr>
            <p:cNvSpPr txBox="1"/>
            <p:nvPr/>
          </p:nvSpPr>
          <p:spPr>
            <a:xfrm>
              <a:off x="1676400" y="8549878"/>
              <a:ext cx="4667603" cy="1167559"/>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22" name="TextBox 19">
              <a:extLst>
                <a:ext uri="{FF2B5EF4-FFF2-40B4-BE49-F238E27FC236}">
                  <a16:creationId xmlns:a16="http://schemas.microsoft.com/office/drawing/2014/main" id="{B3985232-0A41-483F-C183-FAE8F11CB50D}"/>
                </a:ext>
              </a:extLst>
            </p:cNvPr>
            <p:cNvSpPr txBox="1"/>
            <p:nvPr/>
          </p:nvSpPr>
          <p:spPr>
            <a:xfrm>
              <a:off x="1676400" y="7859522"/>
              <a:ext cx="4667603" cy="518914"/>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latin typeface="+mj-lt"/>
                  <a:cs typeface="Poppins SemiBold" panose="02000000000000000000" pitchFamily="2" charset="0"/>
                </a:rPr>
                <a:t>Title</a:t>
              </a:r>
            </a:p>
          </p:txBody>
        </p:sp>
      </p:grpSp>
      <p:sp>
        <p:nvSpPr>
          <p:cNvPr id="23" name="TextBox 22">
            <a:extLst>
              <a:ext uri="{FF2B5EF4-FFF2-40B4-BE49-F238E27FC236}">
                <a16:creationId xmlns:a16="http://schemas.microsoft.com/office/drawing/2014/main" id="{BE3E695E-7DD6-6EDA-5B58-0DBE9C9BA5A3}"/>
              </a:ext>
            </a:extLst>
          </p:cNvPr>
          <p:cNvSpPr txBox="1"/>
          <p:nvPr/>
        </p:nvSpPr>
        <p:spPr>
          <a:xfrm>
            <a:off x="2368952" y="806259"/>
            <a:ext cx="74540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You can describe something short and narrow about the main title here</a:t>
            </a:r>
          </a:p>
        </p:txBody>
      </p:sp>
    </p:spTree>
    <p:extLst>
      <p:ext uri="{BB962C8B-B14F-4D97-AF65-F5344CB8AC3E}">
        <p14:creationId xmlns:p14="http://schemas.microsoft.com/office/powerpoint/2010/main" val="36654215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2E148-2687-2671-8266-D8AA300304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29D633-D289-B0C8-CD6F-8A281899A4D1}"/>
              </a:ext>
            </a:extLst>
          </p:cNvPr>
          <p:cNvSpPr>
            <a:spLocks noGrp="1"/>
          </p:cNvSpPr>
          <p:nvPr>
            <p:ph type="title"/>
          </p:nvPr>
        </p:nvSpPr>
        <p:spPr/>
        <p:txBody>
          <a:bodyPr>
            <a:normAutofit/>
          </a:bodyPr>
          <a:lstStyle/>
          <a:p>
            <a:pPr algn="ctr"/>
            <a:r>
              <a:rPr lang="en-US"/>
              <a:t>Title of the slide</a:t>
            </a:r>
          </a:p>
        </p:txBody>
      </p:sp>
      <p:sp>
        <p:nvSpPr>
          <p:cNvPr id="23" name="TextBox 22">
            <a:extLst>
              <a:ext uri="{FF2B5EF4-FFF2-40B4-BE49-F238E27FC236}">
                <a16:creationId xmlns:a16="http://schemas.microsoft.com/office/drawing/2014/main" id="{FEC647CB-1818-F86D-75B5-256B897EEBB2}"/>
              </a:ext>
            </a:extLst>
          </p:cNvPr>
          <p:cNvSpPr txBox="1"/>
          <p:nvPr/>
        </p:nvSpPr>
        <p:spPr>
          <a:xfrm>
            <a:off x="2368952" y="806259"/>
            <a:ext cx="74540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You can describe something short and narrow about the main title here</a:t>
            </a:r>
          </a:p>
        </p:txBody>
      </p:sp>
      <p:sp>
        <p:nvSpPr>
          <p:cNvPr id="2" name="Line 1">
            <a:extLst>
              <a:ext uri="{FF2B5EF4-FFF2-40B4-BE49-F238E27FC236}">
                <a16:creationId xmlns:a16="http://schemas.microsoft.com/office/drawing/2014/main" id="{FCF79BA5-6BDA-1395-207F-5CA5D0C8B6C1}"/>
              </a:ext>
            </a:extLst>
          </p:cNvPr>
          <p:cNvSpPr>
            <a:spLocks noChangeShapeType="1"/>
          </p:cNvSpPr>
          <p:nvPr/>
        </p:nvSpPr>
        <p:spPr bwMode="auto">
          <a:xfrm flipV="1">
            <a:off x="1830229" y="2190632"/>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4" name="Line 2">
            <a:extLst>
              <a:ext uri="{FF2B5EF4-FFF2-40B4-BE49-F238E27FC236}">
                <a16:creationId xmlns:a16="http://schemas.microsoft.com/office/drawing/2014/main" id="{C85CAA8F-CB73-D22D-D481-CF0ED20833BF}"/>
              </a:ext>
            </a:extLst>
          </p:cNvPr>
          <p:cNvSpPr>
            <a:spLocks noChangeShapeType="1"/>
          </p:cNvSpPr>
          <p:nvPr/>
        </p:nvSpPr>
        <p:spPr bwMode="auto">
          <a:xfrm flipV="1">
            <a:off x="1830229" y="20449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5" name="Line 3">
            <a:extLst>
              <a:ext uri="{FF2B5EF4-FFF2-40B4-BE49-F238E27FC236}">
                <a16:creationId xmlns:a16="http://schemas.microsoft.com/office/drawing/2014/main" id="{20042AB3-7897-9257-5932-3C72851C99D3}"/>
              </a:ext>
            </a:extLst>
          </p:cNvPr>
          <p:cNvSpPr>
            <a:spLocks noChangeShapeType="1"/>
          </p:cNvSpPr>
          <p:nvPr/>
        </p:nvSpPr>
        <p:spPr bwMode="auto">
          <a:xfrm flipV="1">
            <a:off x="1830229" y="1903964"/>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6" name="Line 4">
            <a:extLst>
              <a:ext uri="{FF2B5EF4-FFF2-40B4-BE49-F238E27FC236}">
                <a16:creationId xmlns:a16="http://schemas.microsoft.com/office/drawing/2014/main" id="{EFACCCBF-207C-7F2C-8C37-03691949B506}"/>
              </a:ext>
            </a:extLst>
          </p:cNvPr>
          <p:cNvSpPr>
            <a:spLocks noChangeShapeType="1"/>
          </p:cNvSpPr>
          <p:nvPr/>
        </p:nvSpPr>
        <p:spPr bwMode="auto">
          <a:xfrm flipV="1">
            <a:off x="1830229" y="1758241"/>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7" name="Line 24">
            <a:extLst>
              <a:ext uri="{FF2B5EF4-FFF2-40B4-BE49-F238E27FC236}">
                <a16:creationId xmlns:a16="http://schemas.microsoft.com/office/drawing/2014/main" id="{132FCAD3-183C-D514-57E1-856416B8ACBE}"/>
              </a:ext>
            </a:extLst>
          </p:cNvPr>
          <p:cNvSpPr>
            <a:spLocks noChangeShapeType="1"/>
          </p:cNvSpPr>
          <p:nvPr/>
        </p:nvSpPr>
        <p:spPr bwMode="auto">
          <a:xfrm>
            <a:off x="3965911" y="186813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8" name="Line 25">
            <a:extLst>
              <a:ext uri="{FF2B5EF4-FFF2-40B4-BE49-F238E27FC236}">
                <a16:creationId xmlns:a16="http://schemas.microsoft.com/office/drawing/2014/main" id="{49F84158-3574-D9F0-F9D1-0062F6966D58}"/>
              </a:ext>
            </a:extLst>
          </p:cNvPr>
          <p:cNvSpPr>
            <a:spLocks noChangeShapeType="1"/>
          </p:cNvSpPr>
          <p:nvPr/>
        </p:nvSpPr>
        <p:spPr bwMode="auto">
          <a:xfrm>
            <a:off x="3965911" y="2011465"/>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29" name="Line 26">
            <a:extLst>
              <a:ext uri="{FF2B5EF4-FFF2-40B4-BE49-F238E27FC236}">
                <a16:creationId xmlns:a16="http://schemas.microsoft.com/office/drawing/2014/main" id="{3ACB1B88-CDF2-A256-B231-DBE7A90CCE3C}"/>
              </a:ext>
            </a:extLst>
          </p:cNvPr>
          <p:cNvSpPr>
            <a:spLocks noChangeShapeType="1"/>
          </p:cNvSpPr>
          <p:nvPr/>
        </p:nvSpPr>
        <p:spPr bwMode="auto">
          <a:xfrm>
            <a:off x="3965911" y="215718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0" name="Line 27">
            <a:extLst>
              <a:ext uri="{FF2B5EF4-FFF2-40B4-BE49-F238E27FC236}">
                <a16:creationId xmlns:a16="http://schemas.microsoft.com/office/drawing/2014/main" id="{6AB43DA3-7DB0-43D1-B476-06D8F0FF41C3}"/>
              </a:ext>
            </a:extLst>
          </p:cNvPr>
          <p:cNvSpPr>
            <a:spLocks noChangeShapeType="1"/>
          </p:cNvSpPr>
          <p:nvPr/>
        </p:nvSpPr>
        <p:spPr bwMode="auto">
          <a:xfrm flipV="1">
            <a:off x="4109246" y="2190632"/>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1" name="Line 28">
            <a:extLst>
              <a:ext uri="{FF2B5EF4-FFF2-40B4-BE49-F238E27FC236}">
                <a16:creationId xmlns:a16="http://schemas.microsoft.com/office/drawing/2014/main" id="{C811D78C-345D-E2A7-5C06-84806D0C6427}"/>
              </a:ext>
            </a:extLst>
          </p:cNvPr>
          <p:cNvSpPr>
            <a:spLocks noChangeShapeType="1"/>
          </p:cNvSpPr>
          <p:nvPr/>
        </p:nvSpPr>
        <p:spPr bwMode="auto">
          <a:xfrm flipV="1">
            <a:off x="4109246" y="20449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2" name="Line 29">
            <a:extLst>
              <a:ext uri="{FF2B5EF4-FFF2-40B4-BE49-F238E27FC236}">
                <a16:creationId xmlns:a16="http://schemas.microsoft.com/office/drawing/2014/main" id="{68863514-FD8E-D3AE-4202-3F25C5838CB4}"/>
              </a:ext>
            </a:extLst>
          </p:cNvPr>
          <p:cNvSpPr>
            <a:spLocks noChangeShapeType="1"/>
          </p:cNvSpPr>
          <p:nvPr/>
        </p:nvSpPr>
        <p:spPr bwMode="auto">
          <a:xfrm flipV="1">
            <a:off x="4109246" y="1903964"/>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3" name="Line 30">
            <a:extLst>
              <a:ext uri="{FF2B5EF4-FFF2-40B4-BE49-F238E27FC236}">
                <a16:creationId xmlns:a16="http://schemas.microsoft.com/office/drawing/2014/main" id="{D522938F-5B57-0033-B979-8BB13A656BB1}"/>
              </a:ext>
            </a:extLst>
          </p:cNvPr>
          <p:cNvSpPr>
            <a:spLocks noChangeShapeType="1"/>
          </p:cNvSpPr>
          <p:nvPr/>
        </p:nvSpPr>
        <p:spPr bwMode="auto">
          <a:xfrm flipV="1">
            <a:off x="4109246" y="1758241"/>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4" name="Line 50">
            <a:extLst>
              <a:ext uri="{FF2B5EF4-FFF2-40B4-BE49-F238E27FC236}">
                <a16:creationId xmlns:a16="http://schemas.microsoft.com/office/drawing/2014/main" id="{64F0DB50-6544-D9AF-FD9B-3E78F87CC2E2}"/>
              </a:ext>
            </a:extLst>
          </p:cNvPr>
          <p:cNvSpPr>
            <a:spLocks noChangeShapeType="1"/>
          </p:cNvSpPr>
          <p:nvPr/>
        </p:nvSpPr>
        <p:spPr bwMode="auto">
          <a:xfrm>
            <a:off x="6240150" y="186813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5" name="Line 51">
            <a:extLst>
              <a:ext uri="{FF2B5EF4-FFF2-40B4-BE49-F238E27FC236}">
                <a16:creationId xmlns:a16="http://schemas.microsoft.com/office/drawing/2014/main" id="{474416DA-A59F-6615-3A92-3379CEE80C62}"/>
              </a:ext>
            </a:extLst>
          </p:cNvPr>
          <p:cNvSpPr>
            <a:spLocks noChangeShapeType="1"/>
          </p:cNvSpPr>
          <p:nvPr/>
        </p:nvSpPr>
        <p:spPr bwMode="auto">
          <a:xfrm>
            <a:off x="6240150" y="2011465"/>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6" name="Line 52">
            <a:extLst>
              <a:ext uri="{FF2B5EF4-FFF2-40B4-BE49-F238E27FC236}">
                <a16:creationId xmlns:a16="http://schemas.microsoft.com/office/drawing/2014/main" id="{55767C04-4179-8783-968D-EA40EECC0483}"/>
              </a:ext>
            </a:extLst>
          </p:cNvPr>
          <p:cNvSpPr>
            <a:spLocks noChangeShapeType="1"/>
          </p:cNvSpPr>
          <p:nvPr/>
        </p:nvSpPr>
        <p:spPr bwMode="auto">
          <a:xfrm>
            <a:off x="6240150" y="215718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7" name="Line 53">
            <a:extLst>
              <a:ext uri="{FF2B5EF4-FFF2-40B4-BE49-F238E27FC236}">
                <a16:creationId xmlns:a16="http://schemas.microsoft.com/office/drawing/2014/main" id="{9254AAB7-1CCA-C2DE-CFEF-A7F714DD1E0C}"/>
              </a:ext>
            </a:extLst>
          </p:cNvPr>
          <p:cNvSpPr>
            <a:spLocks noChangeShapeType="1"/>
          </p:cNvSpPr>
          <p:nvPr/>
        </p:nvSpPr>
        <p:spPr bwMode="auto">
          <a:xfrm flipV="1">
            <a:off x="6383484" y="2190632"/>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8" name="Line 54">
            <a:extLst>
              <a:ext uri="{FF2B5EF4-FFF2-40B4-BE49-F238E27FC236}">
                <a16:creationId xmlns:a16="http://schemas.microsoft.com/office/drawing/2014/main" id="{BE0D4A35-C9AF-4856-EA8F-3BDE3F19C43F}"/>
              </a:ext>
            </a:extLst>
          </p:cNvPr>
          <p:cNvSpPr>
            <a:spLocks noChangeShapeType="1"/>
          </p:cNvSpPr>
          <p:nvPr/>
        </p:nvSpPr>
        <p:spPr bwMode="auto">
          <a:xfrm flipV="1">
            <a:off x="6383484" y="20449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39" name="Line 55">
            <a:extLst>
              <a:ext uri="{FF2B5EF4-FFF2-40B4-BE49-F238E27FC236}">
                <a16:creationId xmlns:a16="http://schemas.microsoft.com/office/drawing/2014/main" id="{0C2E17A7-7EFC-B806-9994-9FBD29E51CAF}"/>
              </a:ext>
            </a:extLst>
          </p:cNvPr>
          <p:cNvSpPr>
            <a:spLocks noChangeShapeType="1"/>
          </p:cNvSpPr>
          <p:nvPr/>
        </p:nvSpPr>
        <p:spPr bwMode="auto">
          <a:xfrm flipV="1">
            <a:off x="6383484" y="1903964"/>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0" name="Line 56">
            <a:extLst>
              <a:ext uri="{FF2B5EF4-FFF2-40B4-BE49-F238E27FC236}">
                <a16:creationId xmlns:a16="http://schemas.microsoft.com/office/drawing/2014/main" id="{BE8C5A3B-E28C-8ACF-0228-07B43E3AC803}"/>
              </a:ext>
            </a:extLst>
          </p:cNvPr>
          <p:cNvSpPr>
            <a:spLocks noChangeShapeType="1"/>
          </p:cNvSpPr>
          <p:nvPr/>
        </p:nvSpPr>
        <p:spPr bwMode="auto">
          <a:xfrm flipV="1">
            <a:off x="6383484" y="1758241"/>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1" name="Line 76">
            <a:extLst>
              <a:ext uri="{FF2B5EF4-FFF2-40B4-BE49-F238E27FC236}">
                <a16:creationId xmlns:a16="http://schemas.microsoft.com/office/drawing/2014/main" id="{4722D919-40E9-B5ED-3B99-77D942050B3E}"/>
              </a:ext>
            </a:extLst>
          </p:cNvPr>
          <p:cNvSpPr>
            <a:spLocks noChangeShapeType="1"/>
          </p:cNvSpPr>
          <p:nvPr/>
        </p:nvSpPr>
        <p:spPr bwMode="auto">
          <a:xfrm>
            <a:off x="8514388" y="186813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2" name="Line 77">
            <a:extLst>
              <a:ext uri="{FF2B5EF4-FFF2-40B4-BE49-F238E27FC236}">
                <a16:creationId xmlns:a16="http://schemas.microsoft.com/office/drawing/2014/main" id="{B1A75009-21DF-7A24-4C9C-4B2255B1EB51}"/>
              </a:ext>
            </a:extLst>
          </p:cNvPr>
          <p:cNvSpPr>
            <a:spLocks noChangeShapeType="1"/>
          </p:cNvSpPr>
          <p:nvPr/>
        </p:nvSpPr>
        <p:spPr bwMode="auto">
          <a:xfrm>
            <a:off x="8514388" y="2011465"/>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3" name="Line 78">
            <a:extLst>
              <a:ext uri="{FF2B5EF4-FFF2-40B4-BE49-F238E27FC236}">
                <a16:creationId xmlns:a16="http://schemas.microsoft.com/office/drawing/2014/main" id="{6F98DDA7-8E00-49D7-B85C-EDA34CC0D30D}"/>
              </a:ext>
            </a:extLst>
          </p:cNvPr>
          <p:cNvSpPr>
            <a:spLocks noChangeShapeType="1"/>
          </p:cNvSpPr>
          <p:nvPr/>
        </p:nvSpPr>
        <p:spPr bwMode="auto">
          <a:xfrm>
            <a:off x="8514388" y="215718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4" name="Line 79">
            <a:extLst>
              <a:ext uri="{FF2B5EF4-FFF2-40B4-BE49-F238E27FC236}">
                <a16:creationId xmlns:a16="http://schemas.microsoft.com/office/drawing/2014/main" id="{A6DA4876-2C03-8DA1-9EB4-A27CFAC71B71}"/>
              </a:ext>
            </a:extLst>
          </p:cNvPr>
          <p:cNvSpPr>
            <a:spLocks noChangeShapeType="1"/>
          </p:cNvSpPr>
          <p:nvPr/>
        </p:nvSpPr>
        <p:spPr bwMode="auto">
          <a:xfrm flipV="1">
            <a:off x="8657723" y="2190632"/>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5" name="Line 80">
            <a:extLst>
              <a:ext uri="{FF2B5EF4-FFF2-40B4-BE49-F238E27FC236}">
                <a16:creationId xmlns:a16="http://schemas.microsoft.com/office/drawing/2014/main" id="{49BC1955-4449-EF5F-D7DA-97051992D60C}"/>
              </a:ext>
            </a:extLst>
          </p:cNvPr>
          <p:cNvSpPr>
            <a:spLocks noChangeShapeType="1"/>
          </p:cNvSpPr>
          <p:nvPr/>
        </p:nvSpPr>
        <p:spPr bwMode="auto">
          <a:xfrm flipV="1">
            <a:off x="8657723" y="2044910"/>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6" name="Line 81">
            <a:extLst>
              <a:ext uri="{FF2B5EF4-FFF2-40B4-BE49-F238E27FC236}">
                <a16:creationId xmlns:a16="http://schemas.microsoft.com/office/drawing/2014/main" id="{0622E674-8037-A464-A8F8-01026D4C1416}"/>
              </a:ext>
            </a:extLst>
          </p:cNvPr>
          <p:cNvSpPr>
            <a:spLocks noChangeShapeType="1"/>
          </p:cNvSpPr>
          <p:nvPr/>
        </p:nvSpPr>
        <p:spPr bwMode="auto">
          <a:xfrm flipV="1">
            <a:off x="8657723" y="1903964"/>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7" name="Line 82">
            <a:extLst>
              <a:ext uri="{FF2B5EF4-FFF2-40B4-BE49-F238E27FC236}">
                <a16:creationId xmlns:a16="http://schemas.microsoft.com/office/drawing/2014/main" id="{311DD121-376D-29E3-2D65-F07F24231122}"/>
              </a:ext>
            </a:extLst>
          </p:cNvPr>
          <p:cNvSpPr>
            <a:spLocks noChangeShapeType="1"/>
          </p:cNvSpPr>
          <p:nvPr/>
        </p:nvSpPr>
        <p:spPr bwMode="auto">
          <a:xfrm flipV="1">
            <a:off x="8657723" y="1758241"/>
            <a:ext cx="2388" cy="76445"/>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8" name="Line 102">
            <a:extLst>
              <a:ext uri="{FF2B5EF4-FFF2-40B4-BE49-F238E27FC236}">
                <a16:creationId xmlns:a16="http://schemas.microsoft.com/office/drawing/2014/main" id="{E06AF138-28D0-32C9-39EE-CA8C545ECBB9}"/>
              </a:ext>
            </a:extLst>
          </p:cNvPr>
          <p:cNvSpPr>
            <a:spLocks noChangeShapeType="1"/>
          </p:cNvSpPr>
          <p:nvPr/>
        </p:nvSpPr>
        <p:spPr bwMode="auto">
          <a:xfrm>
            <a:off x="10793404" y="1868131"/>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49" name="Line 103">
            <a:extLst>
              <a:ext uri="{FF2B5EF4-FFF2-40B4-BE49-F238E27FC236}">
                <a16:creationId xmlns:a16="http://schemas.microsoft.com/office/drawing/2014/main" id="{B5ABBD5B-E95E-1783-1930-3A1854301AE5}"/>
              </a:ext>
            </a:extLst>
          </p:cNvPr>
          <p:cNvSpPr>
            <a:spLocks noChangeShapeType="1"/>
          </p:cNvSpPr>
          <p:nvPr/>
        </p:nvSpPr>
        <p:spPr bwMode="auto">
          <a:xfrm>
            <a:off x="10793404" y="2011465"/>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0" name="Line 104">
            <a:extLst>
              <a:ext uri="{FF2B5EF4-FFF2-40B4-BE49-F238E27FC236}">
                <a16:creationId xmlns:a16="http://schemas.microsoft.com/office/drawing/2014/main" id="{DD4CD314-5136-7857-F319-C6C3BB7790ED}"/>
              </a:ext>
            </a:extLst>
          </p:cNvPr>
          <p:cNvSpPr>
            <a:spLocks noChangeShapeType="1"/>
          </p:cNvSpPr>
          <p:nvPr/>
        </p:nvSpPr>
        <p:spPr bwMode="auto">
          <a:xfrm>
            <a:off x="10793404" y="2157187"/>
            <a:ext cx="2388" cy="71667"/>
          </a:xfrm>
          <a:prstGeom prst="line">
            <a:avLst/>
          </a:prstGeom>
          <a:noFill/>
          <a:ln w="900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1" name="Line 273">
            <a:extLst>
              <a:ext uri="{FF2B5EF4-FFF2-40B4-BE49-F238E27FC236}">
                <a16:creationId xmlns:a16="http://schemas.microsoft.com/office/drawing/2014/main" id="{7EE3453B-6072-FDC0-BD6E-566B7929FC82}"/>
              </a:ext>
            </a:extLst>
          </p:cNvPr>
          <p:cNvSpPr>
            <a:spLocks noChangeShapeType="1"/>
          </p:cNvSpPr>
          <p:nvPr/>
        </p:nvSpPr>
        <p:spPr bwMode="auto">
          <a:xfrm>
            <a:off x="8531110" y="2276633"/>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2" name="Line 274">
            <a:extLst>
              <a:ext uri="{FF2B5EF4-FFF2-40B4-BE49-F238E27FC236}">
                <a16:creationId xmlns:a16="http://schemas.microsoft.com/office/drawing/2014/main" id="{3921E41B-CF46-4A57-D333-8E0BC915A3ED}"/>
              </a:ext>
            </a:extLst>
          </p:cNvPr>
          <p:cNvSpPr>
            <a:spLocks noChangeShapeType="1"/>
          </p:cNvSpPr>
          <p:nvPr/>
        </p:nvSpPr>
        <p:spPr bwMode="auto">
          <a:xfrm>
            <a:off x="8531110" y="2419967"/>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3" name="Line 275">
            <a:extLst>
              <a:ext uri="{FF2B5EF4-FFF2-40B4-BE49-F238E27FC236}">
                <a16:creationId xmlns:a16="http://schemas.microsoft.com/office/drawing/2014/main" id="{30250FCC-6D6D-0275-0CE6-5EC3EF54216E}"/>
              </a:ext>
            </a:extLst>
          </p:cNvPr>
          <p:cNvSpPr>
            <a:spLocks noChangeShapeType="1"/>
          </p:cNvSpPr>
          <p:nvPr/>
        </p:nvSpPr>
        <p:spPr bwMode="auto">
          <a:xfrm>
            <a:off x="8531110" y="2565691"/>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4" name="Line 276">
            <a:extLst>
              <a:ext uri="{FF2B5EF4-FFF2-40B4-BE49-F238E27FC236}">
                <a16:creationId xmlns:a16="http://schemas.microsoft.com/office/drawing/2014/main" id="{4CA510A3-B4D7-B2DB-A1AC-26976CF102D6}"/>
              </a:ext>
            </a:extLst>
          </p:cNvPr>
          <p:cNvSpPr>
            <a:spLocks noChangeShapeType="1"/>
          </p:cNvSpPr>
          <p:nvPr/>
        </p:nvSpPr>
        <p:spPr bwMode="auto">
          <a:xfrm>
            <a:off x="8531110" y="2709025"/>
            <a:ext cx="2389"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5" name="Freeform 324">
            <a:extLst>
              <a:ext uri="{FF2B5EF4-FFF2-40B4-BE49-F238E27FC236}">
                <a16:creationId xmlns:a16="http://schemas.microsoft.com/office/drawing/2014/main" id="{E3BA999E-AC3D-C9D6-A53A-558D401A85DB}"/>
              </a:ext>
            </a:extLst>
          </p:cNvPr>
          <p:cNvSpPr>
            <a:spLocks noChangeArrowheads="1"/>
          </p:cNvSpPr>
          <p:nvPr/>
        </p:nvSpPr>
        <p:spPr bwMode="auto">
          <a:xfrm>
            <a:off x="7955384" y="1703295"/>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73" y="2123"/>
                  <a:pt x="0" y="1650"/>
                  <a:pt x="0" y="1061"/>
                </a:cubicBezTo>
                <a:cubicBezTo>
                  <a:pt x="0" y="481"/>
                  <a:pt x="473" y="0"/>
                  <a:pt x="1062" y="0"/>
                </a:cubicBezTo>
                <a:cubicBezTo>
                  <a:pt x="1651" y="0"/>
                  <a:pt x="2124" y="481"/>
                  <a:pt x="2124" y="1061"/>
                </a:cubicBezTo>
              </a:path>
            </a:pathLst>
          </a:custGeom>
          <a:solidFill>
            <a:schemeClr val="accent3"/>
          </a:solidFill>
          <a:ln>
            <a:noFill/>
          </a:ln>
          <a:effectLst/>
        </p:spPr>
        <p:txBody>
          <a:bodyPr wrap="none" anchor="ctr"/>
          <a:lstStyle/>
          <a:p>
            <a:endParaRPr lang="en-US"/>
          </a:p>
        </p:txBody>
      </p:sp>
      <p:sp>
        <p:nvSpPr>
          <p:cNvPr id="56" name="Freeform 325">
            <a:extLst>
              <a:ext uri="{FF2B5EF4-FFF2-40B4-BE49-F238E27FC236}">
                <a16:creationId xmlns:a16="http://schemas.microsoft.com/office/drawing/2014/main" id="{B544ED8F-AE44-1BC5-0DB7-6697B7657042}"/>
              </a:ext>
            </a:extLst>
          </p:cNvPr>
          <p:cNvSpPr>
            <a:spLocks noChangeArrowheads="1"/>
          </p:cNvSpPr>
          <p:nvPr/>
        </p:nvSpPr>
        <p:spPr bwMode="auto">
          <a:xfrm>
            <a:off x="8289831" y="2085520"/>
            <a:ext cx="437169" cy="439558"/>
          </a:xfrm>
          <a:custGeom>
            <a:avLst/>
            <a:gdLst>
              <a:gd name="T0" fmla="*/ 772 w 806"/>
              <a:gd name="T1" fmla="*/ 372 h 813"/>
              <a:gd name="T2" fmla="*/ 772 w 806"/>
              <a:gd name="T3" fmla="*/ 372 h 813"/>
              <a:gd name="T4" fmla="*/ 738 w 806"/>
              <a:gd name="T5" fmla="*/ 406 h 813"/>
              <a:gd name="T6" fmla="*/ 738 w 806"/>
              <a:gd name="T7" fmla="*/ 737 h 813"/>
              <a:gd name="T8" fmla="*/ 66 w 806"/>
              <a:gd name="T9" fmla="*/ 737 h 813"/>
              <a:gd name="T10" fmla="*/ 66 w 806"/>
              <a:gd name="T11" fmla="*/ 65 h 813"/>
              <a:gd name="T12" fmla="*/ 406 w 806"/>
              <a:gd name="T13" fmla="*/ 65 h 813"/>
              <a:gd name="T14" fmla="*/ 440 w 806"/>
              <a:gd name="T15" fmla="*/ 32 h 813"/>
              <a:gd name="T16" fmla="*/ 406 w 806"/>
              <a:gd name="T17" fmla="*/ 0 h 813"/>
              <a:gd name="T18" fmla="*/ 50 w 806"/>
              <a:gd name="T19" fmla="*/ 0 h 813"/>
              <a:gd name="T20" fmla="*/ 0 w 806"/>
              <a:gd name="T21" fmla="*/ 49 h 813"/>
              <a:gd name="T22" fmla="*/ 0 w 806"/>
              <a:gd name="T23" fmla="*/ 762 h 813"/>
              <a:gd name="T24" fmla="*/ 50 w 806"/>
              <a:gd name="T25" fmla="*/ 812 h 813"/>
              <a:gd name="T26" fmla="*/ 763 w 806"/>
              <a:gd name="T27" fmla="*/ 812 h 813"/>
              <a:gd name="T28" fmla="*/ 805 w 806"/>
              <a:gd name="T29" fmla="*/ 762 h 813"/>
              <a:gd name="T30" fmla="*/ 805 w 806"/>
              <a:gd name="T31" fmla="*/ 406 h 813"/>
              <a:gd name="T32" fmla="*/ 772 w 806"/>
              <a:gd name="T33" fmla="*/ 372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6" h="813">
                <a:moveTo>
                  <a:pt x="772" y="372"/>
                </a:moveTo>
                <a:lnTo>
                  <a:pt x="772" y="372"/>
                </a:lnTo>
                <a:cubicBezTo>
                  <a:pt x="755" y="372"/>
                  <a:pt x="738" y="381"/>
                  <a:pt x="738" y="406"/>
                </a:cubicBezTo>
                <a:cubicBezTo>
                  <a:pt x="738" y="737"/>
                  <a:pt x="738" y="737"/>
                  <a:pt x="738" y="737"/>
                </a:cubicBezTo>
                <a:cubicBezTo>
                  <a:pt x="66" y="737"/>
                  <a:pt x="66" y="737"/>
                  <a:pt x="66" y="737"/>
                </a:cubicBezTo>
                <a:cubicBezTo>
                  <a:pt x="66" y="65"/>
                  <a:pt x="66" y="65"/>
                  <a:pt x="66" y="65"/>
                </a:cubicBezTo>
                <a:cubicBezTo>
                  <a:pt x="406" y="65"/>
                  <a:pt x="406" y="65"/>
                  <a:pt x="406" y="65"/>
                </a:cubicBezTo>
                <a:cubicBezTo>
                  <a:pt x="423" y="65"/>
                  <a:pt x="440" y="49"/>
                  <a:pt x="440" y="32"/>
                </a:cubicBezTo>
                <a:cubicBezTo>
                  <a:pt x="440" y="17"/>
                  <a:pt x="423" y="0"/>
                  <a:pt x="406" y="0"/>
                </a:cubicBezTo>
                <a:cubicBezTo>
                  <a:pt x="50" y="0"/>
                  <a:pt x="50" y="0"/>
                  <a:pt x="50" y="0"/>
                </a:cubicBezTo>
                <a:cubicBezTo>
                  <a:pt x="16" y="0"/>
                  <a:pt x="0" y="17"/>
                  <a:pt x="0" y="49"/>
                </a:cubicBezTo>
                <a:cubicBezTo>
                  <a:pt x="0" y="762"/>
                  <a:pt x="0" y="762"/>
                  <a:pt x="0" y="762"/>
                </a:cubicBezTo>
                <a:cubicBezTo>
                  <a:pt x="0" y="787"/>
                  <a:pt x="16" y="812"/>
                  <a:pt x="50" y="812"/>
                </a:cubicBezTo>
                <a:cubicBezTo>
                  <a:pt x="763" y="812"/>
                  <a:pt x="763" y="812"/>
                  <a:pt x="763" y="812"/>
                </a:cubicBezTo>
                <a:cubicBezTo>
                  <a:pt x="788" y="812"/>
                  <a:pt x="805" y="787"/>
                  <a:pt x="805" y="762"/>
                </a:cubicBezTo>
                <a:cubicBezTo>
                  <a:pt x="805" y="406"/>
                  <a:pt x="805" y="406"/>
                  <a:pt x="805" y="406"/>
                </a:cubicBezTo>
                <a:cubicBezTo>
                  <a:pt x="805" y="381"/>
                  <a:pt x="796" y="372"/>
                  <a:pt x="772" y="372"/>
                </a:cubicBezTo>
              </a:path>
            </a:pathLst>
          </a:custGeom>
          <a:solidFill>
            <a:schemeClr val="bg1"/>
          </a:solidFill>
          <a:ln>
            <a:noFill/>
          </a:ln>
          <a:effectLst/>
        </p:spPr>
        <p:txBody>
          <a:bodyPr wrap="none" anchor="ctr"/>
          <a:lstStyle/>
          <a:p>
            <a:endParaRPr lang="en-US"/>
          </a:p>
        </p:txBody>
      </p:sp>
      <p:sp>
        <p:nvSpPr>
          <p:cNvPr id="57" name="Freeform 326">
            <a:extLst>
              <a:ext uri="{FF2B5EF4-FFF2-40B4-BE49-F238E27FC236}">
                <a16:creationId xmlns:a16="http://schemas.microsoft.com/office/drawing/2014/main" id="{D2F5974F-DB63-9F2F-F6A9-97583385255D}"/>
              </a:ext>
            </a:extLst>
          </p:cNvPr>
          <p:cNvSpPr>
            <a:spLocks noChangeArrowheads="1"/>
          </p:cNvSpPr>
          <p:nvPr/>
        </p:nvSpPr>
        <p:spPr bwMode="auto">
          <a:xfrm>
            <a:off x="8531110" y="2035354"/>
            <a:ext cx="248446" cy="243668"/>
          </a:xfrm>
          <a:custGeom>
            <a:avLst/>
            <a:gdLst>
              <a:gd name="T0" fmla="*/ 440 w 457"/>
              <a:gd name="T1" fmla="*/ 108 h 448"/>
              <a:gd name="T2" fmla="*/ 440 w 457"/>
              <a:gd name="T3" fmla="*/ 108 h 448"/>
              <a:gd name="T4" fmla="*/ 348 w 457"/>
              <a:gd name="T5" fmla="*/ 8 h 448"/>
              <a:gd name="T6" fmla="*/ 324 w 457"/>
              <a:gd name="T7" fmla="*/ 0 h 448"/>
              <a:gd name="T8" fmla="*/ 299 w 457"/>
              <a:gd name="T9" fmla="*/ 8 h 448"/>
              <a:gd name="T10" fmla="*/ 50 w 457"/>
              <a:gd name="T11" fmla="*/ 256 h 448"/>
              <a:gd name="T12" fmla="*/ 33 w 457"/>
              <a:gd name="T13" fmla="*/ 273 h 448"/>
              <a:gd name="T14" fmla="*/ 0 w 457"/>
              <a:gd name="T15" fmla="*/ 405 h 448"/>
              <a:gd name="T16" fmla="*/ 8 w 457"/>
              <a:gd name="T17" fmla="*/ 439 h 448"/>
              <a:gd name="T18" fmla="*/ 33 w 457"/>
              <a:gd name="T19" fmla="*/ 447 h 448"/>
              <a:gd name="T20" fmla="*/ 41 w 457"/>
              <a:gd name="T21" fmla="*/ 447 h 448"/>
              <a:gd name="T22" fmla="*/ 174 w 457"/>
              <a:gd name="T23" fmla="*/ 414 h 448"/>
              <a:gd name="T24" fmla="*/ 191 w 457"/>
              <a:gd name="T25" fmla="*/ 405 h 448"/>
              <a:gd name="T26" fmla="*/ 440 w 457"/>
              <a:gd name="T27" fmla="*/ 156 h 448"/>
              <a:gd name="T28" fmla="*/ 440 w 457"/>
              <a:gd name="T29" fmla="*/ 108 h 448"/>
              <a:gd name="T30" fmla="*/ 149 w 457"/>
              <a:gd name="T31" fmla="*/ 347 h 448"/>
              <a:gd name="T32" fmla="*/ 149 w 457"/>
              <a:gd name="T33" fmla="*/ 347 h 448"/>
              <a:gd name="T34" fmla="*/ 83 w 457"/>
              <a:gd name="T35" fmla="*/ 364 h 448"/>
              <a:gd name="T36" fmla="*/ 99 w 457"/>
              <a:gd name="T37" fmla="*/ 297 h 448"/>
              <a:gd name="T38" fmla="*/ 224 w 457"/>
              <a:gd name="T39" fmla="*/ 173 h 448"/>
              <a:gd name="T40" fmla="*/ 282 w 457"/>
              <a:gd name="T41" fmla="*/ 223 h 448"/>
              <a:gd name="T42" fmla="*/ 149 w 457"/>
              <a:gd name="T43" fmla="*/ 347 h 448"/>
              <a:gd name="T44" fmla="*/ 324 w 457"/>
              <a:gd name="T45" fmla="*/ 173 h 448"/>
              <a:gd name="T46" fmla="*/ 324 w 457"/>
              <a:gd name="T47" fmla="*/ 173 h 448"/>
              <a:gd name="T48" fmla="*/ 274 w 457"/>
              <a:gd name="T49" fmla="*/ 123 h 448"/>
              <a:gd name="T50" fmla="*/ 324 w 457"/>
              <a:gd name="T51" fmla="*/ 83 h 448"/>
              <a:gd name="T52" fmla="*/ 365 w 457"/>
              <a:gd name="T53" fmla="*/ 131 h 448"/>
              <a:gd name="T54" fmla="*/ 324 w 457"/>
              <a:gd name="T55" fmla="*/ 173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57" h="448">
                <a:moveTo>
                  <a:pt x="440" y="108"/>
                </a:moveTo>
                <a:lnTo>
                  <a:pt x="440" y="108"/>
                </a:lnTo>
                <a:cubicBezTo>
                  <a:pt x="348" y="8"/>
                  <a:pt x="348" y="8"/>
                  <a:pt x="348" y="8"/>
                </a:cubicBezTo>
                <a:cubicBezTo>
                  <a:pt x="340" y="0"/>
                  <a:pt x="332" y="0"/>
                  <a:pt x="324" y="0"/>
                </a:cubicBezTo>
                <a:cubicBezTo>
                  <a:pt x="315" y="0"/>
                  <a:pt x="307" y="0"/>
                  <a:pt x="299" y="8"/>
                </a:cubicBezTo>
                <a:cubicBezTo>
                  <a:pt x="50" y="256"/>
                  <a:pt x="50" y="256"/>
                  <a:pt x="50" y="256"/>
                </a:cubicBezTo>
                <a:cubicBezTo>
                  <a:pt x="41" y="264"/>
                  <a:pt x="41" y="264"/>
                  <a:pt x="33" y="273"/>
                </a:cubicBezTo>
                <a:cubicBezTo>
                  <a:pt x="0" y="405"/>
                  <a:pt x="0" y="405"/>
                  <a:pt x="0" y="405"/>
                </a:cubicBezTo>
                <a:cubicBezTo>
                  <a:pt x="0" y="414"/>
                  <a:pt x="0" y="422"/>
                  <a:pt x="8" y="439"/>
                </a:cubicBezTo>
                <a:cubicBezTo>
                  <a:pt x="16" y="439"/>
                  <a:pt x="25" y="447"/>
                  <a:pt x="33" y="447"/>
                </a:cubicBezTo>
                <a:cubicBezTo>
                  <a:pt x="41" y="447"/>
                  <a:pt x="41" y="447"/>
                  <a:pt x="41" y="447"/>
                </a:cubicBezTo>
                <a:cubicBezTo>
                  <a:pt x="174" y="414"/>
                  <a:pt x="174" y="414"/>
                  <a:pt x="174" y="414"/>
                </a:cubicBezTo>
                <a:cubicBezTo>
                  <a:pt x="182" y="414"/>
                  <a:pt x="191" y="414"/>
                  <a:pt x="191" y="405"/>
                </a:cubicBezTo>
                <a:cubicBezTo>
                  <a:pt x="440" y="156"/>
                  <a:pt x="440" y="156"/>
                  <a:pt x="440" y="156"/>
                </a:cubicBezTo>
                <a:cubicBezTo>
                  <a:pt x="456" y="148"/>
                  <a:pt x="456" y="123"/>
                  <a:pt x="440" y="108"/>
                </a:cubicBezTo>
                <a:close/>
                <a:moveTo>
                  <a:pt x="149" y="347"/>
                </a:moveTo>
                <a:lnTo>
                  <a:pt x="149" y="347"/>
                </a:lnTo>
                <a:cubicBezTo>
                  <a:pt x="83" y="364"/>
                  <a:pt x="83" y="364"/>
                  <a:pt x="83" y="364"/>
                </a:cubicBezTo>
                <a:cubicBezTo>
                  <a:pt x="99" y="297"/>
                  <a:pt x="99" y="297"/>
                  <a:pt x="99" y="297"/>
                </a:cubicBezTo>
                <a:cubicBezTo>
                  <a:pt x="224" y="173"/>
                  <a:pt x="224" y="173"/>
                  <a:pt x="224" y="173"/>
                </a:cubicBezTo>
                <a:cubicBezTo>
                  <a:pt x="282" y="223"/>
                  <a:pt x="282" y="223"/>
                  <a:pt x="282" y="223"/>
                </a:cubicBezTo>
                <a:lnTo>
                  <a:pt x="149" y="347"/>
                </a:lnTo>
                <a:close/>
                <a:moveTo>
                  <a:pt x="324" y="173"/>
                </a:moveTo>
                <a:lnTo>
                  <a:pt x="324" y="173"/>
                </a:lnTo>
                <a:cubicBezTo>
                  <a:pt x="274" y="123"/>
                  <a:pt x="274" y="123"/>
                  <a:pt x="274" y="123"/>
                </a:cubicBezTo>
                <a:cubicBezTo>
                  <a:pt x="324" y="83"/>
                  <a:pt x="324" y="83"/>
                  <a:pt x="324" y="83"/>
                </a:cubicBezTo>
                <a:cubicBezTo>
                  <a:pt x="365" y="131"/>
                  <a:pt x="365" y="131"/>
                  <a:pt x="365" y="131"/>
                </a:cubicBezTo>
                <a:lnTo>
                  <a:pt x="324" y="173"/>
                </a:lnTo>
                <a:close/>
              </a:path>
            </a:pathLst>
          </a:custGeom>
          <a:solidFill>
            <a:schemeClr val="bg1"/>
          </a:solidFill>
          <a:ln>
            <a:noFill/>
          </a:ln>
          <a:effectLst/>
        </p:spPr>
        <p:txBody>
          <a:bodyPr wrap="none" anchor="ctr"/>
          <a:lstStyle/>
          <a:p>
            <a:endParaRPr lang="en-US"/>
          </a:p>
        </p:txBody>
      </p:sp>
      <p:sp>
        <p:nvSpPr>
          <p:cNvPr id="58" name="Line 327">
            <a:extLst>
              <a:ext uri="{FF2B5EF4-FFF2-40B4-BE49-F238E27FC236}">
                <a16:creationId xmlns:a16="http://schemas.microsoft.com/office/drawing/2014/main" id="{A369A6D3-9A22-BA0B-5937-33AECD60EB5F}"/>
              </a:ext>
            </a:extLst>
          </p:cNvPr>
          <p:cNvSpPr>
            <a:spLocks noChangeShapeType="1"/>
          </p:cNvSpPr>
          <p:nvPr/>
        </p:nvSpPr>
        <p:spPr bwMode="auto">
          <a:xfrm>
            <a:off x="1772896" y="2276633"/>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59" name="Line 328">
            <a:extLst>
              <a:ext uri="{FF2B5EF4-FFF2-40B4-BE49-F238E27FC236}">
                <a16:creationId xmlns:a16="http://schemas.microsoft.com/office/drawing/2014/main" id="{FF43D1D8-A86B-1140-B018-7D88F13D8236}"/>
              </a:ext>
            </a:extLst>
          </p:cNvPr>
          <p:cNvSpPr>
            <a:spLocks noChangeShapeType="1"/>
          </p:cNvSpPr>
          <p:nvPr/>
        </p:nvSpPr>
        <p:spPr bwMode="auto">
          <a:xfrm>
            <a:off x="1772896" y="2419967"/>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0" name="Line 329">
            <a:extLst>
              <a:ext uri="{FF2B5EF4-FFF2-40B4-BE49-F238E27FC236}">
                <a16:creationId xmlns:a16="http://schemas.microsoft.com/office/drawing/2014/main" id="{6AC58F8D-771A-8C81-FD12-4A1075EDF38A}"/>
              </a:ext>
            </a:extLst>
          </p:cNvPr>
          <p:cNvSpPr>
            <a:spLocks noChangeShapeType="1"/>
          </p:cNvSpPr>
          <p:nvPr/>
        </p:nvSpPr>
        <p:spPr bwMode="auto">
          <a:xfrm>
            <a:off x="1772896" y="2565691"/>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1" name="Line 330">
            <a:extLst>
              <a:ext uri="{FF2B5EF4-FFF2-40B4-BE49-F238E27FC236}">
                <a16:creationId xmlns:a16="http://schemas.microsoft.com/office/drawing/2014/main" id="{48116ADF-517B-42AC-8B40-17FEC5C1AD00}"/>
              </a:ext>
            </a:extLst>
          </p:cNvPr>
          <p:cNvSpPr>
            <a:spLocks noChangeShapeType="1"/>
          </p:cNvSpPr>
          <p:nvPr/>
        </p:nvSpPr>
        <p:spPr bwMode="auto">
          <a:xfrm>
            <a:off x="1772896" y="2709025"/>
            <a:ext cx="2388"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2" name="Freeform 375">
            <a:extLst>
              <a:ext uri="{FF2B5EF4-FFF2-40B4-BE49-F238E27FC236}">
                <a16:creationId xmlns:a16="http://schemas.microsoft.com/office/drawing/2014/main" id="{BD5FDA81-B3A3-8FF8-A3D8-8EA892196114}"/>
              </a:ext>
            </a:extLst>
          </p:cNvPr>
          <p:cNvSpPr>
            <a:spLocks noChangeArrowheads="1"/>
          </p:cNvSpPr>
          <p:nvPr/>
        </p:nvSpPr>
        <p:spPr bwMode="auto">
          <a:xfrm>
            <a:off x="1197168" y="1703295"/>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73" y="2123"/>
                  <a:pt x="0" y="1650"/>
                  <a:pt x="0" y="1061"/>
                </a:cubicBezTo>
                <a:cubicBezTo>
                  <a:pt x="0" y="481"/>
                  <a:pt x="473" y="0"/>
                  <a:pt x="1062" y="0"/>
                </a:cubicBezTo>
                <a:cubicBezTo>
                  <a:pt x="1651" y="0"/>
                  <a:pt x="2124" y="481"/>
                  <a:pt x="2124" y="1061"/>
                </a:cubicBezTo>
              </a:path>
            </a:pathLst>
          </a:custGeom>
          <a:solidFill>
            <a:schemeClr val="accent1"/>
          </a:solidFill>
          <a:ln>
            <a:noFill/>
          </a:ln>
          <a:effectLst/>
        </p:spPr>
        <p:txBody>
          <a:bodyPr wrap="none" anchor="ctr"/>
          <a:lstStyle/>
          <a:p>
            <a:endParaRPr lang="en-US"/>
          </a:p>
        </p:txBody>
      </p:sp>
      <p:sp>
        <p:nvSpPr>
          <p:cNvPr id="63" name="Freeform 376">
            <a:extLst>
              <a:ext uri="{FF2B5EF4-FFF2-40B4-BE49-F238E27FC236}">
                <a16:creationId xmlns:a16="http://schemas.microsoft.com/office/drawing/2014/main" id="{B406FEA7-E84A-744C-57F7-37F424CFA88B}"/>
              </a:ext>
            </a:extLst>
          </p:cNvPr>
          <p:cNvSpPr>
            <a:spLocks noChangeArrowheads="1"/>
          </p:cNvSpPr>
          <p:nvPr/>
        </p:nvSpPr>
        <p:spPr bwMode="auto">
          <a:xfrm>
            <a:off x="1560282" y="2061631"/>
            <a:ext cx="212614" cy="210224"/>
          </a:xfrm>
          <a:custGeom>
            <a:avLst/>
            <a:gdLst>
              <a:gd name="T0" fmla="*/ 191 w 391"/>
              <a:gd name="T1" fmla="*/ 389 h 390"/>
              <a:gd name="T2" fmla="*/ 191 w 391"/>
              <a:gd name="T3" fmla="*/ 389 h 390"/>
              <a:gd name="T4" fmla="*/ 0 w 391"/>
              <a:gd name="T5" fmla="*/ 198 h 390"/>
              <a:gd name="T6" fmla="*/ 191 w 391"/>
              <a:gd name="T7" fmla="*/ 0 h 390"/>
              <a:gd name="T8" fmla="*/ 390 w 391"/>
              <a:gd name="T9" fmla="*/ 198 h 390"/>
              <a:gd name="T10" fmla="*/ 191 w 391"/>
              <a:gd name="T11" fmla="*/ 389 h 390"/>
              <a:gd name="T12" fmla="*/ 191 w 391"/>
              <a:gd name="T13" fmla="*/ 66 h 390"/>
              <a:gd name="T14" fmla="*/ 191 w 391"/>
              <a:gd name="T15" fmla="*/ 66 h 390"/>
              <a:gd name="T16" fmla="*/ 66 w 391"/>
              <a:gd name="T17" fmla="*/ 198 h 390"/>
              <a:gd name="T18" fmla="*/ 191 w 391"/>
              <a:gd name="T19" fmla="*/ 322 h 390"/>
              <a:gd name="T20" fmla="*/ 324 w 391"/>
              <a:gd name="T21" fmla="*/ 198 h 390"/>
              <a:gd name="T22" fmla="*/ 191 w 391"/>
              <a:gd name="T23" fmla="*/ 66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1" h="390">
                <a:moveTo>
                  <a:pt x="191" y="389"/>
                </a:moveTo>
                <a:lnTo>
                  <a:pt x="191" y="389"/>
                </a:lnTo>
                <a:cubicBezTo>
                  <a:pt x="83" y="389"/>
                  <a:pt x="0" y="306"/>
                  <a:pt x="0" y="198"/>
                </a:cubicBezTo>
                <a:cubicBezTo>
                  <a:pt x="0" y="90"/>
                  <a:pt x="83" y="0"/>
                  <a:pt x="191" y="0"/>
                </a:cubicBezTo>
                <a:cubicBezTo>
                  <a:pt x="299" y="0"/>
                  <a:pt x="390" y="90"/>
                  <a:pt x="390" y="198"/>
                </a:cubicBezTo>
                <a:cubicBezTo>
                  <a:pt x="390" y="306"/>
                  <a:pt x="299" y="389"/>
                  <a:pt x="191" y="389"/>
                </a:cubicBezTo>
                <a:close/>
                <a:moveTo>
                  <a:pt x="191" y="66"/>
                </a:moveTo>
                <a:lnTo>
                  <a:pt x="191" y="66"/>
                </a:lnTo>
                <a:cubicBezTo>
                  <a:pt x="125" y="66"/>
                  <a:pt x="66" y="123"/>
                  <a:pt x="66" y="198"/>
                </a:cubicBezTo>
                <a:cubicBezTo>
                  <a:pt x="66" y="264"/>
                  <a:pt x="125" y="322"/>
                  <a:pt x="191" y="322"/>
                </a:cubicBezTo>
                <a:cubicBezTo>
                  <a:pt x="265" y="322"/>
                  <a:pt x="324" y="264"/>
                  <a:pt x="324" y="198"/>
                </a:cubicBezTo>
                <a:cubicBezTo>
                  <a:pt x="324" y="123"/>
                  <a:pt x="265" y="66"/>
                  <a:pt x="191" y="66"/>
                </a:cubicBezTo>
                <a:close/>
              </a:path>
            </a:pathLst>
          </a:custGeom>
          <a:solidFill>
            <a:schemeClr val="bg1"/>
          </a:solidFill>
          <a:ln>
            <a:noFill/>
          </a:ln>
          <a:effectLst/>
        </p:spPr>
        <p:txBody>
          <a:bodyPr wrap="none" anchor="ctr"/>
          <a:lstStyle/>
          <a:p>
            <a:endParaRPr lang="en-US"/>
          </a:p>
        </p:txBody>
      </p:sp>
      <p:sp>
        <p:nvSpPr>
          <p:cNvPr id="64" name="Freeform 377">
            <a:extLst>
              <a:ext uri="{FF2B5EF4-FFF2-40B4-BE49-F238E27FC236}">
                <a16:creationId xmlns:a16="http://schemas.microsoft.com/office/drawing/2014/main" id="{F5EAFED7-ACA1-3BDA-61F1-B681CEF4A80B}"/>
              </a:ext>
            </a:extLst>
          </p:cNvPr>
          <p:cNvSpPr>
            <a:spLocks noChangeArrowheads="1"/>
          </p:cNvSpPr>
          <p:nvPr/>
        </p:nvSpPr>
        <p:spPr bwMode="auto">
          <a:xfrm>
            <a:off x="1483837" y="2295744"/>
            <a:ext cx="360726" cy="203058"/>
          </a:xfrm>
          <a:custGeom>
            <a:avLst/>
            <a:gdLst>
              <a:gd name="T0" fmla="*/ 631 w 665"/>
              <a:gd name="T1" fmla="*/ 373 h 374"/>
              <a:gd name="T2" fmla="*/ 631 w 665"/>
              <a:gd name="T3" fmla="*/ 373 h 374"/>
              <a:gd name="T4" fmla="*/ 33 w 665"/>
              <a:gd name="T5" fmla="*/ 373 h 374"/>
              <a:gd name="T6" fmla="*/ 0 w 665"/>
              <a:gd name="T7" fmla="*/ 332 h 374"/>
              <a:gd name="T8" fmla="*/ 0 w 665"/>
              <a:gd name="T9" fmla="*/ 199 h 374"/>
              <a:gd name="T10" fmla="*/ 66 w 665"/>
              <a:gd name="T11" fmla="*/ 83 h 374"/>
              <a:gd name="T12" fmla="*/ 332 w 665"/>
              <a:gd name="T13" fmla="*/ 0 h 374"/>
              <a:gd name="T14" fmla="*/ 606 w 665"/>
              <a:gd name="T15" fmla="*/ 83 h 374"/>
              <a:gd name="T16" fmla="*/ 664 w 665"/>
              <a:gd name="T17" fmla="*/ 199 h 374"/>
              <a:gd name="T18" fmla="*/ 664 w 665"/>
              <a:gd name="T19" fmla="*/ 332 h 374"/>
              <a:gd name="T20" fmla="*/ 631 w 665"/>
              <a:gd name="T21" fmla="*/ 373 h 374"/>
              <a:gd name="T22" fmla="*/ 66 w 665"/>
              <a:gd name="T23" fmla="*/ 299 h 374"/>
              <a:gd name="T24" fmla="*/ 66 w 665"/>
              <a:gd name="T25" fmla="*/ 299 h 374"/>
              <a:gd name="T26" fmla="*/ 597 w 665"/>
              <a:gd name="T27" fmla="*/ 299 h 374"/>
              <a:gd name="T28" fmla="*/ 597 w 665"/>
              <a:gd name="T29" fmla="*/ 199 h 374"/>
              <a:gd name="T30" fmla="*/ 564 w 665"/>
              <a:gd name="T31" fmla="*/ 133 h 374"/>
              <a:gd name="T32" fmla="*/ 332 w 665"/>
              <a:gd name="T33" fmla="*/ 66 h 374"/>
              <a:gd name="T34" fmla="*/ 100 w 665"/>
              <a:gd name="T35" fmla="*/ 133 h 374"/>
              <a:gd name="T36" fmla="*/ 66 w 665"/>
              <a:gd name="T37" fmla="*/ 199 h 374"/>
              <a:gd name="T38" fmla="*/ 66 w 665"/>
              <a:gd name="T39" fmla="*/ 299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5" h="374">
                <a:moveTo>
                  <a:pt x="631" y="373"/>
                </a:moveTo>
                <a:lnTo>
                  <a:pt x="631" y="373"/>
                </a:lnTo>
                <a:cubicBezTo>
                  <a:pt x="33" y="373"/>
                  <a:pt x="33" y="373"/>
                  <a:pt x="33" y="373"/>
                </a:cubicBezTo>
                <a:cubicBezTo>
                  <a:pt x="16" y="373"/>
                  <a:pt x="0" y="357"/>
                  <a:pt x="0" y="332"/>
                </a:cubicBezTo>
                <a:cubicBezTo>
                  <a:pt x="0" y="199"/>
                  <a:pt x="0" y="199"/>
                  <a:pt x="0" y="199"/>
                </a:cubicBezTo>
                <a:cubicBezTo>
                  <a:pt x="0" y="149"/>
                  <a:pt x="25" y="108"/>
                  <a:pt x="66" y="83"/>
                </a:cubicBezTo>
                <a:cubicBezTo>
                  <a:pt x="141" y="25"/>
                  <a:pt x="232" y="0"/>
                  <a:pt x="332" y="0"/>
                </a:cubicBezTo>
                <a:cubicBezTo>
                  <a:pt x="431" y="0"/>
                  <a:pt x="531" y="25"/>
                  <a:pt x="606" y="83"/>
                </a:cubicBezTo>
                <a:cubicBezTo>
                  <a:pt x="647" y="108"/>
                  <a:pt x="664" y="149"/>
                  <a:pt x="664" y="199"/>
                </a:cubicBezTo>
                <a:cubicBezTo>
                  <a:pt x="664" y="232"/>
                  <a:pt x="664" y="291"/>
                  <a:pt x="664" y="332"/>
                </a:cubicBezTo>
                <a:cubicBezTo>
                  <a:pt x="664" y="357"/>
                  <a:pt x="647" y="373"/>
                  <a:pt x="631" y="373"/>
                </a:cubicBezTo>
                <a:close/>
                <a:moveTo>
                  <a:pt x="66" y="299"/>
                </a:moveTo>
                <a:lnTo>
                  <a:pt x="66" y="299"/>
                </a:lnTo>
                <a:cubicBezTo>
                  <a:pt x="597" y="299"/>
                  <a:pt x="597" y="299"/>
                  <a:pt x="597" y="299"/>
                </a:cubicBezTo>
                <a:cubicBezTo>
                  <a:pt x="597" y="266"/>
                  <a:pt x="597" y="224"/>
                  <a:pt x="597" y="199"/>
                </a:cubicBezTo>
                <a:cubicBezTo>
                  <a:pt x="597" y="174"/>
                  <a:pt x="589" y="149"/>
                  <a:pt x="564" y="133"/>
                </a:cubicBezTo>
                <a:cubicBezTo>
                  <a:pt x="498" y="91"/>
                  <a:pt x="415" y="66"/>
                  <a:pt x="332" y="66"/>
                </a:cubicBezTo>
                <a:cubicBezTo>
                  <a:pt x="249" y="66"/>
                  <a:pt x="166" y="91"/>
                  <a:pt x="100" y="133"/>
                </a:cubicBezTo>
                <a:cubicBezTo>
                  <a:pt x="83" y="149"/>
                  <a:pt x="66" y="174"/>
                  <a:pt x="66" y="199"/>
                </a:cubicBezTo>
                <a:lnTo>
                  <a:pt x="66" y="299"/>
                </a:lnTo>
                <a:close/>
              </a:path>
            </a:pathLst>
          </a:custGeom>
          <a:solidFill>
            <a:schemeClr val="bg1"/>
          </a:solidFill>
          <a:ln>
            <a:noFill/>
          </a:ln>
          <a:effectLst/>
        </p:spPr>
        <p:txBody>
          <a:bodyPr wrap="none" anchor="ctr"/>
          <a:lstStyle/>
          <a:p>
            <a:endParaRPr lang="en-US"/>
          </a:p>
        </p:txBody>
      </p:sp>
      <p:sp>
        <p:nvSpPr>
          <p:cNvPr id="65" name="Freeform 378">
            <a:extLst>
              <a:ext uri="{FF2B5EF4-FFF2-40B4-BE49-F238E27FC236}">
                <a16:creationId xmlns:a16="http://schemas.microsoft.com/office/drawing/2014/main" id="{D55DCE49-78B1-2593-CFD7-3B868A907373}"/>
              </a:ext>
            </a:extLst>
          </p:cNvPr>
          <p:cNvSpPr>
            <a:spLocks noChangeArrowheads="1"/>
          </p:cNvSpPr>
          <p:nvPr/>
        </p:nvSpPr>
        <p:spPr bwMode="auto">
          <a:xfrm>
            <a:off x="1803950" y="2097465"/>
            <a:ext cx="181557" cy="179167"/>
          </a:xfrm>
          <a:custGeom>
            <a:avLst/>
            <a:gdLst>
              <a:gd name="T0" fmla="*/ 166 w 333"/>
              <a:gd name="T1" fmla="*/ 331 h 332"/>
              <a:gd name="T2" fmla="*/ 166 w 333"/>
              <a:gd name="T3" fmla="*/ 331 h 332"/>
              <a:gd name="T4" fmla="*/ 0 w 333"/>
              <a:gd name="T5" fmla="*/ 165 h 332"/>
              <a:gd name="T6" fmla="*/ 166 w 333"/>
              <a:gd name="T7" fmla="*/ 0 h 332"/>
              <a:gd name="T8" fmla="*/ 332 w 333"/>
              <a:gd name="T9" fmla="*/ 165 h 332"/>
              <a:gd name="T10" fmla="*/ 166 w 333"/>
              <a:gd name="T11" fmla="*/ 331 h 332"/>
              <a:gd name="T12" fmla="*/ 166 w 333"/>
              <a:gd name="T13" fmla="*/ 74 h 332"/>
              <a:gd name="T14" fmla="*/ 166 w 333"/>
              <a:gd name="T15" fmla="*/ 74 h 332"/>
              <a:gd name="T16" fmla="*/ 67 w 333"/>
              <a:gd name="T17" fmla="*/ 165 h 332"/>
              <a:gd name="T18" fmla="*/ 166 w 333"/>
              <a:gd name="T19" fmla="*/ 264 h 332"/>
              <a:gd name="T20" fmla="*/ 257 w 333"/>
              <a:gd name="T21" fmla="*/ 165 h 332"/>
              <a:gd name="T22" fmla="*/ 166 w 333"/>
              <a:gd name="T23" fmla="*/ 74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3" h="332">
                <a:moveTo>
                  <a:pt x="166" y="331"/>
                </a:moveTo>
                <a:lnTo>
                  <a:pt x="166" y="331"/>
                </a:lnTo>
                <a:cubicBezTo>
                  <a:pt x="75" y="331"/>
                  <a:pt x="0" y="256"/>
                  <a:pt x="0" y="165"/>
                </a:cubicBezTo>
                <a:cubicBezTo>
                  <a:pt x="0" y="74"/>
                  <a:pt x="75" y="0"/>
                  <a:pt x="166" y="0"/>
                </a:cubicBezTo>
                <a:cubicBezTo>
                  <a:pt x="257" y="0"/>
                  <a:pt x="332" y="74"/>
                  <a:pt x="332" y="165"/>
                </a:cubicBezTo>
                <a:cubicBezTo>
                  <a:pt x="332" y="256"/>
                  <a:pt x="257" y="331"/>
                  <a:pt x="166" y="331"/>
                </a:cubicBezTo>
                <a:close/>
                <a:moveTo>
                  <a:pt x="166" y="74"/>
                </a:moveTo>
                <a:lnTo>
                  <a:pt x="166" y="74"/>
                </a:lnTo>
                <a:cubicBezTo>
                  <a:pt x="116" y="74"/>
                  <a:pt x="67" y="115"/>
                  <a:pt x="67" y="165"/>
                </a:cubicBezTo>
                <a:cubicBezTo>
                  <a:pt x="67" y="215"/>
                  <a:pt x="116" y="264"/>
                  <a:pt x="166" y="264"/>
                </a:cubicBezTo>
                <a:cubicBezTo>
                  <a:pt x="216" y="264"/>
                  <a:pt x="257" y="215"/>
                  <a:pt x="257" y="165"/>
                </a:cubicBezTo>
                <a:cubicBezTo>
                  <a:pt x="257" y="115"/>
                  <a:pt x="216" y="74"/>
                  <a:pt x="166" y="74"/>
                </a:cubicBezTo>
                <a:close/>
              </a:path>
            </a:pathLst>
          </a:custGeom>
          <a:solidFill>
            <a:schemeClr val="bg1"/>
          </a:solidFill>
          <a:ln>
            <a:noFill/>
          </a:ln>
          <a:effectLst/>
        </p:spPr>
        <p:txBody>
          <a:bodyPr wrap="none" anchor="ctr"/>
          <a:lstStyle/>
          <a:p>
            <a:endParaRPr lang="en-US"/>
          </a:p>
        </p:txBody>
      </p:sp>
      <p:sp>
        <p:nvSpPr>
          <p:cNvPr id="66" name="Freeform 379">
            <a:extLst>
              <a:ext uri="{FF2B5EF4-FFF2-40B4-BE49-F238E27FC236}">
                <a16:creationId xmlns:a16="http://schemas.microsoft.com/office/drawing/2014/main" id="{7AFFECD2-7E41-FE5C-9A1F-B17F604F2E5F}"/>
              </a:ext>
            </a:extLst>
          </p:cNvPr>
          <p:cNvSpPr>
            <a:spLocks noChangeArrowheads="1"/>
          </p:cNvSpPr>
          <p:nvPr/>
        </p:nvSpPr>
        <p:spPr bwMode="auto">
          <a:xfrm>
            <a:off x="1830229" y="2305300"/>
            <a:ext cx="229335" cy="183947"/>
          </a:xfrm>
          <a:custGeom>
            <a:avLst/>
            <a:gdLst>
              <a:gd name="T0" fmla="*/ 390 w 424"/>
              <a:gd name="T1" fmla="*/ 340 h 341"/>
              <a:gd name="T2" fmla="*/ 390 w 424"/>
              <a:gd name="T3" fmla="*/ 340 h 341"/>
              <a:gd name="T4" fmla="*/ 124 w 424"/>
              <a:gd name="T5" fmla="*/ 340 h 341"/>
              <a:gd name="T6" fmla="*/ 91 w 424"/>
              <a:gd name="T7" fmla="*/ 298 h 341"/>
              <a:gd name="T8" fmla="*/ 124 w 424"/>
              <a:gd name="T9" fmla="*/ 265 h 341"/>
              <a:gd name="T10" fmla="*/ 348 w 424"/>
              <a:gd name="T11" fmla="*/ 265 h 341"/>
              <a:gd name="T12" fmla="*/ 348 w 424"/>
              <a:gd name="T13" fmla="*/ 182 h 341"/>
              <a:gd name="T14" fmla="*/ 323 w 424"/>
              <a:gd name="T15" fmla="*/ 124 h 341"/>
              <a:gd name="T16" fmla="*/ 124 w 424"/>
              <a:gd name="T17" fmla="*/ 66 h 341"/>
              <a:gd name="T18" fmla="*/ 41 w 424"/>
              <a:gd name="T19" fmla="*/ 74 h 341"/>
              <a:gd name="T20" fmla="*/ 0 w 424"/>
              <a:gd name="T21" fmla="*/ 49 h 341"/>
              <a:gd name="T22" fmla="*/ 25 w 424"/>
              <a:gd name="T23" fmla="*/ 8 h 341"/>
              <a:gd name="T24" fmla="*/ 124 w 424"/>
              <a:gd name="T25" fmla="*/ 0 h 341"/>
              <a:gd name="T26" fmla="*/ 365 w 424"/>
              <a:gd name="T27" fmla="*/ 74 h 341"/>
              <a:gd name="T28" fmla="*/ 423 w 424"/>
              <a:gd name="T29" fmla="*/ 182 h 341"/>
              <a:gd name="T30" fmla="*/ 423 w 424"/>
              <a:gd name="T31" fmla="*/ 298 h 341"/>
              <a:gd name="T32" fmla="*/ 390 w 424"/>
              <a:gd name="T33" fmla="*/ 340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4" h="341">
                <a:moveTo>
                  <a:pt x="390" y="340"/>
                </a:moveTo>
                <a:lnTo>
                  <a:pt x="390" y="340"/>
                </a:lnTo>
                <a:cubicBezTo>
                  <a:pt x="124" y="340"/>
                  <a:pt x="124" y="340"/>
                  <a:pt x="124" y="340"/>
                </a:cubicBezTo>
                <a:cubicBezTo>
                  <a:pt x="108" y="340"/>
                  <a:pt x="91" y="323"/>
                  <a:pt x="91" y="298"/>
                </a:cubicBezTo>
                <a:cubicBezTo>
                  <a:pt x="91" y="282"/>
                  <a:pt x="108" y="265"/>
                  <a:pt x="124" y="265"/>
                </a:cubicBezTo>
                <a:cubicBezTo>
                  <a:pt x="348" y="265"/>
                  <a:pt x="348" y="265"/>
                  <a:pt x="348" y="265"/>
                </a:cubicBezTo>
                <a:cubicBezTo>
                  <a:pt x="348" y="240"/>
                  <a:pt x="348" y="207"/>
                  <a:pt x="348" y="182"/>
                </a:cubicBezTo>
                <a:cubicBezTo>
                  <a:pt x="348" y="157"/>
                  <a:pt x="340" y="141"/>
                  <a:pt x="323" y="124"/>
                </a:cubicBezTo>
                <a:cubicBezTo>
                  <a:pt x="265" y="91"/>
                  <a:pt x="199" y="66"/>
                  <a:pt x="124" y="66"/>
                </a:cubicBezTo>
                <a:cubicBezTo>
                  <a:pt x="91" y="66"/>
                  <a:pt x="66" y="66"/>
                  <a:pt x="41" y="74"/>
                </a:cubicBezTo>
                <a:cubicBezTo>
                  <a:pt x="25" y="74"/>
                  <a:pt x="8" y="66"/>
                  <a:pt x="0" y="49"/>
                </a:cubicBezTo>
                <a:cubicBezTo>
                  <a:pt x="0" y="33"/>
                  <a:pt x="8" y="8"/>
                  <a:pt x="25" y="8"/>
                </a:cubicBezTo>
                <a:cubicBezTo>
                  <a:pt x="58" y="0"/>
                  <a:pt x="91" y="0"/>
                  <a:pt x="124" y="0"/>
                </a:cubicBezTo>
                <a:cubicBezTo>
                  <a:pt x="207" y="0"/>
                  <a:pt x="299" y="24"/>
                  <a:pt x="365" y="74"/>
                </a:cubicBezTo>
                <a:cubicBezTo>
                  <a:pt x="398" y="99"/>
                  <a:pt x="423" y="132"/>
                  <a:pt x="423" y="182"/>
                </a:cubicBezTo>
                <a:cubicBezTo>
                  <a:pt x="423" y="215"/>
                  <a:pt x="423" y="265"/>
                  <a:pt x="423" y="298"/>
                </a:cubicBezTo>
                <a:cubicBezTo>
                  <a:pt x="423" y="323"/>
                  <a:pt x="406" y="340"/>
                  <a:pt x="390" y="340"/>
                </a:cubicBezTo>
              </a:path>
            </a:pathLst>
          </a:custGeom>
          <a:solidFill>
            <a:schemeClr val="bg1"/>
          </a:solidFill>
          <a:ln>
            <a:noFill/>
          </a:ln>
          <a:effectLst/>
        </p:spPr>
        <p:txBody>
          <a:bodyPr wrap="none" anchor="ctr"/>
          <a:lstStyle/>
          <a:p>
            <a:endParaRPr lang="en-US"/>
          </a:p>
        </p:txBody>
      </p:sp>
      <p:sp>
        <p:nvSpPr>
          <p:cNvPr id="67" name="Line 380">
            <a:extLst>
              <a:ext uri="{FF2B5EF4-FFF2-40B4-BE49-F238E27FC236}">
                <a16:creationId xmlns:a16="http://schemas.microsoft.com/office/drawing/2014/main" id="{D3C29226-6560-AEC6-1FD6-F3D158B6B911}"/>
              </a:ext>
            </a:extLst>
          </p:cNvPr>
          <p:cNvSpPr>
            <a:spLocks noChangeShapeType="1"/>
          </p:cNvSpPr>
          <p:nvPr/>
        </p:nvSpPr>
        <p:spPr bwMode="auto">
          <a:xfrm>
            <a:off x="4023245" y="2276633"/>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8" name="Line 381">
            <a:extLst>
              <a:ext uri="{FF2B5EF4-FFF2-40B4-BE49-F238E27FC236}">
                <a16:creationId xmlns:a16="http://schemas.microsoft.com/office/drawing/2014/main" id="{CF0EA381-BE84-F4F7-9005-3F9E185DE873}"/>
              </a:ext>
            </a:extLst>
          </p:cNvPr>
          <p:cNvSpPr>
            <a:spLocks noChangeShapeType="1"/>
          </p:cNvSpPr>
          <p:nvPr/>
        </p:nvSpPr>
        <p:spPr bwMode="auto">
          <a:xfrm>
            <a:off x="4023245" y="2419967"/>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69" name="Line 382">
            <a:extLst>
              <a:ext uri="{FF2B5EF4-FFF2-40B4-BE49-F238E27FC236}">
                <a16:creationId xmlns:a16="http://schemas.microsoft.com/office/drawing/2014/main" id="{0A89B1BE-DEA1-2B55-B38E-4EF54FE25F2B}"/>
              </a:ext>
            </a:extLst>
          </p:cNvPr>
          <p:cNvSpPr>
            <a:spLocks noChangeShapeType="1"/>
          </p:cNvSpPr>
          <p:nvPr/>
        </p:nvSpPr>
        <p:spPr bwMode="auto">
          <a:xfrm>
            <a:off x="4023245" y="2565691"/>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0" name="Line 383">
            <a:extLst>
              <a:ext uri="{FF2B5EF4-FFF2-40B4-BE49-F238E27FC236}">
                <a16:creationId xmlns:a16="http://schemas.microsoft.com/office/drawing/2014/main" id="{004F132F-F7F5-8E33-FF62-3BFFE9761524}"/>
              </a:ext>
            </a:extLst>
          </p:cNvPr>
          <p:cNvSpPr>
            <a:spLocks noChangeShapeType="1"/>
          </p:cNvSpPr>
          <p:nvPr/>
        </p:nvSpPr>
        <p:spPr bwMode="auto">
          <a:xfrm>
            <a:off x="4023245" y="2709025"/>
            <a:ext cx="2388"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1" name="Freeform 426">
            <a:extLst>
              <a:ext uri="{FF2B5EF4-FFF2-40B4-BE49-F238E27FC236}">
                <a16:creationId xmlns:a16="http://schemas.microsoft.com/office/drawing/2014/main" id="{EE314750-F6A4-68E6-60D1-EF71CA67D9BC}"/>
              </a:ext>
            </a:extLst>
          </p:cNvPr>
          <p:cNvSpPr>
            <a:spLocks noChangeArrowheads="1"/>
          </p:cNvSpPr>
          <p:nvPr/>
        </p:nvSpPr>
        <p:spPr bwMode="auto">
          <a:xfrm>
            <a:off x="3449908" y="1703295"/>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81" y="2123"/>
                  <a:pt x="0" y="1650"/>
                  <a:pt x="0" y="1061"/>
                </a:cubicBezTo>
                <a:cubicBezTo>
                  <a:pt x="0" y="481"/>
                  <a:pt x="481" y="0"/>
                  <a:pt x="1062" y="0"/>
                </a:cubicBezTo>
                <a:cubicBezTo>
                  <a:pt x="1651" y="0"/>
                  <a:pt x="2124" y="481"/>
                  <a:pt x="2124" y="1061"/>
                </a:cubicBezTo>
              </a:path>
            </a:pathLst>
          </a:custGeom>
          <a:solidFill>
            <a:schemeClr val="accent2"/>
          </a:solidFill>
          <a:ln>
            <a:noFill/>
          </a:ln>
          <a:effectLst/>
        </p:spPr>
        <p:txBody>
          <a:bodyPr wrap="none" anchor="ctr"/>
          <a:lstStyle/>
          <a:p>
            <a:endParaRPr lang="en-US"/>
          </a:p>
        </p:txBody>
      </p:sp>
      <p:sp>
        <p:nvSpPr>
          <p:cNvPr id="72" name="Freeform 427">
            <a:extLst>
              <a:ext uri="{FF2B5EF4-FFF2-40B4-BE49-F238E27FC236}">
                <a16:creationId xmlns:a16="http://schemas.microsoft.com/office/drawing/2014/main" id="{4E846B43-300E-4286-A30E-CF44B3AEACA6}"/>
              </a:ext>
            </a:extLst>
          </p:cNvPr>
          <p:cNvSpPr>
            <a:spLocks noChangeArrowheads="1"/>
          </p:cNvSpPr>
          <p:nvPr/>
        </p:nvSpPr>
        <p:spPr bwMode="auto">
          <a:xfrm>
            <a:off x="3848854" y="2040132"/>
            <a:ext cx="355948" cy="480169"/>
          </a:xfrm>
          <a:custGeom>
            <a:avLst/>
            <a:gdLst>
              <a:gd name="T0" fmla="*/ 614 w 657"/>
              <a:gd name="T1" fmla="*/ 91 h 888"/>
              <a:gd name="T2" fmla="*/ 614 w 657"/>
              <a:gd name="T3" fmla="*/ 91 h 888"/>
              <a:gd name="T4" fmla="*/ 482 w 657"/>
              <a:gd name="T5" fmla="*/ 91 h 888"/>
              <a:gd name="T6" fmla="*/ 423 w 657"/>
              <a:gd name="T7" fmla="*/ 25 h 888"/>
              <a:gd name="T8" fmla="*/ 324 w 657"/>
              <a:gd name="T9" fmla="*/ 0 h 888"/>
              <a:gd name="T10" fmla="*/ 224 w 657"/>
              <a:gd name="T11" fmla="*/ 25 h 888"/>
              <a:gd name="T12" fmla="*/ 175 w 657"/>
              <a:gd name="T13" fmla="*/ 91 h 888"/>
              <a:gd name="T14" fmla="*/ 42 w 657"/>
              <a:gd name="T15" fmla="*/ 91 h 888"/>
              <a:gd name="T16" fmla="*/ 0 w 657"/>
              <a:gd name="T17" fmla="*/ 140 h 888"/>
              <a:gd name="T18" fmla="*/ 0 w 657"/>
              <a:gd name="T19" fmla="*/ 862 h 888"/>
              <a:gd name="T20" fmla="*/ 25 w 657"/>
              <a:gd name="T21" fmla="*/ 887 h 888"/>
              <a:gd name="T22" fmla="*/ 623 w 657"/>
              <a:gd name="T23" fmla="*/ 887 h 888"/>
              <a:gd name="T24" fmla="*/ 656 w 657"/>
              <a:gd name="T25" fmla="*/ 862 h 888"/>
              <a:gd name="T26" fmla="*/ 656 w 657"/>
              <a:gd name="T27" fmla="*/ 140 h 888"/>
              <a:gd name="T28" fmla="*/ 614 w 657"/>
              <a:gd name="T29" fmla="*/ 91 h 888"/>
              <a:gd name="T30" fmla="*/ 216 w 657"/>
              <a:gd name="T31" fmla="*/ 115 h 888"/>
              <a:gd name="T32" fmla="*/ 216 w 657"/>
              <a:gd name="T33" fmla="*/ 115 h 888"/>
              <a:gd name="T34" fmla="*/ 257 w 657"/>
              <a:gd name="T35" fmla="*/ 67 h 888"/>
              <a:gd name="T36" fmla="*/ 324 w 657"/>
              <a:gd name="T37" fmla="*/ 50 h 888"/>
              <a:gd name="T38" fmla="*/ 398 w 657"/>
              <a:gd name="T39" fmla="*/ 67 h 888"/>
              <a:gd name="T40" fmla="*/ 440 w 657"/>
              <a:gd name="T41" fmla="*/ 115 h 888"/>
              <a:gd name="T42" fmla="*/ 440 w 657"/>
              <a:gd name="T43" fmla="*/ 165 h 888"/>
              <a:gd name="T44" fmla="*/ 216 w 657"/>
              <a:gd name="T45" fmla="*/ 165 h 888"/>
              <a:gd name="T46" fmla="*/ 216 w 657"/>
              <a:gd name="T47" fmla="*/ 115 h 888"/>
              <a:gd name="T48" fmla="*/ 133 w 657"/>
              <a:gd name="T49" fmla="*/ 140 h 888"/>
              <a:gd name="T50" fmla="*/ 133 w 657"/>
              <a:gd name="T51" fmla="*/ 140 h 888"/>
              <a:gd name="T52" fmla="*/ 158 w 657"/>
              <a:gd name="T53" fmla="*/ 140 h 888"/>
              <a:gd name="T54" fmla="*/ 158 w 657"/>
              <a:gd name="T55" fmla="*/ 190 h 888"/>
              <a:gd name="T56" fmla="*/ 191 w 657"/>
              <a:gd name="T57" fmla="*/ 215 h 888"/>
              <a:gd name="T58" fmla="*/ 457 w 657"/>
              <a:gd name="T59" fmla="*/ 215 h 888"/>
              <a:gd name="T60" fmla="*/ 490 w 657"/>
              <a:gd name="T61" fmla="*/ 190 h 888"/>
              <a:gd name="T62" fmla="*/ 490 w 657"/>
              <a:gd name="T63" fmla="*/ 140 h 888"/>
              <a:gd name="T64" fmla="*/ 523 w 657"/>
              <a:gd name="T65" fmla="*/ 140 h 888"/>
              <a:gd name="T66" fmla="*/ 523 w 657"/>
              <a:gd name="T67" fmla="*/ 746 h 888"/>
              <a:gd name="T68" fmla="*/ 133 w 657"/>
              <a:gd name="T69" fmla="*/ 746 h 888"/>
              <a:gd name="T70" fmla="*/ 133 w 657"/>
              <a:gd name="T71" fmla="*/ 140 h 888"/>
              <a:gd name="T72" fmla="*/ 598 w 657"/>
              <a:gd name="T73" fmla="*/ 837 h 888"/>
              <a:gd name="T74" fmla="*/ 598 w 657"/>
              <a:gd name="T75" fmla="*/ 837 h 888"/>
              <a:gd name="T76" fmla="*/ 50 w 657"/>
              <a:gd name="T77" fmla="*/ 837 h 888"/>
              <a:gd name="T78" fmla="*/ 50 w 657"/>
              <a:gd name="T79" fmla="*/ 140 h 888"/>
              <a:gd name="T80" fmla="*/ 83 w 657"/>
              <a:gd name="T81" fmla="*/ 140 h 888"/>
              <a:gd name="T82" fmla="*/ 83 w 657"/>
              <a:gd name="T83" fmla="*/ 771 h 888"/>
              <a:gd name="T84" fmla="*/ 108 w 657"/>
              <a:gd name="T85" fmla="*/ 796 h 888"/>
              <a:gd name="T86" fmla="*/ 548 w 657"/>
              <a:gd name="T87" fmla="*/ 796 h 888"/>
              <a:gd name="T88" fmla="*/ 573 w 657"/>
              <a:gd name="T89" fmla="*/ 771 h 888"/>
              <a:gd name="T90" fmla="*/ 573 w 657"/>
              <a:gd name="T91" fmla="*/ 140 h 888"/>
              <a:gd name="T92" fmla="*/ 598 w 657"/>
              <a:gd name="T93" fmla="*/ 140 h 888"/>
              <a:gd name="T94" fmla="*/ 598 w 657"/>
              <a:gd name="T95" fmla="*/ 837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57" h="888">
                <a:moveTo>
                  <a:pt x="614" y="91"/>
                </a:moveTo>
                <a:lnTo>
                  <a:pt x="614" y="91"/>
                </a:lnTo>
                <a:cubicBezTo>
                  <a:pt x="482" y="91"/>
                  <a:pt x="482" y="91"/>
                  <a:pt x="482" y="91"/>
                </a:cubicBezTo>
                <a:cubicBezTo>
                  <a:pt x="465" y="67"/>
                  <a:pt x="448" y="42"/>
                  <a:pt x="423" y="25"/>
                </a:cubicBezTo>
                <a:cubicBezTo>
                  <a:pt x="398" y="8"/>
                  <a:pt x="365" y="0"/>
                  <a:pt x="324" y="0"/>
                </a:cubicBezTo>
                <a:cubicBezTo>
                  <a:pt x="291" y="0"/>
                  <a:pt x="257" y="8"/>
                  <a:pt x="224" y="25"/>
                </a:cubicBezTo>
                <a:cubicBezTo>
                  <a:pt x="199" y="42"/>
                  <a:pt x="183" y="67"/>
                  <a:pt x="175" y="91"/>
                </a:cubicBezTo>
                <a:cubicBezTo>
                  <a:pt x="42" y="91"/>
                  <a:pt x="42" y="91"/>
                  <a:pt x="42" y="91"/>
                </a:cubicBezTo>
                <a:cubicBezTo>
                  <a:pt x="17" y="91"/>
                  <a:pt x="0" y="108"/>
                  <a:pt x="0" y="140"/>
                </a:cubicBezTo>
                <a:cubicBezTo>
                  <a:pt x="0" y="862"/>
                  <a:pt x="0" y="862"/>
                  <a:pt x="0" y="862"/>
                </a:cubicBezTo>
                <a:cubicBezTo>
                  <a:pt x="0" y="879"/>
                  <a:pt x="9" y="887"/>
                  <a:pt x="25" y="887"/>
                </a:cubicBezTo>
                <a:cubicBezTo>
                  <a:pt x="623" y="887"/>
                  <a:pt x="623" y="887"/>
                  <a:pt x="623" y="887"/>
                </a:cubicBezTo>
                <a:cubicBezTo>
                  <a:pt x="639" y="887"/>
                  <a:pt x="656" y="879"/>
                  <a:pt x="656" y="862"/>
                </a:cubicBezTo>
                <a:cubicBezTo>
                  <a:pt x="656" y="140"/>
                  <a:pt x="656" y="140"/>
                  <a:pt x="656" y="140"/>
                </a:cubicBezTo>
                <a:cubicBezTo>
                  <a:pt x="656" y="108"/>
                  <a:pt x="639" y="91"/>
                  <a:pt x="614" y="91"/>
                </a:cubicBezTo>
                <a:close/>
                <a:moveTo>
                  <a:pt x="216" y="115"/>
                </a:moveTo>
                <a:lnTo>
                  <a:pt x="216" y="115"/>
                </a:lnTo>
                <a:cubicBezTo>
                  <a:pt x="224" y="100"/>
                  <a:pt x="241" y="83"/>
                  <a:pt x="257" y="67"/>
                </a:cubicBezTo>
                <a:cubicBezTo>
                  <a:pt x="274" y="58"/>
                  <a:pt x="299" y="50"/>
                  <a:pt x="324" y="50"/>
                </a:cubicBezTo>
                <a:cubicBezTo>
                  <a:pt x="349" y="50"/>
                  <a:pt x="374" y="58"/>
                  <a:pt x="398" y="67"/>
                </a:cubicBezTo>
                <a:cubicBezTo>
                  <a:pt x="415" y="83"/>
                  <a:pt x="432" y="100"/>
                  <a:pt x="440" y="115"/>
                </a:cubicBezTo>
                <a:cubicBezTo>
                  <a:pt x="440" y="165"/>
                  <a:pt x="440" y="165"/>
                  <a:pt x="440" y="165"/>
                </a:cubicBezTo>
                <a:cubicBezTo>
                  <a:pt x="216" y="165"/>
                  <a:pt x="216" y="165"/>
                  <a:pt x="216" y="165"/>
                </a:cubicBezTo>
                <a:lnTo>
                  <a:pt x="216" y="115"/>
                </a:lnTo>
                <a:close/>
                <a:moveTo>
                  <a:pt x="133" y="140"/>
                </a:moveTo>
                <a:lnTo>
                  <a:pt x="133" y="140"/>
                </a:lnTo>
                <a:cubicBezTo>
                  <a:pt x="158" y="140"/>
                  <a:pt x="158" y="140"/>
                  <a:pt x="158" y="140"/>
                </a:cubicBezTo>
                <a:cubicBezTo>
                  <a:pt x="158" y="190"/>
                  <a:pt x="158" y="190"/>
                  <a:pt x="158" y="190"/>
                </a:cubicBezTo>
                <a:cubicBezTo>
                  <a:pt x="158" y="207"/>
                  <a:pt x="175" y="215"/>
                  <a:pt x="191" y="215"/>
                </a:cubicBezTo>
                <a:cubicBezTo>
                  <a:pt x="457" y="215"/>
                  <a:pt x="457" y="215"/>
                  <a:pt x="457" y="215"/>
                </a:cubicBezTo>
                <a:cubicBezTo>
                  <a:pt x="482" y="215"/>
                  <a:pt x="490" y="207"/>
                  <a:pt x="490" y="190"/>
                </a:cubicBezTo>
                <a:cubicBezTo>
                  <a:pt x="490" y="140"/>
                  <a:pt x="490" y="140"/>
                  <a:pt x="490" y="140"/>
                </a:cubicBezTo>
                <a:cubicBezTo>
                  <a:pt x="523" y="140"/>
                  <a:pt x="523" y="140"/>
                  <a:pt x="523" y="140"/>
                </a:cubicBezTo>
                <a:cubicBezTo>
                  <a:pt x="523" y="746"/>
                  <a:pt x="523" y="746"/>
                  <a:pt x="523" y="746"/>
                </a:cubicBezTo>
                <a:cubicBezTo>
                  <a:pt x="133" y="746"/>
                  <a:pt x="133" y="746"/>
                  <a:pt x="133" y="746"/>
                </a:cubicBezTo>
                <a:lnTo>
                  <a:pt x="133" y="140"/>
                </a:lnTo>
                <a:close/>
                <a:moveTo>
                  <a:pt x="598" y="837"/>
                </a:moveTo>
                <a:lnTo>
                  <a:pt x="598" y="837"/>
                </a:lnTo>
                <a:cubicBezTo>
                  <a:pt x="50" y="837"/>
                  <a:pt x="50" y="837"/>
                  <a:pt x="50" y="837"/>
                </a:cubicBezTo>
                <a:cubicBezTo>
                  <a:pt x="50" y="140"/>
                  <a:pt x="50" y="140"/>
                  <a:pt x="50" y="140"/>
                </a:cubicBezTo>
                <a:cubicBezTo>
                  <a:pt x="83" y="140"/>
                  <a:pt x="83" y="140"/>
                  <a:pt x="83" y="140"/>
                </a:cubicBezTo>
                <a:cubicBezTo>
                  <a:pt x="83" y="771"/>
                  <a:pt x="83" y="771"/>
                  <a:pt x="83" y="771"/>
                </a:cubicBezTo>
                <a:cubicBezTo>
                  <a:pt x="83" y="787"/>
                  <a:pt x="92" y="796"/>
                  <a:pt x="108" y="796"/>
                </a:cubicBezTo>
                <a:cubicBezTo>
                  <a:pt x="548" y="796"/>
                  <a:pt x="548" y="796"/>
                  <a:pt x="548" y="796"/>
                </a:cubicBezTo>
                <a:cubicBezTo>
                  <a:pt x="556" y="796"/>
                  <a:pt x="573" y="787"/>
                  <a:pt x="573" y="771"/>
                </a:cubicBezTo>
                <a:cubicBezTo>
                  <a:pt x="573" y="140"/>
                  <a:pt x="573" y="140"/>
                  <a:pt x="573" y="140"/>
                </a:cubicBezTo>
                <a:cubicBezTo>
                  <a:pt x="598" y="140"/>
                  <a:pt x="598" y="140"/>
                  <a:pt x="598" y="140"/>
                </a:cubicBezTo>
                <a:lnTo>
                  <a:pt x="598" y="837"/>
                </a:lnTo>
                <a:close/>
              </a:path>
            </a:pathLst>
          </a:custGeom>
          <a:solidFill>
            <a:schemeClr val="bg1"/>
          </a:solidFill>
          <a:ln>
            <a:noFill/>
          </a:ln>
          <a:effectLst/>
        </p:spPr>
        <p:txBody>
          <a:bodyPr wrap="none" anchor="ctr"/>
          <a:lstStyle/>
          <a:p>
            <a:endParaRPr lang="en-US"/>
          </a:p>
        </p:txBody>
      </p:sp>
      <p:sp>
        <p:nvSpPr>
          <p:cNvPr id="73" name="Freeform 428">
            <a:extLst>
              <a:ext uri="{FF2B5EF4-FFF2-40B4-BE49-F238E27FC236}">
                <a16:creationId xmlns:a16="http://schemas.microsoft.com/office/drawing/2014/main" id="{82926AFD-112B-BB85-8AD6-F2EB11CBD93D}"/>
              </a:ext>
            </a:extLst>
          </p:cNvPr>
          <p:cNvSpPr>
            <a:spLocks noChangeArrowheads="1"/>
          </p:cNvSpPr>
          <p:nvPr/>
        </p:nvSpPr>
        <p:spPr bwMode="auto">
          <a:xfrm>
            <a:off x="3961133" y="2193022"/>
            <a:ext cx="131389" cy="28667"/>
          </a:xfrm>
          <a:custGeom>
            <a:avLst/>
            <a:gdLst>
              <a:gd name="T0" fmla="*/ 24 w 241"/>
              <a:gd name="T1" fmla="*/ 50 h 51"/>
              <a:gd name="T2" fmla="*/ 24 w 241"/>
              <a:gd name="T3" fmla="*/ 50 h 51"/>
              <a:gd name="T4" fmla="*/ 215 w 241"/>
              <a:gd name="T5" fmla="*/ 50 h 51"/>
              <a:gd name="T6" fmla="*/ 240 w 241"/>
              <a:gd name="T7" fmla="*/ 25 h 51"/>
              <a:gd name="T8" fmla="*/ 215 w 241"/>
              <a:gd name="T9" fmla="*/ 0 h 51"/>
              <a:gd name="T10" fmla="*/ 24 w 241"/>
              <a:gd name="T11" fmla="*/ 0 h 51"/>
              <a:gd name="T12" fmla="*/ 0 w 241"/>
              <a:gd name="T13" fmla="*/ 25 h 51"/>
              <a:gd name="T14" fmla="*/ 24 w 241"/>
              <a:gd name="T15" fmla="*/ 5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1">
                <a:moveTo>
                  <a:pt x="24" y="50"/>
                </a:moveTo>
                <a:lnTo>
                  <a:pt x="24" y="50"/>
                </a:lnTo>
                <a:cubicBezTo>
                  <a:pt x="215" y="50"/>
                  <a:pt x="215" y="50"/>
                  <a:pt x="215" y="50"/>
                </a:cubicBezTo>
                <a:cubicBezTo>
                  <a:pt x="224" y="50"/>
                  <a:pt x="240" y="42"/>
                  <a:pt x="240" y="25"/>
                </a:cubicBezTo>
                <a:cubicBezTo>
                  <a:pt x="240" y="8"/>
                  <a:pt x="224" y="0"/>
                  <a:pt x="215" y="0"/>
                </a:cubicBezTo>
                <a:cubicBezTo>
                  <a:pt x="24" y="0"/>
                  <a:pt x="24" y="0"/>
                  <a:pt x="24" y="0"/>
                </a:cubicBezTo>
                <a:cubicBezTo>
                  <a:pt x="8" y="0"/>
                  <a:pt x="0" y="8"/>
                  <a:pt x="0" y="25"/>
                </a:cubicBezTo>
                <a:cubicBezTo>
                  <a:pt x="0" y="42"/>
                  <a:pt x="8" y="50"/>
                  <a:pt x="24" y="50"/>
                </a:cubicBezTo>
              </a:path>
            </a:pathLst>
          </a:custGeom>
          <a:solidFill>
            <a:schemeClr val="bg1"/>
          </a:solidFill>
          <a:ln>
            <a:noFill/>
          </a:ln>
          <a:effectLst/>
        </p:spPr>
        <p:txBody>
          <a:bodyPr wrap="none" anchor="ctr"/>
          <a:lstStyle/>
          <a:p>
            <a:endParaRPr lang="en-US"/>
          </a:p>
        </p:txBody>
      </p:sp>
      <p:sp>
        <p:nvSpPr>
          <p:cNvPr id="74" name="Freeform 429">
            <a:extLst>
              <a:ext uri="{FF2B5EF4-FFF2-40B4-BE49-F238E27FC236}">
                <a16:creationId xmlns:a16="http://schemas.microsoft.com/office/drawing/2014/main" id="{E97C9AD4-6D1E-ED9F-985C-9E7107762AF9}"/>
              </a:ext>
            </a:extLst>
          </p:cNvPr>
          <p:cNvSpPr>
            <a:spLocks noChangeArrowheads="1"/>
          </p:cNvSpPr>
          <p:nvPr/>
        </p:nvSpPr>
        <p:spPr bwMode="auto">
          <a:xfrm>
            <a:off x="3961133" y="2269467"/>
            <a:ext cx="131389" cy="28667"/>
          </a:xfrm>
          <a:custGeom>
            <a:avLst/>
            <a:gdLst>
              <a:gd name="T0" fmla="*/ 24 w 241"/>
              <a:gd name="T1" fmla="*/ 50 h 51"/>
              <a:gd name="T2" fmla="*/ 24 w 241"/>
              <a:gd name="T3" fmla="*/ 50 h 51"/>
              <a:gd name="T4" fmla="*/ 215 w 241"/>
              <a:gd name="T5" fmla="*/ 50 h 51"/>
              <a:gd name="T6" fmla="*/ 240 w 241"/>
              <a:gd name="T7" fmla="*/ 25 h 51"/>
              <a:gd name="T8" fmla="*/ 215 w 241"/>
              <a:gd name="T9" fmla="*/ 0 h 51"/>
              <a:gd name="T10" fmla="*/ 24 w 241"/>
              <a:gd name="T11" fmla="*/ 0 h 51"/>
              <a:gd name="T12" fmla="*/ 0 w 241"/>
              <a:gd name="T13" fmla="*/ 25 h 51"/>
              <a:gd name="T14" fmla="*/ 24 w 241"/>
              <a:gd name="T15" fmla="*/ 5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1">
                <a:moveTo>
                  <a:pt x="24" y="50"/>
                </a:moveTo>
                <a:lnTo>
                  <a:pt x="24" y="50"/>
                </a:lnTo>
                <a:cubicBezTo>
                  <a:pt x="215" y="50"/>
                  <a:pt x="215" y="50"/>
                  <a:pt x="215" y="50"/>
                </a:cubicBezTo>
                <a:cubicBezTo>
                  <a:pt x="224" y="50"/>
                  <a:pt x="240" y="42"/>
                  <a:pt x="240" y="25"/>
                </a:cubicBezTo>
                <a:cubicBezTo>
                  <a:pt x="240" y="9"/>
                  <a:pt x="224" y="0"/>
                  <a:pt x="215" y="0"/>
                </a:cubicBezTo>
                <a:cubicBezTo>
                  <a:pt x="24" y="0"/>
                  <a:pt x="24" y="0"/>
                  <a:pt x="24" y="0"/>
                </a:cubicBezTo>
                <a:cubicBezTo>
                  <a:pt x="8" y="0"/>
                  <a:pt x="0" y="9"/>
                  <a:pt x="0" y="25"/>
                </a:cubicBezTo>
                <a:cubicBezTo>
                  <a:pt x="0" y="42"/>
                  <a:pt x="8" y="50"/>
                  <a:pt x="24" y="50"/>
                </a:cubicBezTo>
              </a:path>
            </a:pathLst>
          </a:custGeom>
          <a:solidFill>
            <a:schemeClr val="bg1"/>
          </a:solidFill>
          <a:ln>
            <a:noFill/>
          </a:ln>
          <a:effectLst/>
        </p:spPr>
        <p:txBody>
          <a:bodyPr wrap="none" anchor="ctr"/>
          <a:lstStyle/>
          <a:p>
            <a:endParaRPr lang="en-US"/>
          </a:p>
        </p:txBody>
      </p:sp>
      <p:sp>
        <p:nvSpPr>
          <p:cNvPr id="75" name="Freeform 430">
            <a:extLst>
              <a:ext uri="{FF2B5EF4-FFF2-40B4-BE49-F238E27FC236}">
                <a16:creationId xmlns:a16="http://schemas.microsoft.com/office/drawing/2014/main" id="{C66C0075-3E01-8718-C773-AF7DF6C28FFC}"/>
              </a:ext>
            </a:extLst>
          </p:cNvPr>
          <p:cNvSpPr>
            <a:spLocks noChangeArrowheads="1"/>
          </p:cNvSpPr>
          <p:nvPr/>
        </p:nvSpPr>
        <p:spPr bwMode="auto">
          <a:xfrm>
            <a:off x="3961133" y="2343522"/>
            <a:ext cx="131389" cy="28667"/>
          </a:xfrm>
          <a:custGeom>
            <a:avLst/>
            <a:gdLst>
              <a:gd name="T0" fmla="*/ 24 w 241"/>
              <a:gd name="T1" fmla="*/ 50 h 51"/>
              <a:gd name="T2" fmla="*/ 24 w 241"/>
              <a:gd name="T3" fmla="*/ 50 h 51"/>
              <a:gd name="T4" fmla="*/ 215 w 241"/>
              <a:gd name="T5" fmla="*/ 50 h 51"/>
              <a:gd name="T6" fmla="*/ 240 w 241"/>
              <a:gd name="T7" fmla="*/ 25 h 51"/>
              <a:gd name="T8" fmla="*/ 215 w 241"/>
              <a:gd name="T9" fmla="*/ 0 h 51"/>
              <a:gd name="T10" fmla="*/ 24 w 241"/>
              <a:gd name="T11" fmla="*/ 0 h 51"/>
              <a:gd name="T12" fmla="*/ 0 w 241"/>
              <a:gd name="T13" fmla="*/ 25 h 51"/>
              <a:gd name="T14" fmla="*/ 24 w 241"/>
              <a:gd name="T15" fmla="*/ 5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1">
                <a:moveTo>
                  <a:pt x="24" y="50"/>
                </a:moveTo>
                <a:lnTo>
                  <a:pt x="24" y="50"/>
                </a:lnTo>
                <a:cubicBezTo>
                  <a:pt x="215" y="50"/>
                  <a:pt x="215" y="50"/>
                  <a:pt x="215" y="50"/>
                </a:cubicBezTo>
                <a:cubicBezTo>
                  <a:pt x="224" y="50"/>
                  <a:pt x="240" y="42"/>
                  <a:pt x="240" y="25"/>
                </a:cubicBezTo>
                <a:cubicBezTo>
                  <a:pt x="240" y="9"/>
                  <a:pt x="224" y="0"/>
                  <a:pt x="215" y="0"/>
                </a:cubicBezTo>
                <a:cubicBezTo>
                  <a:pt x="24" y="0"/>
                  <a:pt x="24" y="0"/>
                  <a:pt x="24" y="0"/>
                </a:cubicBezTo>
                <a:cubicBezTo>
                  <a:pt x="8" y="0"/>
                  <a:pt x="0" y="9"/>
                  <a:pt x="0" y="25"/>
                </a:cubicBezTo>
                <a:cubicBezTo>
                  <a:pt x="0" y="42"/>
                  <a:pt x="8" y="50"/>
                  <a:pt x="24" y="50"/>
                </a:cubicBezTo>
              </a:path>
            </a:pathLst>
          </a:custGeom>
          <a:solidFill>
            <a:schemeClr val="bg1"/>
          </a:solidFill>
          <a:ln>
            <a:noFill/>
          </a:ln>
          <a:effectLst/>
        </p:spPr>
        <p:txBody>
          <a:bodyPr wrap="none" anchor="ctr"/>
          <a:lstStyle/>
          <a:p>
            <a:endParaRPr lang="en-US"/>
          </a:p>
        </p:txBody>
      </p:sp>
      <p:sp>
        <p:nvSpPr>
          <p:cNvPr id="76" name="Line 431">
            <a:extLst>
              <a:ext uri="{FF2B5EF4-FFF2-40B4-BE49-F238E27FC236}">
                <a16:creationId xmlns:a16="http://schemas.microsoft.com/office/drawing/2014/main" id="{4B0613FF-9417-F4C5-9240-8CC4A4A31BBC}"/>
              </a:ext>
            </a:extLst>
          </p:cNvPr>
          <p:cNvSpPr>
            <a:spLocks noChangeShapeType="1"/>
          </p:cNvSpPr>
          <p:nvPr/>
        </p:nvSpPr>
        <p:spPr bwMode="auto">
          <a:xfrm>
            <a:off x="10783849" y="2276633"/>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7" name="Line 432">
            <a:extLst>
              <a:ext uri="{FF2B5EF4-FFF2-40B4-BE49-F238E27FC236}">
                <a16:creationId xmlns:a16="http://schemas.microsoft.com/office/drawing/2014/main" id="{34A35DB1-C8C5-739A-C02A-31792F9B259B}"/>
              </a:ext>
            </a:extLst>
          </p:cNvPr>
          <p:cNvSpPr>
            <a:spLocks noChangeShapeType="1"/>
          </p:cNvSpPr>
          <p:nvPr/>
        </p:nvSpPr>
        <p:spPr bwMode="auto">
          <a:xfrm>
            <a:off x="10783849" y="2419967"/>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8" name="Line 433">
            <a:extLst>
              <a:ext uri="{FF2B5EF4-FFF2-40B4-BE49-F238E27FC236}">
                <a16:creationId xmlns:a16="http://schemas.microsoft.com/office/drawing/2014/main" id="{7E5F0B99-4339-FF59-8780-31F8A1347B01}"/>
              </a:ext>
            </a:extLst>
          </p:cNvPr>
          <p:cNvSpPr>
            <a:spLocks noChangeShapeType="1"/>
          </p:cNvSpPr>
          <p:nvPr/>
        </p:nvSpPr>
        <p:spPr bwMode="auto">
          <a:xfrm>
            <a:off x="10783849" y="2565691"/>
            <a:ext cx="2388"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79" name="Line 434">
            <a:extLst>
              <a:ext uri="{FF2B5EF4-FFF2-40B4-BE49-F238E27FC236}">
                <a16:creationId xmlns:a16="http://schemas.microsoft.com/office/drawing/2014/main" id="{D105676A-6991-B4AC-EDAC-03D41981DC24}"/>
              </a:ext>
            </a:extLst>
          </p:cNvPr>
          <p:cNvSpPr>
            <a:spLocks noChangeShapeType="1"/>
          </p:cNvSpPr>
          <p:nvPr/>
        </p:nvSpPr>
        <p:spPr bwMode="auto">
          <a:xfrm>
            <a:off x="10783849" y="2709025"/>
            <a:ext cx="2388"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0" name="Freeform 479">
            <a:extLst>
              <a:ext uri="{FF2B5EF4-FFF2-40B4-BE49-F238E27FC236}">
                <a16:creationId xmlns:a16="http://schemas.microsoft.com/office/drawing/2014/main" id="{4ABE9D5D-BFD4-AEB5-E5CB-577BAC0646D6}"/>
              </a:ext>
            </a:extLst>
          </p:cNvPr>
          <p:cNvSpPr>
            <a:spLocks noChangeArrowheads="1"/>
          </p:cNvSpPr>
          <p:nvPr/>
        </p:nvSpPr>
        <p:spPr bwMode="auto">
          <a:xfrm>
            <a:off x="10196178" y="1703295"/>
            <a:ext cx="1151453" cy="1151453"/>
          </a:xfrm>
          <a:custGeom>
            <a:avLst/>
            <a:gdLst>
              <a:gd name="T0" fmla="*/ 2124 w 2125"/>
              <a:gd name="T1" fmla="*/ 1061 h 2124"/>
              <a:gd name="T2" fmla="*/ 2124 w 2125"/>
              <a:gd name="T3" fmla="*/ 1061 h 2124"/>
              <a:gd name="T4" fmla="*/ 1062 w 2125"/>
              <a:gd name="T5" fmla="*/ 2123 h 2124"/>
              <a:gd name="T6" fmla="*/ 0 w 2125"/>
              <a:gd name="T7" fmla="*/ 1061 h 2124"/>
              <a:gd name="T8" fmla="*/ 1062 w 2125"/>
              <a:gd name="T9" fmla="*/ 0 h 2124"/>
              <a:gd name="T10" fmla="*/ 2124 w 2125"/>
              <a:gd name="T11" fmla="*/ 1061 h 2124"/>
            </a:gdLst>
            <a:ahLst/>
            <a:cxnLst>
              <a:cxn ang="0">
                <a:pos x="T0" y="T1"/>
              </a:cxn>
              <a:cxn ang="0">
                <a:pos x="T2" y="T3"/>
              </a:cxn>
              <a:cxn ang="0">
                <a:pos x="T4" y="T5"/>
              </a:cxn>
              <a:cxn ang="0">
                <a:pos x="T6" y="T7"/>
              </a:cxn>
              <a:cxn ang="0">
                <a:pos x="T8" y="T9"/>
              </a:cxn>
              <a:cxn ang="0">
                <a:pos x="T10" y="T11"/>
              </a:cxn>
            </a:cxnLst>
            <a:rect l="0" t="0" r="r" b="b"/>
            <a:pathLst>
              <a:path w="2125" h="2124">
                <a:moveTo>
                  <a:pt x="2124" y="1061"/>
                </a:moveTo>
                <a:lnTo>
                  <a:pt x="2124" y="1061"/>
                </a:lnTo>
                <a:cubicBezTo>
                  <a:pt x="2124" y="1650"/>
                  <a:pt x="1651" y="2123"/>
                  <a:pt x="1062" y="2123"/>
                </a:cubicBezTo>
                <a:cubicBezTo>
                  <a:pt x="473" y="2123"/>
                  <a:pt x="0" y="1650"/>
                  <a:pt x="0" y="1061"/>
                </a:cubicBezTo>
                <a:cubicBezTo>
                  <a:pt x="0" y="481"/>
                  <a:pt x="473" y="0"/>
                  <a:pt x="1062" y="0"/>
                </a:cubicBezTo>
                <a:cubicBezTo>
                  <a:pt x="1651" y="0"/>
                  <a:pt x="2124" y="481"/>
                  <a:pt x="2124" y="1061"/>
                </a:cubicBezTo>
              </a:path>
            </a:pathLst>
          </a:custGeom>
          <a:solidFill>
            <a:schemeClr val="accent5"/>
          </a:solidFill>
          <a:ln>
            <a:noFill/>
          </a:ln>
          <a:effectLst/>
        </p:spPr>
        <p:txBody>
          <a:bodyPr wrap="none" anchor="ctr"/>
          <a:lstStyle/>
          <a:p>
            <a:endParaRPr lang="en-US"/>
          </a:p>
        </p:txBody>
      </p:sp>
      <p:sp>
        <p:nvSpPr>
          <p:cNvPr id="81" name="Freeform 480">
            <a:extLst>
              <a:ext uri="{FF2B5EF4-FFF2-40B4-BE49-F238E27FC236}">
                <a16:creationId xmlns:a16="http://schemas.microsoft.com/office/drawing/2014/main" id="{CCC2873E-C63A-986C-CB1B-3A802F966100}"/>
              </a:ext>
            </a:extLst>
          </p:cNvPr>
          <p:cNvSpPr>
            <a:spLocks noChangeArrowheads="1"/>
          </p:cNvSpPr>
          <p:nvPr/>
        </p:nvSpPr>
        <p:spPr bwMode="auto">
          <a:xfrm>
            <a:off x="10604680" y="2061631"/>
            <a:ext cx="332059" cy="432393"/>
          </a:xfrm>
          <a:custGeom>
            <a:avLst/>
            <a:gdLst>
              <a:gd name="T0" fmla="*/ 572 w 615"/>
              <a:gd name="T1" fmla="*/ 372 h 796"/>
              <a:gd name="T2" fmla="*/ 572 w 615"/>
              <a:gd name="T3" fmla="*/ 372 h 796"/>
              <a:gd name="T4" fmla="*/ 556 w 615"/>
              <a:gd name="T5" fmla="*/ 372 h 796"/>
              <a:gd name="T6" fmla="*/ 556 w 615"/>
              <a:gd name="T7" fmla="*/ 256 h 796"/>
              <a:gd name="T8" fmla="*/ 307 w 615"/>
              <a:gd name="T9" fmla="*/ 0 h 796"/>
              <a:gd name="T10" fmla="*/ 50 w 615"/>
              <a:gd name="T11" fmla="*/ 256 h 796"/>
              <a:gd name="T12" fmla="*/ 50 w 615"/>
              <a:gd name="T13" fmla="*/ 372 h 796"/>
              <a:gd name="T14" fmla="*/ 41 w 615"/>
              <a:gd name="T15" fmla="*/ 372 h 796"/>
              <a:gd name="T16" fmla="*/ 0 w 615"/>
              <a:gd name="T17" fmla="*/ 413 h 796"/>
              <a:gd name="T18" fmla="*/ 0 w 615"/>
              <a:gd name="T19" fmla="*/ 762 h 796"/>
              <a:gd name="T20" fmla="*/ 41 w 615"/>
              <a:gd name="T21" fmla="*/ 795 h 796"/>
              <a:gd name="T22" fmla="*/ 572 w 615"/>
              <a:gd name="T23" fmla="*/ 795 h 796"/>
              <a:gd name="T24" fmla="*/ 614 w 615"/>
              <a:gd name="T25" fmla="*/ 762 h 796"/>
              <a:gd name="T26" fmla="*/ 614 w 615"/>
              <a:gd name="T27" fmla="*/ 413 h 796"/>
              <a:gd name="T28" fmla="*/ 572 w 615"/>
              <a:gd name="T29" fmla="*/ 372 h 796"/>
              <a:gd name="T30" fmla="*/ 108 w 615"/>
              <a:gd name="T31" fmla="*/ 256 h 796"/>
              <a:gd name="T32" fmla="*/ 108 w 615"/>
              <a:gd name="T33" fmla="*/ 256 h 796"/>
              <a:gd name="T34" fmla="*/ 307 w 615"/>
              <a:gd name="T35" fmla="*/ 49 h 796"/>
              <a:gd name="T36" fmla="*/ 506 w 615"/>
              <a:gd name="T37" fmla="*/ 256 h 796"/>
              <a:gd name="T38" fmla="*/ 506 w 615"/>
              <a:gd name="T39" fmla="*/ 372 h 796"/>
              <a:gd name="T40" fmla="*/ 108 w 615"/>
              <a:gd name="T41" fmla="*/ 372 h 796"/>
              <a:gd name="T42" fmla="*/ 108 w 615"/>
              <a:gd name="T43" fmla="*/ 256 h 796"/>
              <a:gd name="T44" fmla="*/ 564 w 615"/>
              <a:gd name="T45" fmla="*/ 745 h 796"/>
              <a:gd name="T46" fmla="*/ 564 w 615"/>
              <a:gd name="T47" fmla="*/ 745 h 796"/>
              <a:gd name="T48" fmla="*/ 50 w 615"/>
              <a:gd name="T49" fmla="*/ 745 h 796"/>
              <a:gd name="T50" fmla="*/ 50 w 615"/>
              <a:gd name="T51" fmla="*/ 422 h 796"/>
              <a:gd name="T52" fmla="*/ 564 w 615"/>
              <a:gd name="T53" fmla="*/ 422 h 796"/>
              <a:gd name="T54" fmla="*/ 564 w 615"/>
              <a:gd name="T55" fmla="*/ 745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15" h="796">
                <a:moveTo>
                  <a:pt x="572" y="372"/>
                </a:moveTo>
                <a:lnTo>
                  <a:pt x="572" y="372"/>
                </a:lnTo>
                <a:cubicBezTo>
                  <a:pt x="556" y="372"/>
                  <a:pt x="556" y="372"/>
                  <a:pt x="556" y="372"/>
                </a:cubicBezTo>
                <a:cubicBezTo>
                  <a:pt x="556" y="256"/>
                  <a:pt x="556" y="256"/>
                  <a:pt x="556" y="256"/>
                </a:cubicBezTo>
                <a:cubicBezTo>
                  <a:pt x="556" y="115"/>
                  <a:pt x="448" y="0"/>
                  <a:pt x="307" y="0"/>
                </a:cubicBezTo>
                <a:cubicBezTo>
                  <a:pt x="166" y="0"/>
                  <a:pt x="50" y="115"/>
                  <a:pt x="50" y="256"/>
                </a:cubicBezTo>
                <a:cubicBezTo>
                  <a:pt x="50" y="372"/>
                  <a:pt x="50" y="372"/>
                  <a:pt x="50" y="372"/>
                </a:cubicBezTo>
                <a:cubicBezTo>
                  <a:pt x="41" y="372"/>
                  <a:pt x="41" y="372"/>
                  <a:pt x="41" y="372"/>
                </a:cubicBezTo>
                <a:cubicBezTo>
                  <a:pt x="17" y="372"/>
                  <a:pt x="0" y="389"/>
                  <a:pt x="0" y="413"/>
                </a:cubicBezTo>
                <a:cubicBezTo>
                  <a:pt x="0" y="762"/>
                  <a:pt x="0" y="762"/>
                  <a:pt x="0" y="762"/>
                </a:cubicBezTo>
                <a:cubicBezTo>
                  <a:pt x="0" y="778"/>
                  <a:pt x="17" y="795"/>
                  <a:pt x="41" y="795"/>
                </a:cubicBezTo>
                <a:cubicBezTo>
                  <a:pt x="572" y="795"/>
                  <a:pt x="572" y="795"/>
                  <a:pt x="572" y="795"/>
                </a:cubicBezTo>
                <a:cubicBezTo>
                  <a:pt x="597" y="795"/>
                  <a:pt x="614" y="778"/>
                  <a:pt x="614" y="762"/>
                </a:cubicBezTo>
                <a:cubicBezTo>
                  <a:pt x="614" y="413"/>
                  <a:pt x="614" y="413"/>
                  <a:pt x="614" y="413"/>
                </a:cubicBezTo>
                <a:cubicBezTo>
                  <a:pt x="614" y="389"/>
                  <a:pt x="597" y="372"/>
                  <a:pt x="572" y="372"/>
                </a:cubicBezTo>
                <a:close/>
                <a:moveTo>
                  <a:pt x="108" y="256"/>
                </a:moveTo>
                <a:lnTo>
                  <a:pt x="108" y="256"/>
                </a:lnTo>
                <a:cubicBezTo>
                  <a:pt x="108" y="140"/>
                  <a:pt x="199" y="49"/>
                  <a:pt x="307" y="49"/>
                </a:cubicBezTo>
                <a:cubicBezTo>
                  <a:pt x="415" y="49"/>
                  <a:pt x="506" y="140"/>
                  <a:pt x="506" y="256"/>
                </a:cubicBezTo>
                <a:cubicBezTo>
                  <a:pt x="506" y="372"/>
                  <a:pt x="506" y="372"/>
                  <a:pt x="506" y="372"/>
                </a:cubicBezTo>
                <a:cubicBezTo>
                  <a:pt x="108" y="372"/>
                  <a:pt x="108" y="372"/>
                  <a:pt x="108" y="372"/>
                </a:cubicBezTo>
                <a:lnTo>
                  <a:pt x="108" y="256"/>
                </a:lnTo>
                <a:close/>
                <a:moveTo>
                  <a:pt x="564" y="745"/>
                </a:moveTo>
                <a:lnTo>
                  <a:pt x="564" y="745"/>
                </a:lnTo>
                <a:cubicBezTo>
                  <a:pt x="50" y="745"/>
                  <a:pt x="50" y="745"/>
                  <a:pt x="50" y="745"/>
                </a:cubicBezTo>
                <a:cubicBezTo>
                  <a:pt x="50" y="422"/>
                  <a:pt x="50" y="422"/>
                  <a:pt x="50" y="422"/>
                </a:cubicBezTo>
                <a:cubicBezTo>
                  <a:pt x="564" y="422"/>
                  <a:pt x="564" y="422"/>
                  <a:pt x="564" y="422"/>
                </a:cubicBezTo>
                <a:lnTo>
                  <a:pt x="564" y="745"/>
                </a:lnTo>
                <a:close/>
              </a:path>
            </a:pathLst>
          </a:custGeom>
          <a:solidFill>
            <a:schemeClr val="bg1"/>
          </a:solidFill>
          <a:ln>
            <a:noFill/>
          </a:ln>
          <a:effectLst/>
        </p:spPr>
        <p:txBody>
          <a:bodyPr wrap="none" anchor="ctr"/>
          <a:lstStyle/>
          <a:p>
            <a:endParaRPr lang="en-US"/>
          </a:p>
        </p:txBody>
      </p:sp>
      <p:sp>
        <p:nvSpPr>
          <p:cNvPr id="82" name="Freeform 481">
            <a:extLst>
              <a:ext uri="{FF2B5EF4-FFF2-40B4-BE49-F238E27FC236}">
                <a16:creationId xmlns:a16="http://schemas.microsoft.com/office/drawing/2014/main" id="{39E58D13-829E-F46A-5C2D-2F0A857F2563}"/>
              </a:ext>
            </a:extLst>
          </p:cNvPr>
          <p:cNvSpPr>
            <a:spLocks noChangeArrowheads="1"/>
          </p:cNvSpPr>
          <p:nvPr/>
        </p:nvSpPr>
        <p:spPr bwMode="auto">
          <a:xfrm>
            <a:off x="10836405" y="2341134"/>
            <a:ext cx="28667" cy="81223"/>
          </a:xfrm>
          <a:custGeom>
            <a:avLst/>
            <a:gdLst>
              <a:gd name="T0" fmla="*/ 25 w 51"/>
              <a:gd name="T1" fmla="*/ 149 h 150"/>
              <a:gd name="T2" fmla="*/ 25 w 51"/>
              <a:gd name="T3" fmla="*/ 149 h 150"/>
              <a:gd name="T4" fmla="*/ 50 w 51"/>
              <a:gd name="T5" fmla="*/ 116 h 150"/>
              <a:gd name="T6" fmla="*/ 50 w 51"/>
              <a:gd name="T7" fmla="*/ 25 h 150"/>
              <a:gd name="T8" fmla="*/ 25 w 51"/>
              <a:gd name="T9" fmla="*/ 0 h 150"/>
              <a:gd name="T10" fmla="*/ 0 w 51"/>
              <a:gd name="T11" fmla="*/ 25 h 150"/>
              <a:gd name="T12" fmla="*/ 0 w 51"/>
              <a:gd name="T13" fmla="*/ 116 h 150"/>
              <a:gd name="T14" fmla="*/ 25 w 51"/>
              <a:gd name="T15" fmla="*/ 149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150">
                <a:moveTo>
                  <a:pt x="25" y="149"/>
                </a:moveTo>
                <a:lnTo>
                  <a:pt x="25" y="149"/>
                </a:lnTo>
                <a:cubicBezTo>
                  <a:pt x="42" y="149"/>
                  <a:pt x="50" y="133"/>
                  <a:pt x="50" y="116"/>
                </a:cubicBezTo>
                <a:cubicBezTo>
                  <a:pt x="50" y="25"/>
                  <a:pt x="50" y="25"/>
                  <a:pt x="50" y="25"/>
                </a:cubicBezTo>
                <a:cubicBezTo>
                  <a:pt x="50" y="8"/>
                  <a:pt x="42" y="0"/>
                  <a:pt x="25" y="0"/>
                </a:cubicBezTo>
                <a:cubicBezTo>
                  <a:pt x="9" y="0"/>
                  <a:pt x="0" y="8"/>
                  <a:pt x="0" y="25"/>
                </a:cubicBezTo>
                <a:cubicBezTo>
                  <a:pt x="0" y="116"/>
                  <a:pt x="0" y="116"/>
                  <a:pt x="0" y="116"/>
                </a:cubicBezTo>
                <a:cubicBezTo>
                  <a:pt x="0" y="133"/>
                  <a:pt x="9" y="149"/>
                  <a:pt x="25" y="149"/>
                </a:cubicBezTo>
              </a:path>
            </a:pathLst>
          </a:custGeom>
          <a:solidFill>
            <a:schemeClr val="bg1"/>
          </a:solidFill>
          <a:ln>
            <a:noFill/>
          </a:ln>
          <a:effectLst/>
        </p:spPr>
        <p:txBody>
          <a:bodyPr wrap="none" anchor="ctr"/>
          <a:lstStyle/>
          <a:p>
            <a:endParaRPr lang="en-US"/>
          </a:p>
        </p:txBody>
      </p:sp>
      <p:sp>
        <p:nvSpPr>
          <p:cNvPr id="83" name="Line 482">
            <a:extLst>
              <a:ext uri="{FF2B5EF4-FFF2-40B4-BE49-F238E27FC236}">
                <a16:creationId xmlns:a16="http://schemas.microsoft.com/office/drawing/2014/main" id="{1671F335-404B-460B-A25D-A426B044A663}"/>
              </a:ext>
            </a:extLst>
          </p:cNvPr>
          <p:cNvSpPr>
            <a:spLocks noChangeShapeType="1"/>
          </p:cNvSpPr>
          <p:nvPr/>
        </p:nvSpPr>
        <p:spPr bwMode="auto">
          <a:xfrm>
            <a:off x="6280760" y="2276633"/>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4" name="Line 483">
            <a:extLst>
              <a:ext uri="{FF2B5EF4-FFF2-40B4-BE49-F238E27FC236}">
                <a16:creationId xmlns:a16="http://schemas.microsoft.com/office/drawing/2014/main" id="{AC288C03-0B19-9D3F-3F9A-F06550D94D5C}"/>
              </a:ext>
            </a:extLst>
          </p:cNvPr>
          <p:cNvSpPr>
            <a:spLocks noChangeShapeType="1"/>
          </p:cNvSpPr>
          <p:nvPr/>
        </p:nvSpPr>
        <p:spPr bwMode="auto">
          <a:xfrm>
            <a:off x="6280760" y="2419967"/>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5" name="Line 484">
            <a:extLst>
              <a:ext uri="{FF2B5EF4-FFF2-40B4-BE49-F238E27FC236}">
                <a16:creationId xmlns:a16="http://schemas.microsoft.com/office/drawing/2014/main" id="{C19A5109-A127-44E0-BF45-6492B11057C4}"/>
              </a:ext>
            </a:extLst>
          </p:cNvPr>
          <p:cNvSpPr>
            <a:spLocks noChangeShapeType="1"/>
          </p:cNvSpPr>
          <p:nvPr/>
        </p:nvSpPr>
        <p:spPr bwMode="auto">
          <a:xfrm>
            <a:off x="6280760" y="2565691"/>
            <a:ext cx="2389" cy="71667"/>
          </a:xfrm>
          <a:prstGeom prst="line">
            <a:avLst/>
          </a:prstGeom>
          <a:noFill/>
          <a:ln w="14760" cap="flat">
            <a:solidFill>
              <a:srgbClr val="B9BAB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6" name="Line 485">
            <a:extLst>
              <a:ext uri="{FF2B5EF4-FFF2-40B4-BE49-F238E27FC236}">
                <a16:creationId xmlns:a16="http://schemas.microsoft.com/office/drawing/2014/main" id="{833F6DC9-E043-B86D-30F2-7CFE012A4338}"/>
              </a:ext>
            </a:extLst>
          </p:cNvPr>
          <p:cNvSpPr>
            <a:spLocks noChangeShapeType="1"/>
          </p:cNvSpPr>
          <p:nvPr/>
        </p:nvSpPr>
        <p:spPr bwMode="auto">
          <a:xfrm>
            <a:off x="6280760" y="2709025"/>
            <a:ext cx="2389" cy="71667"/>
          </a:xfrm>
          <a:prstGeom prst="line">
            <a:avLst/>
          </a:prstGeom>
          <a:noFill/>
          <a:ln w="14760" cap="flat">
            <a:solidFill>
              <a:schemeClr val="bg1">
                <a:lumMod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en-US"/>
          </a:p>
        </p:txBody>
      </p:sp>
      <p:sp>
        <p:nvSpPr>
          <p:cNvPr id="87" name="Freeform 530">
            <a:extLst>
              <a:ext uri="{FF2B5EF4-FFF2-40B4-BE49-F238E27FC236}">
                <a16:creationId xmlns:a16="http://schemas.microsoft.com/office/drawing/2014/main" id="{D3C74F93-6BB6-256C-1D0F-9CA361EA1734}"/>
              </a:ext>
            </a:extLst>
          </p:cNvPr>
          <p:cNvSpPr>
            <a:spLocks noChangeArrowheads="1"/>
          </p:cNvSpPr>
          <p:nvPr/>
        </p:nvSpPr>
        <p:spPr bwMode="auto">
          <a:xfrm>
            <a:off x="5705035" y="1703295"/>
            <a:ext cx="1151453" cy="1151453"/>
          </a:xfrm>
          <a:custGeom>
            <a:avLst/>
            <a:gdLst>
              <a:gd name="T0" fmla="*/ 2123 w 2124"/>
              <a:gd name="T1" fmla="*/ 1061 h 2124"/>
              <a:gd name="T2" fmla="*/ 2123 w 2124"/>
              <a:gd name="T3" fmla="*/ 1061 h 2124"/>
              <a:gd name="T4" fmla="*/ 1061 w 2124"/>
              <a:gd name="T5" fmla="*/ 2123 h 2124"/>
              <a:gd name="T6" fmla="*/ 0 w 2124"/>
              <a:gd name="T7" fmla="*/ 1061 h 2124"/>
              <a:gd name="T8" fmla="*/ 1061 w 2124"/>
              <a:gd name="T9" fmla="*/ 0 h 2124"/>
              <a:gd name="T10" fmla="*/ 2123 w 2124"/>
              <a:gd name="T11" fmla="*/ 1061 h 2124"/>
            </a:gdLst>
            <a:ahLst/>
            <a:cxnLst>
              <a:cxn ang="0">
                <a:pos x="T0" y="T1"/>
              </a:cxn>
              <a:cxn ang="0">
                <a:pos x="T2" y="T3"/>
              </a:cxn>
              <a:cxn ang="0">
                <a:pos x="T4" y="T5"/>
              </a:cxn>
              <a:cxn ang="0">
                <a:pos x="T6" y="T7"/>
              </a:cxn>
              <a:cxn ang="0">
                <a:pos x="T8" y="T9"/>
              </a:cxn>
              <a:cxn ang="0">
                <a:pos x="T10" y="T11"/>
              </a:cxn>
            </a:cxnLst>
            <a:rect l="0" t="0" r="r" b="b"/>
            <a:pathLst>
              <a:path w="2124" h="2124">
                <a:moveTo>
                  <a:pt x="2123" y="1061"/>
                </a:moveTo>
                <a:lnTo>
                  <a:pt x="2123" y="1061"/>
                </a:lnTo>
                <a:cubicBezTo>
                  <a:pt x="2123" y="1650"/>
                  <a:pt x="1642" y="2123"/>
                  <a:pt x="1061" y="2123"/>
                </a:cubicBezTo>
                <a:cubicBezTo>
                  <a:pt x="473" y="2123"/>
                  <a:pt x="0" y="1650"/>
                  <a:pt x="0" y="1061"/>
                </a:cubicBezTo>
                <a:cubicBezTo>
                  <a:pt x="0" y="481"/>
                  <a:pt x="473" y="0"/>
                  <a:pt x="1061" y="0"/>
                </a:cubicBezTo>
                <a:cubicBezTo>
                  <a:pt x="1642" y="0"/>
                  <a:pt x="2123" y="481"/>
                  <a:pt x="2123" y="1061"/>
                </a:cubicBezTo>
              </a:path>
            </a:pathLst>
          </a:custGeom>
          <a:solidFill>
            <a:schemeClr val="bg2"/>
          </a:solidFill>
          <a:ln>
            <a:noFill/>
          </a:ln>
          <a:effectLst/>
        </p:spPr>
        <p:txBody>
          <a:bodyPr wrap="none" anchor="ctr"/>
          <a:lstStyle/>
          <a:p>
            <a:endParaRPr lang="en-US"/>
          </a:p>
        </p:txBody>
      </p:sp>
      <p:sp>
        <p:nvSpPr>
          <p:cNvPr id="88" name="Freeform 531">
            <a:extLst>
              <a:ext uri="{FF2B5EF4-FFF2-40B4-BE49-F238E27FC236}">
                <a16:creationId xmlns:a16="http://schemas.microsoft.com/office/drawing/2014/main" id="{1C1E2C60-48AD-065F-CCF4-7C3E474B9314}"/>
              </a:ext>
            </a:extLst>
          </p:cNvPr>
          <p:cNvSpPr>
            <a:spLocks noChangeArrowheads="1"/>
          </p:cNvSpPr>
          <p:nvPr/>
        </p:nvSpPr>
        <p:spPr bwMode="auto">
          <a:xfrm>
            <a:off x="6077704" y="2061631"/>
            <a:ext cx="398946" cy="432393"/>
          </a:xfrm>
          <a:custGeom>
            <a:avLst/>
            <a:gdLst>
              <a:gd name="T0" fmla="*/ 571 w 738"/>
              <a:gd name="T1" fmla="*/ 795 h 796"/>
              <a:gd name="T2" fmla="*/ 463 w 738"/>
              <a:gd name="T3" fmla="*/ 778 h 796"/>
              <a:gd name="T4" fmla="*/ 422 w 738"/>
              <a:gd name="T5" fmla="*/ 778 h 796"/>
              <a:gd name="T6" fmla="*/ 182 w 738"/>
              <a:gd name="T7" fmla="*/ 721 h 796"/>
              <a:gd name="T8" fmla="*/ 49 w 738"/>
              <a:gd name="T9" fmla="*/ 696 h 796"/>
              <a:gd name="T10" fmla="*/ 49 w 738"/>
              <a:gd name="T11" fmla="*/ 364 h 796"/>
              <a:gd name="T12" fmla="*/ 199 w 738"/>
              <a:gd name="T13" fmla="*/ 347 h 796"/>
              <a:gd name="T14" fmla="*/ 307 w 738"/>
              <a:gd name="T15" fmla="*/ 206 h 796"/>
              <a:gd name="T16" fmla="*/ 290 w 738"/>
              <a:gd name="T17" fmla="*/ 73 h 796"/>
              <a:gd name="T18" fmla="*/ 414 w 738"/>
              <a:gd name="T19" fmla="*/ 16 h 796"/>
              <a:gd name="T20" fmla="*/ 488 w 738"/>
              <a:gd name="T21" fmla="*/ 214 h 796"/>
              <a:gd name="T22" fmla="*/ 488 w 738"/>
              <a:gd name="T23" fmla="*/ 281 h 796"/>
              <a:gd name="T24" fmla="*/ 671 w 738"/>
              <a:gd name="T25" fmla="*/ 314 h 796"/>
              <a:gd name="T26" fmla="*/ 712 w 738"/>
              <a:gd name="T27" fmla="*/ 447 h 796"/>
              <a:gd name="T28" fmla="*/ 704 w 738"/>
              <a:gd name="T29" fmla="*/ 579 h 796"/>
              <a:gd name="T30" fmla="*/ 671 w 738"/>
              <a:gd name="T31" fmla="*/ 687 h 796"/>
              <a:gd name="T32" fmla="*/ 646 w 738"/>
              <a:gd name="T33" fmla="*/ 778 h 796"/>
              <a:gd name="T34" fmla="*/ 447 w 738"/>
              <a:gd name="T35" fmla="*/ 729 h 796"/>
              <a:gd name="T36" fmla="*/ 480 w 738"/>
              <a:gd name="T37" fmla="*/ 729 h 796"/>
              <a:gd name="T38" fmla="*/ 613 w 738"/>
              <a:gd name="T39" fmla="*/ 737 h 796"/>
              <a:gd name="T40" fmla="*/ 613 w 738"/>
              <a:gd name="T41" fmla="*/ 687 h 796"/>
              <a:gd name="T42" fmla="*/ 629 w 738"/>
              <a:gd name="T43" fmla="*/ 654 h 796"/>
              <a:gd name="T44" fmla="*/ 646 w 738"/>
              <a:gd name="T45" fmla="*/ 588 h 796"/>
              <a:gd name="T46" fmla="*/ 662 w 738"/>
              <a:gd name="T47" fmla="*/ 546 h 796"/>
              <a:gd name="T48" fmla="*/ 687 w 738"/>
              <a:gd name="T49" fmla="*/ 505 h 796"/>
              <a:gd name="T50" fmla="*/ 646 w 738"/>
              <a:gd name="T51" fmla="*/ 455 h 796"/>
              <a:gd name="T52" fmla="*/ 679 w 738"/>
              <a:gd name="T53" fmla="*/ 405 h 796"/>
              <a:gd name="T54" fmla="*/ 596 w 738"/>
              <a:gd name="T55" fmla="*/ 355 h 796"/>
              <a:gd name="T56" fmla="*/ 438 w 738"/>
              <a:gd name="T57" fmla="*/ 206 h 796"/>
              <a:gd name="T58" fmla="*/ 356 w 738"/>
              <a:gd name="T59" fmla="*/ 58 h 796"/>
              <a:gd name="T60" fmla="*/ 348 w 738"/>
              <a:gd name="T61" fmla="*/ 81 h 796"/>
              <a:gd name="T62" fmla="*/ 290 w 738"/>
              <a:gd name="T63" fmla="*/ 322 h 796"/>
              <a:gd name="T64" fmla="*/ 207 w 738"/>
              <a:gd name="T65" fmla="*/ 397 h 796"/>
              <a:gd name="T66" fmla="*/ 99 w 738"/>
              <a:gd name="T67" fmla="*/ 389 h 796"/>
              <a:gd name="T68" fmla="*/ 49 w 738"/>
              <a:gd name="T69" fmla="*/ 538 h 796"/>
              <a:gd name="T70" fmla="*/ 141 w 738"/>
              <a:gd name="T71" fmla="*/ 679 h 796"/>
              <a:gd name="T72" fmla="*/ 215 w 738"/>
              <a:gd name="T73" fmla="*/ 662 h 796"/>
              <a:gd name="T74" fmla="*/ 274 w 738"/>
              <a:gd name="T75" fmla="*/ 662 h 796"/>
              <a:gd name="T76" fmla="*/ 430 w 738"/>
              <a:gd name="T77" fmla="*/ 729 h 796"/>
              <a:gd name="T78" fmla="*/ 340 w 738"/>
              <a:gd name="T79" fmla="*/ 66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8" h="796">
                <a:moveTo>
                  <a:pt x="571" y="795"/>
                </a:moveTo>
                <a:lnTo>
                  <a:pt x="571" y="795"/>
                </a:lnTo>
                <a:cubicBezTo>
                  <a:pt x="563" y="795"/>
                  <a:pt x="555" y="795"/>
                  <a:pt x="546" y="795"/>
                </a:cubicBezTo>
                <a:cubicBezTo>
                  <a:pt x="521" y="795"/>
                  <a:pt x="488" y="787"/>
                  <a:pt x="463" y="778"/>
                </a:cubicBezTo>
                <a:cubicBezTo>
                  <a:pt x="455" y="778"/>
                  <a:pt x="447" y="778"/>
                  <a:pt x="438" y="778"/>
                </a:cubicBezTo>
                <a:cubicBezTo>
                  <a:pt x="430" y="778"/>
                  <a:pt x="430" y="778"/>
                  <a:pt x="422" y="778"/>
                </a:cubicBezTo>
                <a:cubicBezTo>
                  <a:pt x="380" y="778"/>
                  <a:pt x="307" y="762"/>
                  <a:pt x="249" y="712"/>
                </a:cubicBezTo>
                <a:cubicBezTo>
                  <a:pt x="232" y="712"/>
                  <a:pt x="199" y="721"/>
                  <a:pt x="182" y="721"/>
                </a:cubicBezTo>
                <a:cubicBezTo>
                  <a:pt x="174" y="729"/>
                  <a:pt x="165" y="729"/>
                  <a:pt x="157" y="729"/>
                </a:cubicBezTo>
                <a:cubicBezTo>
                  <a:pt x="116" y="745"/>
                  <a:pt x="74" y="729"/>
                  <a:pt x="49" y="696"/>
                </a:cubicBezTo>
                <a:cubicBezTo>
                  <a:pt x="16" y="662"/>
                  <a:pt x="0" y="604"/>
                  <a:pt x="0" y="538"/>
                </a:cubicBezTo>
                <a:cubicBezTo>
                  <a:pt x="0" y="438"/>
                  <a:pt x="25" y="389"/>
                  <a:pt x="49" y="364"/>
                </a:cubicBezTo>
                <a:cubicBezTo>
                  <a:pt x="66" y="347"/>
                  <a:pt x="83" y="339"/>
                  <a:pt x="108" y="339"/>
                </a:cubicBezTo>
                <a:cubicBezTo>
                  <a:pt x="199" y="347"/>
                  <a:pt x="199" y="347"/>
                  <a:pt x="199" y="347"/>
                </a:cubicBezTo>
                <a:cubicBezTo>
                  <a:pt x="215" y="339"/>
                  <a:pt x="232" y="314"/>
                  <a:pt x="249" y="289"/>
                </a:cubicBezTo>
                <a:cubicBezTo>
                  <a:pt x="307" y="223"/>
                  <a:pt x="307" y="206"/>
                  <a:pt x="307" y="206"/>
                </a:cubicBezTo>
                <a:cubicBezTo>
                  <a:pt x="307" y="131"/>
                  <a:pt x="298" y="115"/>
                  <a:pt x="298" y="98"/>
                </a:cubicBezTo>
                <a:cubicBezTo>
                  <a:pt x="290" y="90"/>
                  <a:pt x="290" y="81"/>
                  <a:pt x="290" y="73"/>
                </a:cubicBezTo>
                <a:cubicBezTo>
                  <a:pt x="282" y="49"/>
                  <a:pt x="307" y="16"/>
                  <a:pt x="340" y="8"/>
                </a:cubicBezTo>
                <a:cubicBezTo>
                  <a:pt x="365" y="0"/>
                  <a:pt x="389" y="0"/>
                  <a:pt x="414" y="16"/>
                </a:cubicBezTo>
                <a:cubicBezTo>
                  <a:pt x="438" y="33"/>
                  <a:pt x="463" y="58"/>
                  <a:pt x="488" y="106"/>
                </a:cubicBezTo>
                <a:cubicBezTo>
                  <a:pt x="505" y="131"/>
                  <a:pt x="496" y="173"/>
                  <a:pt x="488" y="214"/>
                </a:cubicBezTo>
                <a:cubicBezTo>
                  <a:pt x="488" y="231"/>
                  <a:pt x="488" y="247"/>
                  <a:pt x="488" y="256"/>
                </a:cubicBezTo>
                <a:cubicBezTo>
                  <a:pt x="488" y="272"/>
                  <a:pt x="488" y="281"/>
                  <a:pt x="488" y="281"/>
                </a:cubicBezTo>
                <a:cubicBezTo>
                  <a:pt x="521" y="306"/>
                  <a:pt x="555" y="306"/>
                  <a:pt x="596" y="306"/>
                </a:cubicBezTo>
                <a:cubicBezTo>
                  <a:pt x="613" y="306"/>
                  <a:pt x="646" y="306"/>
                  <a:pt x="671" y="314"/>
                </a:cubicBezTo>
                <a:cubicBezTo>
                  <a:pt x="720" y="314"/>
                  <a:pt x="737" y="355"/>
                  <a:pt x="737" y="405"/>
                </a:cubicBezTo>
                <a:cubicBezTo>
                  <a:pt x="729" y="422"/>
                  <a:pt x="720" y="438"/>
                  <a:pt x="712" y="447"/>
                </a:cubicBezTo>
                <a:cubicBezTo>
                  <a:pt x="729" y="463"/>
                  <a:pt x="737" y="488"/>
                  <a:pt x="737" y="505"/>
                </a:cubicBezTo>
                <a:cubicBezTo>
                  <a:pt x="737" y="538"/>
                  <a:pt x="720" y="563"/>
                  <a:pt x="704" y="579"/>
                </a:cubicBezTo>
                <a:cubicBezTo>
                  <a:pt x="712" y="596"/>
                  <a:pt x="720" y="612"/>
                  <a:pt x="712" y="637"/>
                </a:cubicBezTo>
                <a:cubicBezTo>
                  <a:pt x="712" y="662"/>
                  <a:pt x="696" y="679"/>
                  <a:pt x="671" y="687"/>
                </a:cubicBezTo>
                <a:cubicBezTo>
                  <a:pt x="671" y="696"/>
                  <a:pt x="671" y="696"/>
                  <a:pt x="671" y="696"/>
                </a:cubicBezTo>
                <a:cubicBezTo>
                  <a:pt x="679" y="729"/>
                  <a:pt x="671" y="754"/>
                  <a:pt x="646" y="778"/>
                </a:cubicBezTo>
                <a:cubicBezTo>
                  <a:pt x="629" y="787"/>
                  <a:pt x="604" y="795"/>
                  <a:pt x="571" y="795"/>
                </a:cubicBezTo>
                <a:close/>
                <a:moveTo>
                  <a:pt x="447" y="729"/>
                </a:moveTo>
                <a:lnTo>
                  <a:pt x="447" y="729"/>
                </a:lnTo>
                <a:cubicBezTo>
                  <a:pt x="455" y="729"/>
                  <a:pt x="463" y="729"/>
                  <a:pt x="480" y="729"/>
                </a:cubicBezTo>
                <a:cubicBezTo>
                  <a:pt x="496" y="737"/>
                  <a:pt x="521" y="745"/>
                  <a:pt x="555" y="745"/>
                </a:cubicBezTo>
                <a:cubicBezTo>
                  <a:pt x="596" y="745"/>
                  <a:pt x="604" y="737"/>
                  <a:pt x="613" y="737"/>
                </a:cubicBezTo>
                <a:cubicBezTo>
                  <a:pt x="621" y="729"/>
                  <a:pt x="621" y="721"/>
                  <a:pt x="621" y="704"/>
                </a:cubicBezTo>
                <a:cubicBezTo>
                  <a:pt x="621" y="696"/>
                  <a:pt x="613" y="687"/>
                  <a:pt x="613" y="687"/>
                </a:cubicBezTo>
                <a:cubicBezTo>
                  <a:pt x="613" y="687"/>
                  <a:pt x="604" y="679"/>
                  <a:pt x="613" y="671"/>
                </a:cubicBezTo>
                <a:cubicBezTo>
                  <a:pt x="613" y="662"/>
                  <a:pt x="621" y="654"/>
                  <a:pt x="629" y="654"/>
                </a:cubicBezTo>
                <a:cubicBezTo>
                  <a:pt x="646" y="646"/>
                  <a:pt x="662" y="637"/>
                  <a:pt x="662" y="629"/>
                </a:cubicBezTo>
                <a:cubicBezTo>
                  <a:pt x="671" y="612"/>
                  <a:pt x="654" y="596"/>
                  <a:pt x="646" y="588"/>
                </a:cubicBezTo>
                <a:cubicBezTo>
                  <a:pt x="638" y="579"/>
                  <a:pt x="638" y="571"/>
                  <a:pt x="638" y="563"/>
                </a:cubicBezTo>
                <a:cubicBezTo>
                  <a:pt x="646" y="555"/>
                  <a:pt x="654" y="546"/>
                  <a:pt x="662" y="546"/>
                </a:cubicBezTo>
                <a:cubicBezTo>
                  <a:pt x="662" y="538"/>
                  <a:pt x="671" y="538"/>
                  <a:pt x="679" y="538"/>
                </a:cubicBezTo>
                <a:cubicBezTo>
                  <a:pt x="687" y="530"/>
                  <a:pt x="687" y="521"/>
                  <a:pt x="687" y="505"/>
                </a:cubicBezTo>
                <a:cubicBezTo>
                  <a:pt x="687" y="505"/>
                  <a:pt x="687" y="488"/>
                  <a:pt x="654" y="471"/>
                </a:cubicBezTo>
                <a:cubicBezTo>
                  <a:pt x="646" y="471"/>
                  <a:pt x="646" y="463"/>
                  <a:pt x="646" y="455"/>
                </a:cubicBezTo>
                <a:cubicBezTo>
                  <a:pt x="646" y="447"/>
                  <a:pt x="646" y="430"/>
                  <a:pt x="654" y="430"/>
                </a:cubicBezTo>
                <a:cubicBezTo>
                  <a:pt x="671" y="422"/>
                  <a:pt x="679" y="413"/>
                  <a:pt x="679" y="405"/>
                </a:cubicBezTo>
                <a:cubicBezTo>
                  <a:pt x="687" y="364"/>
                  <a:pt x="671" y="364"/>
                  <a:pt x="662" y="364"/>
                </a:cubicBezTo>
                <a:cubicBezTo>
                  <a:pt x="638" y="355"/>
                  <a:pt x="613" y="355"/>
                  <a:pt x="596" y="355"/>
                </a:cubicBezTo>
                <a:cubicBezTo>
                  <a:pt x="546" y="355"/>
                  <a:pt x="505" y="355"/>
                  <a:pt x="455" y="322"/>
                </a:cubicBezTo>
                <a:cubicBezTo>
                  <a:pt x="430" y="297"/>
                  <a:pt x="430" y="256"/>
                  <a:pt x="438" y="206"/>
                </a:cubicBezTo>
                <a:cubicBezTo>
                  <a:pt x="447" y="181"/>
                  <a:pt x="447" y="140"/>
                  <a:pt x="438" y="123"/>
                </a:cubicBezTo>
                <a:cubicBezTo>
                  <a:pt x="414" y="73"/>
                  <a:pt x="389" y="49"/>
                  <a:pt x="356" y="58"/>
                </a:cubicBezTo>
                <a:cubicBezTo>
                  <a:pt x="348" y="58"/>
                  <a:pt x="340" y="66"/>
                  <a:pt x="340" y="66"/>
                </a:cubicBezTo>
                <a:cubicBezTo>
                  <a:pt x="340" y="73"/>
                  <a:pt x="340" y="73"/>
                  <a:pt x="348" y="81"/>
                </a:cubicBezTo>
                <a:cubicBezTo>
                  <a:pt x="348" y="98"/>
                  <a:pt x="356" y="123"/>
                  <a:pt x="356" y="206"/>
                </a:cubicBezTo>
                <a:cubicBezTo>
                  <a:pt x="356" y="223"/>
                  <a:pt x="348" y="247"/>
                  <a:pt x="290" y="322"/>
                </a:cubicBezTo>
                <a:cubicBezTo>
                  <a:pt x="257" y="355"/>
                  <a:pt x="232" y="389"/>
                  <a:pt x="232" y="389"/>
                </a:cubicBezTo>
                <a:cubicBezTo>
                  <a:pt x="224" y="397"/>
                  <a:pt x="215" y="397"/>
                  <a:pt x="207" y="397"/>
                </a:cubicBezTo>
                <a:cubicBezTo>
                  <a:pt x="99" y="389"/>
                  <a:pt x="99" y="389"/>
                  <a:pt x="99" y="389"/>
                </a:cubicBezTo>
                <a:lnTo>
                  <a:pt x="99" y="389"/>
                </a:lnTo>
                <a:cubicBezTo>
                  <a:pt x="99" y="389"/>
                  <a:pt x="91" y="389"/>
                  <a:pt x="91" y="397"/>
                </a:cubicBezTo>
                <a:cubicBezTo>
                  <a:pt x="74" y="413"/>
                  <a:pt x="49" y="447"/>
                  <a:pt x="49" y="538"/>
                </a:cubicBezTo>
                <a:cubicBezTo>
                  <a:pt x="49" y="596"/>
                  <a:pt x="66" y="637"/>
                  <a:pt x="83" y="662"/>
                </a:cubicBezTo>
                <a:cubicBezTo>
                  <a:pt x="99" y="679"/>
                  <a:pt x="124" y="687"/>
                  <a:pt x="141" y="679"/>
                </a:cubicBezTo>
                <a:cubicBezTo>
                  <a:pt x="149" y="679"/>
                  <a:pt x="157" y="679"/>
                  <a:pt x="165" y="671"/>
                </a:cubicBezTo>
                <a:cubicBezTo>
                  <a:pt x="182" y="671"/>
                  <a:pt x="199" y="662"/>
                  <a:pt x="215" y="662"/>
                </a:cubicBezTo>
                <a:cubicBezTo>
                  <a:pt x="224" y="662"/>
                  <a:pt x="240" y="662"/>
                  <a:pt x="240" y="662"/>
                </a:cubicBezTo>
                <a:cubicBezTo>
                  <a:pt x="257" y="654"/>
                  <a:pt x="265" y="654"/>
                  <a:pt x="274" y="662"/>
                </a:cubicBezTo>
                <a:cubicBezTo>
                  <a:pt x="307" y="696"/>
                  <a:pt x="340" y="704"/>
                  <a:pt x="365" y="712"/>
                </a:cubicBezTo>
                <a:cubicBezTo>
                  <a:pt x="389" y="729"/>
                  <a:pt x="422" y="729"/>
                  <a:pt x="430" y="729"/>
                </a:cubicBezTo>
                <a:cubicBezTo>
                  <a:pt x="438" y="729"/>
                  <a:pt x="438" y="729"/>
                  <a:pt x="447" y="729"/>
                </a:cubicBezTo>
                <a:close/>
                <a:moveTo>
                  <a:pt x="340" y="66"/>
                </a:moveTo>
                <a:lnTo>
                  <a:pt x="340" y="66"/>
                </a:lnTo>
                <a:close/>
              </a:path>
            </a:pathLst>
          </a:custGeom>
          <a:solidFill>
            <a:schemeClr val="bg1"/>
          </a:solidFill>
          <a:ln>
            <a:noFill/>
          </a:ln>
          <a:effectLst/>
        </p:spPr>
        <p:txBody>
          <a:bodyPr wrap="none" anchor="ctr"/>
          <a:lstStyle/>
          <a:p>
            <a:endParaRPr lang="en-US"/>
          </a:p>
        </p:txBody>
      </p:sp>
      <p:grpSp>
        <p:nvGrpSpPr>
          <p:cNvPr id="89" name="Group 88">
            <a:extLst>
              <a:ext uri="{FF2B5EF4-FFF2-40B4-BE49-F238E27FC236}">
                <a16:creationId xmlns:a16="http://schemas.microsoft.com/office/drawing/2014/main" id="{46FE4E26-1EBC-1DF8-0EA2-FDD4EEFBC54D}"/>
              </a:ext>
            </a:extLst>
          </p:cNvPr>
          <p:cNvGrpSpPr/>
          <p:nvPr/>
        </p:nvGrpSpPr>
        <p:grpSpPr>
          <a:xfrm>
            <a:off x="1971040" y="1449466"/>
            <a:ext cx="1856449" cy="294640"/>
            <a:chOff x="1971040" y="1457960"/>
            <a:chExt cx="1856449" cy="294640"/>
          </a:xfrm>
        </p:grpSpPr>
        <p:sp>
          <p:nvSpPr>
            <p:cNvPr id="90" name="Freeform: Shape 89">
              <a:extLst>
                <a:ext uri="{FF2B5EF4-FFF2-40B4-BE49-F238E27FC236}">
                  <a16:creationId xmlns:a16="http://schemas.microsoft.com/office/drawing/2014/main" id="{CF77FEA5-59D0-4B63-13C8-802E28023A40}"/>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1" name="Freeform: Shape 90">
              <a:extLst>
                <a:ext uri="{FF2B5EF4-FFF2-40B4-BE49-F238E27FC236}">
                  <a16:creationId xmlns:a16="http://schemas.microsoft.com/office/drawing/2014/main" id="{5B00B318-64CE-C19F-6E08-8C3B447F3666}"/>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92" name="Group 91">
            <a:extLst>
              <a:ext uri="{FF2B5EF4-FFF2-40B4-BE49-F238E27FC236}">
                <a16:creationId xmlns:a16="http://schemas.microsoft.com/office/drawing/2014/main" id="{16DA3260-D628-918D-AA87-4B2C337966AA}"/>
              </a:ext>
            </a:extLst>
          </p:cNvPr>
          <p:cNvGrpSpPr/>
          <p:nvPr/>
        </p:nvGrpSpPr>
        <p:grpSpPr>
          <a:xfrm>
            <a:off x="4259877" y="1449466"/>
            <a:ext cx="1856449" cy="294640"/>
            <a:chOff x="1971040" y="1457960"/>
            <a:chExt cx="1856449" cy="294640"/>
          </a:xfrm>
        </p:grpSpPr>
        <p:sp>
          <p:nvSpPr>
            <p:cNvPr id="93" name="Freeform: Shape 92">
              <a:extLst>
                <a:ext uri="{FF2B5EF4-FFF2-40B4-BE49-F238E27FC236}">
                  <a16:creationId xmlns:a16="http://schemas.microsoft.com/office/drawing/2014/main" id="{8378CC6C-A765-CF7E-C0D9-FDABB00781E5}"/>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4" name="Freeform: Shape 93">
              <a:extLst>
                <a:ext uri="{FF2B5EF4-FFF2-40B4-BE49-F238E27FC236}">
                  <a16:creationId xmlns:a16="http://schemas.microsoft.com/office/drawing/2014/main" id="{BBB0E5D5-21EB-5E21-3DD7-6FF43639C6BF}"/>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95" name="Group 94">
            <a:extLst>
              <a:ext uri="{FF2B5EF4-FFF2-40B4-BE49-F238E27FC236}">
                <a16:creationId xmlns:a16="http://schemas.microsoft.com/office/drawing/2014/main" id="{6789C3A4-6A3C-1B71-F125-BF686EB20E6E}"/>
              </a:ext>
            </a:extLst>
          </p:cNvPr>
          <p:cNvGrpSpPr/>
          <p:nvPr/>
        </p:nvGrpSpPr>
        <p:grpSpPr>
          <a:xfrm>
            <a:off x="6482489" y="1449466"/>
            <a:ext cx="1856449" cy="294640"/>
            <a:chOff x="1971040" y="1457960"/>
            <a:chExt cx="1856449" cy="294640"/>
          </a:xfrm>
        </p:grpSpPr>
        <p:sp>
          <p:nvSpPr>
            <p:cNvPr id="96" name="Freeform: Shape 95">
              <a:extLst>
                <a:ext uri="{FF2B5EF4-FFF2-40B4-BE49-F238E27FC236}">
                  <a16:creationId xmlns:a16="http://schemas.microsoft.com/office/drawing/2014/main" id="{74E5E6E4-1B31-6134-6219-F070F432E408}"/>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7" name="Freeform: Shape 96">
              <a:extLst>
                <a:ext uri="{FF2B5EF4-FFF2-40B4-BE49-F238E27FC236}">
                  <a16:creationId xmlns:a16="http://schemas.microsoft.com/office/drawing/2014/main" id="{4353CC1D-4D03-85A4-81DF-B942A9F8ACB5}"/>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98" name="Group 97">
            <a:extLst>
              <a:ext uri="{FF2B5EF4-FFF2-40B4-BE49-F238E27FC236}">
                <a16:creationId xmlns:a16="http://schemas.microsoft.com/office/drawing/2014/main" id="{AD6B11B7-9DBF-426D-0DC5-5837659FDFF2}"/>
              </a:ext>
            </a:extLst>
          </p:cNvPr>
          <p:cNvGrpSpPr/>
          <p:nvPr/>
        </p:nvGrpSpPr>
        <p:grpSpPr>
          <a:xfrm>
            <a:off x="8723283" y="1449466"/>
            <a:ext cx="1856449" cy="294640"/>
            <a:chOff x="1971040" y="1457960"/>
            <a:chExt cx="1856449" cy="294640"/>
          </a:xfrm>
        </p:grpSpPr>
        <p:sp>
          <p:nvSpPr>
            <p:cNvPr id="99" name="Freeform: Shape 98">
              <a:extLst>
                <a:ext uri="{FF2B5EF4-FFF2-40B4-BE49-F238E27FC236}">
                  <a16:creationId xmlns:a16="http://schemas.microsoft.com/office/drawing/2014/main" id="{30D732D5-E822-D926-C060-AA3033AEB065}"/>
                </a:ext>
              </a:extLst>
            </p:cNvPr>
            <p:cNvSpPr/>
            <p:nvPr/>
          </p:nvSpPr>
          <p:spPr>
            <a:xfrm>
              <a:off x="1971040"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0" name="Freeform: Shape 99">
              <a:extLst>
                <a:ext uri="{FF2B5EF4-FFF2-40B4-BE49-F238E27FC236}">
                  <a16:creationId xmlns:a16="http://schemas.microsoft.com/office/drawing/2014/main" id="{63631B63-3B69-F708-FDEE-8F21263C7676}"/>
                </a:ext>
              </a:extLst>
            </p:cNvPr>
            <p:cNvSpPr/>
            <p:nvPr/>
          </p:nvSpPr>
          <p:spPr>
            <a:xfrm flipH="1">
              <a:off x="2787105" y="1457960"/>
              <a:ext cx="1040384" cy="294640"/>
            </a:xfrm>
            <a:custGeom>
              <a:avLst/>
              <a:gdLst>
                <a:gd name="connsiteX0" fmla="*/ 0 w 1493520"/>
                <a:gd name="connsiteY0" fmla="*/ 294640 h 294640"/>
                <a:gd name="connsiteX1" fmla="*/ 294640 w 1493520"/>
                <a:gd name="connsiteY1" fmla="*/ 0 h 294640"/>
                <a:gd name="connsiteX2" fmla="*/ 1493520 w 1493520"/>
                <a:gd name="connsiteY2" fmla="*/ 0 h 294640"/>
              </a:gdLst>
              <a:ahLst/>
              <a:cxnLst>
                <a:cxn ang="0">
                  <a:pos x="connsiteX0" y="connsiteY0"/>
                </a:cxn>
                <a:cxn ang="0">
                  <a:pos x="connsiteX1" y="connsiteY1"/>
                </a:cxn>
                <a:cxn ang="0">
                  <a:pos x="connsiteX2" y="connsiteY2"/>
                </a:cxn>
              </a:cxnLst>
              <a:rect l="l" t="t" r="r" b="b"/>
              <a:pathLst>
                <a:path w="1493520" h="294640">
                  <a:moveTo>
                    <a:pt x="0" y="294640"/>
                  </a:moveTo>
                  <a:lnTo>
                    <a:pt x="294640" y="0"/>
                  </a:lnTo>
                  <a:lnTo>
                    <a:pt x="1493520" y="0"/>
                  </a:lnTo>
                </a:path>
              </a:pathLst>
            </a:cu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sp>
        <p:nvSpPr>
          <p:cNvPr id="101" name="TextBox 100">
            <a:extLst>
              <a:ext uri="{FF2B5EF4-FFF2-40B4-BE49-F238E27FC236}">
                <a16:creationId xmlns:a16="http://schemas.microsoft.com/office/drawing/2014/main" id="{F6CA4EEC-70D0-D4F9-9423-B201B2B88E89}"/>
              </a:ext>
            </a:extLst>
          </p:cNvPr>
          <p:cNvSpPr txBox="1"/>
          <p:nvPr/>
        </p:nvSpPr>
        <p:spPr>
          <a:xfrm>
            <a:off x="943558" y="3489927"/>
            <a:ext cx="1658672" cy="738664"/>
          </a:xfrm>
          <a:prstGeom prst="rect">
            <a:avLst/>
          </a:prstGeom>
          <a:noFill/>
          <a:ln>
            <a:noFill/>
          </a:ln>
        </p:spPr>
        <p:txBody>
          <a:bodyPr wrap="square" lIns="0" tIns="0" rIns="0" bIns="0" rtlCol="0">
            <a:spAutoFit/>
          </a:bodyPr>
          <a:lstStyle/>
          <a:p>
            <a:pPr algn="ct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102" name="TextBox 101">
            <a:extLst>
              <a:ext uri="{FF2B5EF4-FFF2-40B4-BE49-F238E27FC236}">
                <a16:creationId xmlns:a16="http://schemas.microsoft.com/office/drawing/2014/main" id="{13ABA138-27FB-D0CD-95DE-3620E3F0E1EF}"/>
              </a:ext>
            </a:extLst>
          </p:cNvPr>
          <p:cNvSpPr txBox="1"/>
          <p:nvPr/>
        </p:nvSpPr>
        <p:spPr>
          <a:xfrm>
            <a:off x="1168348" y="3117527"/>
            <a:ext cx="1209092" cy="276999"/>
          </a:xfrm>
          <a:prstGeom prst="rect">
            <a:avLst/>
          </a:prstGeom>
          <a:noFill/>
          <a:ln>
            <a:noFill/>
          </a:ln>
        </p:spPr>
        <p:txBody>
          <a:bodyPr wrap="square" lIns="0" tIns="0" rIns="0" bIns="0" rtlCol="0">
            <a:spAutoFit/>
          </a:bodyPr>
          <a:lstStyle/>
          <a:p>
            <a:pPr algn="ctr"/>
            <a:r>
              <a:rPr lang="en-US" b="1">
                <a:latin typeface="+mj-lt"/>
                <a:cs typeface="Poppins SemiBold" panose="02000000000000000000" pitchFamily="2" charset="0"/>
              </a:rPr>
              <a:t>Title</a:t>
            </a:r>
          </a:p>
        </p:txBody>
      </p:sp>
      <p:sp>
        <p:nvSpPr>
          <p:cNvPr id="103" name="TextBox 102">
            <a:extLst>
              <a:ext uri="{FF2B5EF4-FFF2-40B4-BE49-F238E27FC236}">
                <a16:creationId xmlns:a16="http://schemas.microsoft.com/office/drawing/2014/main" id="{49A73AB2-4E4B-CB06-B040-CD2F0801FE70}"/>
              </a:ext>
            </a:extLst>
          </p:cNvPr>
          <p:cNvSpPr txBox="1"/>
          <p:nvPr/>
        </p:nvSpPr>
        <p:spPr>
          <a:xfrm>
            <a:off x="3193909" y="3489927"/>
            <a:ext cx="1658672" cy="738664"/>
          </a:xfrm>
          <a:prstGeom prst="rect">
            <a:avLst/>
          </a:prstGeom>
          <a:noFill/>
          <a:ln>
            <a:noFill/>
          </a:ln>
        </p:spPr>
        <p:txBody>
          <a:bodyPr wrap="square" lIns="0" tIns="0" rIns="0" bIns="0" rtlCol="0">
            <a:spAutoFit/>
          </a:bodyPr>
          <a:lstStyle/>
          <a:p>
            <a:pPr algn="ct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104" name="TextBox 103">
            <a:extLst>
              <a:ext uri="{FF2B5EF4-FFF2-40B4-BE49-F238E27FC236}">
                <a16:creationId xmlns:a16="http://schemas.microsoft.com/office/drawing/2014/main" id="{75241999-CCC7-425C-F015-DA08C038CAE6}"/>
              </a:ext>
            </a:extLst>
          </p:cNvPr>
          <p:cNvSpPr txBox="1"/>
          <p:nvPr/>
        </p:nvSpPr>
        <p:spPr>
          <a:xfrm>
            <a:off x="3418699" y="3117527"/>
            <a:ext cx="1209092" cy="276999"/>
          </a:xfrm>
          <a:prstGeom prst="rect">
            <a:avLst/>
          </a:prstGeom>
          <a:noFill/>
          <a:ln>
            <a:noFill/>
          </a:ln>
        </p:spPr>
        <p:txBody>
          <a:bodyPr wrap="square" lIns="0" tIns="0" rIns="0" bIns="0" rtlCol="0">
            <a:spAutoFit/>
          </a:bodyPr>
          <a:lstStyle/>
          <a:p>
            <a:pPr algn="ctr"/>
            <a:r>
              <a:rPr lang="en-US" b="1">
                <a:latin typeface="+mj-lt"/>
                <a:cs typeface="Poppins SemiBold" panose="02000000000000000000" pitchFamily="2" charset="0"/>
              </a:rPr>
              <a:t>Title</a:t>
            </a:r>
          </a:p>
        </p:txBody>
      </p:sp>
      <p:sp>
        <p:nvSpPr>
          <p:cNvPr id="105" name="TextBox 104">
            <a:extLst>
              <a:ext uri="{FF2B5EF4-FFF2-40B4-BE49-F238E27FC236}">
                <a16:creationId xmlns:a16="http://schemas.microsoft.com/office/drawing/2014/main" id="{80B70CD0-BA8E-9727-AAEE-A806B2A322B1}"/>
              </a:ext>
            </a:extLst>
          </p:cNvPr>
          <p:cNvSpPr txBox="1"/>
          <p:nvPr/>
        </p:nvSpPr>
        <p:spPr>
          <a:xfrm>
            <a:off x="5447841" y="3489927"/>
            <a:ext cx="1658672" cy="738664"/>
          </a:xfrm>
          <a:prstGeom prst="rect">
            <a:avLst/>
          </a:prstGeom>
          <a:noFill/>
          <a:ln>
            <a:noFill/>
          </a:ln>
        </p:spPr>
        <p:txBody>
          <a:bodyPr wrap="square" lIns="0" tIns="0" rIns="0" bIns="0" rtlCol="0">
            <a:spAutoFit/>
          </a:bodyPr>
          <a:lstStyle/>
          <a:p>
            <a:pPr algn="ct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106" name="TextBox 105">
            <a:extLst>
              <a:ext uri="{FF2B5EF4-FFF2-40B4-BE49-F238E27FC236}">
                <a16:creationId xmlns:a16="http://schemas.microsoft.com/office/drawing/2014/main" id="{0F3D29C6-BA39-B0D2-1522-7452167074E3}"/>
              </a:ext>
            </a:extLst>
          </p:cNvPr>
          <p:cNvSpPr txBox="1"/>
          <p:nvPr/>
        </p:nvSpPr>
        <p:spPr>
          <a:xfrm>
            <a:off x="5672631" y="3117527"/>
            <a:ext cx="1209092" cy="276999"/>
          </a:xfrm>
          <a:prstGeom prst="rect">
            <a:avLst/>
          </a:prstGeom>
          <a:noFill/>
          <a:ln>
            <a:noFill/>
          </a:ln>
        </p:spPr>
        <p:txBody>
          <a:bodyPr wrap="square" lIns="0" tIns="0" rIns="0" bIns="0" rtlCol="0">
            <a:spAutoFit/>
          </a:bodyPr>
          <a:lstStyle/>
          <a:p>
            <a:pPr algn="ctr"/>
            <a:r>
              <a:rPr lang="en-US" b="1">
                <a:latin typeface="+mj-lt"/>
                <a:cs typeface="Poppins SemiBold" panose="02000000000000000000" pitchFamily="2" charset="0"/>
              </a:rPr>
              <a:t>Title</a:t>
            </a:r>
          </a:p>
        </p:txBody>
      </p:sp>
      <p:sp>
        <p:nvSpPr>
          <p:cNvPr id="107" name="TextBox 106">
            <a:extLst>
              <a:ext uri="{FF2B5EF4-FFF2-40B4-BE49-F238E27FC236}">
                <a16:creationId xmlns:a16="http://schemas.microsoft.com/office/drawing/2014/main" id="{14E23D98-AE8B-C774-8834-C7C744C1A16A}"/>
              </a:ext>
            </a:extLst>
          </p:cNvPr>
          <p:cNvSpPr txBox="1"/>
          <p:nvPr/>
        </p:nvSpPr>
        <p:spPr>
          <a:xfrm>
            <a:off x="7701773" y="3489927"/>
            <a:ext cx="1658672" cy="738664"/>
          </a:xfrm>
          <a:prstGeom prst="rect">
            <a:avLst/>
          </a:prstGeom>
          <a:noFill/>
          <a:ln>
            <a:noFill/>
          </a:ln>
        </p:spPr>
        <p:txBody>
          <a:bodyPr wrap="square" lIns="0" tIns="0" rIns="0" bIns="0" rtlCol="0">
            <a:spAutoFit/>
          </a:bodyPr>
          <a:lstStyle/>
          <a:p>
            <a:pPr algn="ct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108" name="TextBox 107">
            <a:extLst>
              <a:ext uri="{FF2B5EF4-FFF2-40B4-BE49-F238E27FC236}">
                <a16:creationId xmlns:a16="http://schemas.microsoft.com/office/drawing/2014/main" id="{7BA185CD-B37D-357F-966D-A0BCE6183C4A}"/>
              </a:ext>
            </a:extLst>
          </p:cNvPr>
          <p:cNvSpPr txBox="1"/>
          <p:nvPr/>
        </p:nvSpPr>
        <p:spPr>
          <a:xfrm>
            <a:off x="7926563" y="3117527"/>
            <a:ext cx="1209092" cy="276999"/>
          </a:xfrm>
          <a:prstGeom prst="rect">
            <a:avLst/>
          </a:prstGeom>
          <a:noFill/>
          <a:ln>
            <a:noFill/>
          </a:ln>
        </p:spPr>
        <p:txBody>
          <a:bodyPr wrap="square" lIns="0" tIns="0" rIns="0" bIns="0" rtlCol="0">
            <a:spAutoFit/>
          </a:bodyPr>
          <a:lstStyle/>
          <a:p>
            <a:pPr algn="ctr"/>
            <a:r>
              <a:rPr lang="en-US" b="1">
                <a:latin typeface="+mj-lt"/>
                <a:cs typeface="Poppins SemiBold" panose="02000000000000000000" pitchFamily="2" charset="0"/>
              </a:rPr>
              <a:t>Title</a:t>
            </a:r>
          </a:p>
        </p:txBody>
      </p:sp>
      <p:sp>
        <p:nvSpPr>
          <p:cNvPr id="109" name="TextBox 108">
            <a:extLst>
              <a:ext uri="{FF2B5EF4-FFF2-40B4-BE49-F238E27FC236}">
                <a16:creationId xmlns:a16="http://schemas.microsoft.com/office/drawing/2014/main" id="{FE614CD6-DFE4-0BD2-D2CE-365071CAA1C8}"/>
              </a:ext>
            </a:extLst>
          </p:cNvPr>
          <p:cNvSpPr txBox="1"/>
          <p:nvPr/>
        </p:nvSpPr>
        <p:spPr>
          <a:xfrm>
            <a:off x="9964068" y="3489927"/>
            <a:ext cx="1658672" cy="738664"/>
          </a:xfrm>
          <a:prstGeom prst="rect">
            <a:avLst/>
          </a:prstGeom>
          <a:noFill/>
          <a:ln>
            <a:noFill/>
          </a:ln>
        </p:spPr>
        <p:txBody>
          <a:bodyPr wrap="square" lIns="0" tIns="0" rIns="0" bIns="0" rtlCol="0">
            <a:spAutoFit/>
          </a:bodyPr>
          <a:lstStyle/>
          <a:p>
            <a:pPr algn="ctr"/>
            <a:r>
              <a:rPr lang="en-US" sz="1200">
                <a:ea typeface="Open Sans Light" panose="020B0306030504020204" pitchFamily="34" charset="0"/>
                <a:cs typeface="Open Sans Light" panose="020B0306030504020204" pitchFamily="34" charset="0"/>
              </a:rPr>
              <a:t>Insert some explanations, information and data about the title here. </a:t>
            </a:r>
          </a:p>
        </p:txBody>
      </p:sp>
      <p:sp>
        <p:nvSpPr>
          <p:cNvPr id="110" name="TextBox 109">
            <a:extLst>
              <a:ext uri="{FF2B5EF4-FFF2-40B4-BE49-F238E27FC236}">
                <a16:creationId xmlns:a16="http://schemas.microsoft.com/office/drawing/2014/main" id="{D3EC5C1A-9D07-7166-01CA-975F4FDFD69E}"/>
              </a:ext>
            </a:extLst>
          </p:cNvPr>
          <p:cNvSpPr txBox="1"/>
          <p:nvPr/>
        </p:nvSpPr>
        <p:spPr>
          <a:xfrm>
            <a:off x="10188858" y="3117527"/>
            <a:ext cx="1209092" cy="276999"/>
          </a:xfrm>
          <a:prstGeom prst="rect">
            <a:avLst/>
          </a:prstGeom>
          <a:noFill/>
          <a:ln>
            <a:noFill/>
          </a:ln>
        </p:spPr>
        <p:txBody>
          <a:bodyPr wrap="square" lIns="0" tIns="0" rIns="0" bIns="0" rtlCol="0">
            <a:spAutoFit/>
          </a:bodyPr>
          <a:lstStyle/>
          <a:p>
            <a:pPr algn="ctr"/>
            <a:r>
              <a:rPr lang="en-US" b="1">
                <a:latin typeface="+mj-lt"/>
                <a:cs typeface="Poppins SemiBold" panose="02000000000000000000" pitchFamily="2" charset="0"/>
              </a:rPr>
              <a:t>Title</a:t>
            </a:r>
          </a:p>
        </p:txBody>
      </p:sp>
    </p:spTree>
    <p:extLst>
      <p:ext uri="{BB962C8B-B14F-4D97-AF65-F5344CB8AC3E}">
        <p14:creationId xmlns:p14="http://schemas.microsoft.com/office/powerpoint/2010/main" val="30039932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B231D-ECD6-C151-C731-B2A3F41EAD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7C9530-CF5D-C7B1-0678-BE7C404D4051}"/>
              </a:ext>
            </a:extLst>
          </p:cNvPr>
          <p:cNvSpPr>
            <a:spLocks noGrp="1"/>
          </p:cNvSpPr>
          <p:nvPr>
            <p:ph type="title"/>
          </p:nvPr>
        </p:nvSpPr>
        <p:spPr/>
        <p:txBody>
          <a:bodyPr>
            <a:normAutofit/>
          </a:bodyPr>
          <a:lstStyle/>
          <a:p>
            <a:pPr algn="ctr"/>
            <a:r>
              <a:rPr lang="en-US"/>
              <a:t>Title of the slide</a:t>
            </a:r>
          </a:p>
        </p:txBody>
      </p:sp>
      <p:sp>
        <p:nvSpPr>
          <p:cNvPr id="23" name="TextBox 22">
            <a:extLst>
              <a:ext uri="{FF2B5EF4-FFF2-40B4-BE49-F238E27FC236}">
                <a16:creationId xmlns:a16="http://schemas.microsoft.com/office/drawing/2014/main" id="{8A7495C3-BEDC-6F78-5FCF-DF4A8D22EDBF}"/>
              </a:ext>
            </a:extLst>
          </p:cNvPr>
          <p:cNvSpPr txBox="1"/>
          <p:nvPr/>
        </p:nvSpPr>
        <p:spPr>
          <a:xfrm>
            <a:off x="2368952" y="806259"/>
            <a:ext cx="74540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You can describe something short and narrow about the main title here</a:t>
            </a:r>
          </a:p>
        </p:txBody>
      </p:sp>
      <p:grpSp>
        <p:nvGrpSpPr>
          <p:cNvPr id="3" name="Group 2">
            <a:extLst>
              <a:ext uri="{FF2B5EF4-FFF2-40B4-BE49-F238E27FC236}">
                <a16:creationId xmlns:a16="http://schemas.microsoft.com/office/drawing/2014/main" id="{2BB640F7-D1DA-F0CA-9B77-8E3A35CE510A}"/>
              </a:ext>
            </a:extLst>
          </p:cNvPr>
          <p:cNvGrpSpPr/>
          <p:nvPr/>
        </p:nvGrpSpPr>
        <p:grpSpPr>
          <a:xfrm>
            <a:off x="1771265" y="1453799"/>
            <a:ext cx="8649470" cy="4539587"/>
            <a:chOff x="778424" y="1453799"/>
            <a:chExt cx="8649470" cy="4539587"/>
          </a:xfrm>
        </p:grpSpPr>
        <p:sp>
          <p:nvSpPr>
            <p:cNvPr id="5" name="Freeform: Shape 1341">
              <a:extLst>
                <a:ext uri="{FF2B5EF4-FFF2-40B4-BE49-F238E27FC236}">
                  <a16:creationId xmlns:a16="http://schemas.microsoft.com/office/drawing/2014/main" id="{2FE2C41B-3ECB-5A4E-91CA-187F9DD69CD7}"/>
                </a:ext>
              </a:extLst>
            </p:cNvPr>
            <p:cNvSpPr/>
            <p:nvPr/>
          </p:nvSpPr>
          <p:spPr>
            <a:xfrm>
              <a:off x="778424" y="2682362"/>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1"/>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latin typeface="+mj-lt"/>
                <a:ea typeface="Arial Unicode MS" pitchFamily="2"/>
                <a:cs typeface="Arial Unicode MS" pitchFamily="2"/>
              </a:endParaRPr>
            </a:p>
          </p:txBody>
        </p:sp>
        <p:sp>
          <p:nvSpPr>
            <p:cNvPr id="6" name="Freeform: Shape 1341">
              <a:extLst>
                <a:ext uri="{FF2B5EF4-FFF2-40B4-BE49-F238E27FC236}">
                  <a16:creationId xmlns:a16="http://schemas.microsoft.com/office/drawing/2014/main" id="{372268E8-4654-4FE4-DF26-4BA08F5780D4}"/>
                </a:ext>
              </a:extLst>
            </p:cNvPr>
            <p:cNvSpPr/>
            <p:nvPr/>
          </p:nvSpPr>
          <p:spPr>
            <a:xfrm>
              <a:off x="2849977" y="1522281"/>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2"/>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latin typeface="+mj-lt"/>
                <a:ea typeface="Arial Unicode MS" pitchFamily="2"/>
                <a:cs typeface="Arial Unicode MS" pitchFamily="2"/>
              </a:endParaRPr>
            </a:p>
          </p:txBody>
        </p:sp>
        <p:sp>
          <p:nvSpPr>
            <p:cNvPr id="7" name="Freeform: Shape 1341">
              <a:extLst>
                <a:ext uri="{FF2B5EF4-FFF2-40B4-BE49-F238E27FC236}">
                  <a16:creationId xmlns:a16="http://schemas.microsoft.com/office/drawing/2014/main" id="{A6C66AD5-7D35-10F2-488A-43376EB92647}"/>
                </a:ext>
              </a:extLst>
            </p:cNvPr>
            <p:cNvSpPr/>
            <p:nvPr/>
          </p:nvSpPr>
          <p:spPr>
            <a:xfrm>
              <a:off x="4921531" y="2682362"/>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3"/>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latin typeface="+mj-lt"/>
                <a:ea typeface="Arial Unicode MS" pitchFamily="2"/>
                <a:cs typeface="Arial Unicode MS" pitchFamily="2"/>
              </a:endParaRPr>
            </a:p>
          </p:txBody>
        </p:sp>
        <p:sp>
          <p:nvSpPr>
            <p:cNvPr id="8" name="Freeform: Shape 1341">
              <a:extLst>
                <a:ext uri="{FF2B5EF4-FFF2-40B4-BE49-F238E27FC236}">
                  <a16:creationId xmlns:a16="http://schemas.microsoft.com/office/drawing/2014/main" id="{0EE93A3C-5C57-D41A-55DC-0B34AA50157E}"/>
                </a:ext>
              </a:extLst>
            </p:cNvPr>
            <p:cNvSpPr/>
            <p:nvPr/>
          </p:nvSpPr>
          <p:spPr>
            <a:xfrm>
              <a:off x="6993084" y="3842442"/>
              <a:ext cx="2434810" cy="2139219"/>
            </a:xfrm>
            <a:custGeom>
              <a:avLst/>
              <a:gdLst/>
              <a:ahLst/>
              <a:cxnLst>
                <a:cxn ang="3cd4">
                  <a:pos x="hc" y="t"/>
                </a:cxn>
                <a:cxn ang="cd2">
                  <a:pos x="l" y="vc"/>
                </a:cxn>
                <a:cxn ang="cd4">
                  <a:pos x="hc" y="b"/>
                </a:cxn>
                <a:cxn ang="0">
                  <a:pos x="r" y="vc"/>
                </a:cxn>
              </a:cxnLst>
              <a:rect l="l" t="t" r="r" b="b"/>
              <a:pathLst>
                <a:path w="800" h="703">
                  <a:moveTo>
                    <a:pt x="795" y="370"/>
                  </a:moveTo>
                  <a:lnTo>
                    <a:pt x="612" y="685"/>
                  </a:lnTo>
                  <a:cubicBezTo>
                    <a:pt x="606" y="696"/>
                    <a:pt x="594" y="703"/>
                    <a:pt x="581" y="703"/>
                  </a:cubicBezTo>
                  <a:lnTo>
                    <a:pt x="218" y="703"/>
                  </a:lnTo>
                  <a:cubicBezTo>
                    <a:pt x="205" y="703"/>
                    <a:pt x="193" y="696"/>
                    <a:pt x="186" y="685"/>
                  </a:cubicBezTo>
                  <a:lnTo>
                    <a:pt x="4" y="370"/>
                  </a:lnTo>
                  <a:cubicBezTo>
                    <a:pt x="-1" y="358"/>
                    <a:pt x="-1" y="345"/>
                    <a:pt x="4" y="334"/>
                  </a:cubicBezTo>
                  <a:lnTo>
                    <a:pt x="186" y="19"/>
                  </a:lnTo>
                  <a:cubicBezTo>
                    <a:pt x="193" y="8"/>
                    <a:pt x="205" y="0"/>
                    <a:pt x="218" y="0"/>
                  </a:cubicBezTo>
                  <a:lnTo>
                    <a:pt x="581" y="0"/>
                  </a:lnTo>
                  <a:cubicBezTo>
                    <a:pt x="594" y="0"/>
                    <a:pt x="606" y="8"/>
                    <a:pt x="612" y="19"/>
                  </a:cubicBezTo>
                  <a:lnTo>
                    <a:pt x="780" y="311"/>
                  </a:lnTo>
                  <a:lnTo>
                    <a:pt x="795" y="334"/>
                  </a:lnTo>
                  <a:cubicBezTo>
                    <a:pt x="801" y="345"/>
                    <a:pt x="801" y="358"/>
                    <a:pt x="795" y="370"/>
                  </a:cubicBezTo>
                  <a:close/>
                </a:path>
              </a:pathLst>
            </a:custGeom>
            <a:solidFill>
              <a:schemeClr val="accent5"/>
            </a:solidFill>
            <a:ln cap="flat">
              <a:noFill/>
              <a:prstDash val="solid"/>
            </a:ln>
          </p:spPr>
          <p:txBody>
            <a:bodyPr vert="horz" wrap="none" lIns="90000" tIns="45000" rIns="90000" bIns="45000" anchor="ctr" anchorCtr="1" compatLnSpc="0"/>
            <a:lstStyle/>
            <a:p>
              <a:pPr marL="0" marR="0" lvl="0" indent="0" rtl="0" hangingPunct="0">
                <a:spcBef>
                  <a:spcPts val="0"/>
                </a:spcBef>
                <a:spcAft>
                  <a:spcPts val="0"/>
                </a:spcAft>
                <a:buNone/>
                <a:tabLst/>
              </a:pPr>
              <a:endParaRPr lang="en-US" sz="1050" b="0" i="0" u="none" strike="noStrike" kern="1200">
                <a:ln>
                  <a:noFill/>
                </a:ln>
                <a:latin typeface="+mj-lt"/>
                <a:ea typeface="Arial Unicode MS" pitchFamily="2"/>
                <a:cs typeface="Arial Unicode MS" pitchFamily="2"/>
              </a:endParaRPr>
            </a:p>
          </p:txBody>
        </p:sp>
        <p:sp>
          <p:nvSpPr>
            <p:cNvPr id="9" name="Subtitle 2">
              <a:extLst>
                <a:ext uri="{FF2B5EF4-FFF2-40B4-BE49-F238E27FC236}">
                  <a16:creationId xmlns:a16="http://schemas.microsoft.com/office/drawing/2014/main" id="{95C22B23-96A1-5889-7F81-7882EC7CE236}"/>
                </a:ext>
              </a:extLst>
            </p:cNvPr>
            <p:cNvSpPr txBox="1">
              <a:spLocks/>
            </p:cNvSpPr>
            <p:nvPr/>
          </p:nvSpPr>
          <p:spPr>
            <a:xfrm>
              <a:off x="5315701" y="1453799"/>
              <a:ext cx="1646472"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tx1"/>
                  </a:solidFill>
                  <a:latin typeface="+mj-lt"/>
                  <a:ea typeface="Lato Light" panose="020F0502020204030203" pitchFamily="34" charset="0"/>
                  <a:cs typeface="Lato Light" panose="020F0502020204030203" pitchFamily="34" charset="0"/>
                </a:rPr>
                <a:t>Insert some explanations, Information here.</a:t>
              </a:r>
            </a:p>
          </p:txBody>
        </p:sp>
        <p:sp>
          <p:nvSpPr>
            <p:cNvPr id="10" name="Subtitle 2">
              <a:extLst>
                <a:ext uri="{FF2B5EF4-FFF2-40B4-BE49-F238E27FC236}">
                  <a16:creationId xmlns:a16="http://schemas.microsoft.com/office/drawing/2014/main" id="{E1C43795-2FC8-F91B-0F53-C0EBD79B4D4B}"/>
                </a:ext>
              </a:extLst>
            </p:cNvPr>
            <p:cNvSpPr txBox="1">
              <a:spLocks/>
            </p:cNvSpPr>
            <p:nvPr/>
          </p:nvSpPr>
          <p:spPr>
            <a:xfrm>
              <a:off x="1141681" y="4912052"/>
              <a:ext cx="1708297"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tx1"/>
                  </a:solidFill>
                  <a:latin typeface="+mj-lt"/>
                  <a:ea typeface="Lato Light" panose="020F0502020204030203" pitchFamily="34" charset="0"/>
                  <a:cs typeface="Lato Light" panose="020F0502020204030203" pitchFamily="34" charset="0"/>
                </a:rPr>
                <a:t>Insert some explanations, Information here.</a:t>
              </a:r>
            </a:p>
          </p:txBody>
        </p:sp>
        <p:sp>
          <p:nvSpPr>
            <p:cNvPr id="11" name="Subtitle 2">
              <a:extLst>
                <a:ext uri="{FF2B5EF4-FFF2-40B4-BE49-F238E27FC236}">
                  <a16:creationId xmlns:a16="http://schemas.microsoft.com/office/drawing/2014/main" id="{29B8D21D-6E79-3F94-65A0-D1FBD1599E45}"/>
                </a:ext>
              </a:extLst>
            </p:cNvPr>
            <p:cNvSpPr txBox="1">
              <a:spLocks/>
            </p:cNvSpPr>
            <p:nvPr/>
          </p:nvSpPr>
          <p:spPr>
            <a:xfrm>
              <a:off x="3212815" y="3777018"/>
              <a:ext cx="1708297"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tx1"/>
                  </a:solidFill>
                  <a:latin typeface="+mj-lt"/>
                  <a:ea typeface="Lato Light" panose="020F0502020204030203" pitchFamily="34" charset="0"/>
                  <a:cs typeface="Lato Light" panose="020F0502020204030203" pitchFamily="34" charset="0"/>
                </a:rPr>
                <a:t>Insert some explanations, Information here.</a:t>
              </a:r>
            </a:p>
          </p:txBody>
        </p:sp>
        <p:sp>
          <p:nvSpPr>
            <p:cNvPr id="12" name="Subtitle 2">
              <a:extLst>
                <a:ext uri="{FF2B5EF4-FFF2-40B4-BE49-F238E27FC236}">
                  <a16:creationId xmlns:a16="http://schemas.microsoft.com/office/drawing/2014/main" id="{CC9B762E-E8B8-C48E-EB76-14F415480CAC}"/>
                </a:ext>
              </a:extLst>
            </p:cNvPr>
            <p:cNvSpPr txBox="1">
              <a:spLocks/>
            </p:cNvSpPr>
            <p:nvPr/>
          </p:nvSpPr>
          <p:spPr>
            <a:xfrm>
              <a:off x="7356342" y="2657043"/>
              <a:ext cx="1708297" cy="1081334"/>
            </a:xfrm>
            <a:prstGeom prst="rect">
              <a:avLst/>
            </a:prstGeom>
          </p:spPr>
          <p:txBody>
            <a:bodyPr vert="horz" wrap="square" lIns="217433" tIns="108718" rIns="217433" bIns="108718"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pPr>
              <a:r>
                <a:rPr lang="en-US" sz="1400">
                  <a:solidFill>
                    <a:schemeClr val="tx1"/>
                  </a:solidFill>
                  <a:latin typeface="+mj-lt"/>
                  <a:ea typeface="Lato Light" panose="020F0502020204030203" pitchFamily="34" charset="0"/>
                  <a:cs typeface="Lato Light" panose="020F0502020204030203" pitchFamily="34" charset="0"/>
                </a:rPr>
                <a:t>Insert some explanations, Information here.</a:t>
              </a:r>
            </a:p>
          </p:txBody>
        </p:sp>
        <p:sp>
          <p:nvSpPr>
            <p:cNvPr id="13" name="Shape 2624">
              <a:extLst>
                <a:ext uri="{FF2B5EF4-FFF2-40B4-BE49-F238E27FC236}">
                  <a16:creationId xmlns:a16="http://schemas.microsoft.com/office/drawing/2014/main" id="{7E4AC787-E10A-11F6-D248-E312C37C95BE}"/>
                </a:ext>
              </a:extLst>
            </p:cNvPr>
            <p:cNvSpPr/>
            <p:nvPr/>
          </p:nvSpPr>
          <p:spPr>
            <a:xfrm>
              <a:off x="3794057" y="2318775"/>
              <a:ext cx="546232" cy="546230"/>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solidFill>
              <a:schemeClr val="bg1"/>
            </a:solidFill>
            <a:ln w="12700">
              <a:noFill/>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latin typeface="+mj-lt"/>
              </a:endParaRPr>
            </a:p>
          </p:txBody>
        </p:sp>
        <p:sp>
          <p:nvSpPr>
            <p:cNvPr id="14" name="Shape 2633">
              <a:extLst>
                <a:ext uri="{FF2B5EF4-FFF2-40B4-BE49-F238E27FC236}">
                  <a16:creationId xmlns:a16="http://schemas.microsoft.com/office/drawing/2014/main" id="{D81A39C8-DBED-018D-02EC-D77491D4DCA4}"/>
                </a:ext>
              </a:extLst>
            </p:cNvPr>
            <p:cNvSpPr/>
            <p:nvPr/>
          </p:nvSpPr>
          <p:spPr>
            <a:xfrm>
              <a:off x="7936308" y="4637871"/>
              <a:ext cx="548364" cy="548361"/>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chemeClr val="bg1"/>
            </a:solidFill>
            <a:ln w="12700">
              <a:miter lim="400000"/>
            </a:ln>
          </p:spPr>
          <p:txBody>
            <a:bodyPr lIns="38090" tIns="38090" rIns="38090" bIns="38090" anchor="ctr"/>
            <a:lstStyle/>
            <a:p>
              <a:pPr algn="ct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latin typeface="+mj-lt"/>
              </a:endParaRPr>
            </a:p>
          </p:txBody>
        </p:sp>
        <p:sp>
          <p:nvSpPr>
            <p:cNvPr id="15" name="Shape 2772">
              <a:extLst>
                <a:ext uri="{FF2B5EF4-FFF2-40B4-BE49-F238E27FC236}">
                  <a16:creationId xmlns:a16="http://schemas.microsoft.com/office/drawing/2014/main" id="{1AE60B85-8E49-7AF7-32B3-34682F824F74}"/>
                </a:ext>
              </a:extLst>
            </p:cNvPr>
            <p:cNvSpPr/>
            <p:nvPr/>
          </p:nvSpPr>
          <p:spPr>
            <a:xfrm>
              <a:off x="5865402" y="3478856"/>
              <a:ext cx="546231" cy="546230"/>
            </a:xfrm>
            <a:custGeom>
              <a:avLst/>
              <a:gdLst/>
              <a:ahLst/>
              <a:cxnLst>
                <a:cxn ang="0">
                  <a:pos x="wd2" y="hd2"/>
                </a:cxn>
                <a:cxn ang="5400000">
                  <a:pos x="wd2" y="hd2"/>
                </a:cxn>
                <a:cxn ang="10800000">
                  <a:pos x="wd2" y="hd2"/>
                </a:cxn>
                <a:cxn ang="16200000">
                  <a:pos x="wd2" y="hd2"/>
                </a:cxn>
              </a:cxnLst>
              <a:rect l="0" t="0" r="r" b="b"/>
              <a:pathLst>
                <a:path w="21600" h="21600" extrusionOk="0">
                  <a:moveTo>
                    <a:pt x="20618" y="2945"/>
                  </a:moveTo>
                  <a:lnTo>
                    <a:pt x="982" y="2945"/>
                  </a:lnTo>
                  <a:lnTo>
                    <a:pt x="982" y="1964"/>
                  </a:lnTo>
                  <a:lnTo>
                    <a:pt x="20618" y="1964"/>
                  </a:lnTo>
                  <a:cubicBezTo>
                    <a:pt x="20618" y="1964"/>
                    <a:pt x="20618" y="2945"/>
                    <a:pt x="20618" y="2945"/>
                  </a:cubicBezTo>
                  <a:close/>
                  <a:moveTo>
                    <a:pt x="19636" y="15709"/>
                  </a:moveTo>
                  <a:lnTo>
                    <a:pt x="1964" y="15709"/>
                  </a:lnTo>
                  <a:lnTo>
                    <a:pt x="1964" y="3927"/>
                  </a:lnTo>
                  <a:lnTo>
                    <a:pt x="19636" y="3927"/>
                  </a:lnTo>
                  <a:cubicBezTo>
                    <a:pt x="19636" y="3927"/>
                    <a:pt x="19636" y="15709"/>
                    <a:pt x="19636" y="15709"/>
                  </a:cubicBezTo>
                  <a:close/>
                  <a:moveTo>
                    <a:pt x="20618" y="982"/>
                  </a:moveTo>
                  <a:lnTo>
                    <a:pt x="11782" y="982"/>
                  </a:lnTo>
                  <a:cubicBezTo>
                    <a:pt x="11782" y="440"/>
                    <a:pt x="11342" y="0"/>
                    <a:pt x="10800" y="0"/>
                  </a:cubicBezTo>
                  <a:cubicBezTo>
                    <a:pt x="10258" y="0"/>
                    <a:pt x="9818" y="440"/>
                    <a:pt x="9818" y="982"/>
                  </a:cubicBezTo>
                  <a:lnTo>
                    <a:pt x="982" y="982"/>
                  </a:lnTo>
                  <a:cubicBezTo>
                    <a:pt x="440" y="982"/>
                    <a:pt x="0" y="1422"/>
                    <a:pt x="0" y="1964"/>
                  </a:cubicBezTo>
                  <a:lnTo>
                    <a:pt x="0" y="2945"/>
                  </a:lnTo>
                  <a:cubicBezTo>
                    <a:pt x="0" y="3488"/>
                    <a:pt x="440" y="3927"/>
                    <a:pt x="982" y="3927"/>
                  </a:cubicBezTo>
                  <a:lnTo>
                    <a:pt x="982" y="15709"/>
                  </a:lnTo>
                  <a:cubicBezTo>
                    <a:pt x="982" y="16252"/>
                    <a:pt x="1422" y="16691"/>
                    <a:pt x="1964" y="16691"/>
                  </a:cubicBezTo>
                  <a:lnTo>
                    <a:pt x="10309" y="16691"/>
                  </a:lnTo>
                  <a:lnTo>
                    <a:pt x="10309" y="17960"/>
                  </a:lnTo>
                  <a:lnTo>
                    <a:pt x="7507" y="20762"/>
                  </a:lnTo>
                  <a:cubicBezTo>
                    <a:pt x="7419" y="20851"/>
                    <a:pt x="7364" y="20974"/>
                    <a:pt x="7364" y="21109"/>
                  </a:cubicBezTo>
                  <a:cubicBezTo>
                    <a:pt x="7364" y="21380"/>
                    <a:pt x="7584" y="21600"/>
                    <a:pt x="7855" y="21600"/>
                  </a:cubicBezTo>
                  <a:cubicBezTo>
                    <a:pt x="7990" y="21600"/>
                    <a:pt x="8113" y="21545"/>
                    <a:pt x="8202" y="21456"/>
                  </a:cubicBezTo>
                  <a:lnTo>
                    <a:pt x="10800" y="18858"/>
                  </a:lnTo>
                  <a:lnTo>
                    <a:pt x="13398" y="21456"/>
                  </a:lnTo>
                  <a:cubicBezTo>
                    <a:pt x="13487" y="21545"/>
                    <a:pt x="13610" y="21600"/>
                    <a:pt x="13745" y="21600"/>
                  </a:cubicBezTo>
                  <a:cubicBezTo>
                    <a:pt x="14016" y="21600"/>
                    <a:pt x="14236" y="21380"/>
                    <a:pt x="14236" y="21109"/>
                  </a:cubicBezTo>
                  <a:cubicBezTo>
                    <a:pt x="14236" y="20974"/>
                    <a:pt x="14181" y="20851"/>
                    <a:pt x="14093" y="20762"/>
                  </a:cubicBezTo>
                  <a:lnTo>
                    <a:pt x="11291" y="17960"/>
                  </a:lnTo>
                  <a:lnTo>
                    <a:pt x="11291" y="16691"/>
                  </a:lnTo>
                  <a:lnTo>
                    <a:pt x="19636" y="16691"/>
                  </a:lnTo>
                  <a:cubicBezTo>
                    <a:pt x="20178" y="16691"/>
                    <a:pt x="20618" y="16252"/>
                    <a:pt x="20618" y="15709"/>
                  </a:cubicBezTo>
                  <a:lnTo>
                    <a:pt x="20618" y="3927"/>
                  </a:lnTo>
                  <a:cubicBezTo>
                    <a:pt x="21160" y="3927"/>
                    <a:pt x="21600" y="3488"/>
                    <a:pt x="21600" y="2945"/>
                  </a:cubicBezTo>
                  <a:lnTo>
                    <a:pt x="21600" y="1964"/>
                  </a:lnTo>
                  <a:cubicBezTo>
                    <a:pt x="21600" y="1422"/>
                    <a:pt x="21160" y="982"/>
                    <a:pt x="20618" y="982"/>
                  </a:cubicBezTo>
                  <a:moveTo>
                    <a:pt x="12273" y="12764"/>
                  </a:moveTo>
                  <a:lnTo>
                    <a:pt x="17182" y="12764"/>
                  </a:lnTo>
                  <a:cubicBezTo>
                    <a:pt x="17453" y="12764"/>
                    <a:pt x="17673" y="12544"/>
                    <a:pt x="17673" y="12273"/>
                  </a:cubicBezTo>
                  <a:cubicBezTo>
                    <a:pt x="17673" y="12002"/>
                    <a:pt x="17453" y="11782"/>
                    <a:pt x="17182" y="11782"/>
                  </a:cubicBezTo>
                  <a:lnTo>
                    <a:pt x="12273" y="11782"/>
                  </a:lnTo>
                  <a:cubicBezTo>
                    <a:pt x="12002" y="11782"/>
                    <a:pt x="11782" y="12002"/>
                    <a:pt x="11782" y="12273"/>
                  </a:cubicBezTo>
                  <a:cubicBezTo>
                    <a:pt x="11782" y="12544"/>
                    <a:pt x="12002" y="12764"/>
                    <a:pt x="12273" y="12764"/>
                  </a:cubicBezTo>
                  <a:moveTo>
                    <a:pt x="4909" y="6873"/>
                  </a:moveTo>
                  <a:lnTo>
                    <a:pt x="8836" y="6873"/>
                  </a:lnTo>
                  <a:lnTo>
                    <a:pt x="8836" y="11782"/>
                  </a:lnTo>
                  <a:lnTo>
                    <a:pt x="4909" y="11782"/>
                  </a:lnTo>
                  <a:cubicBezTo>
                    <a:pt x="4909" y="11782"/>
                    <a:pt x="4909" y="6873"/>
                    <a:pt x="4909" y="6873"/>
                  </a:cubicBezTo>
                  <a:close/>
                  <a:moveTo>
                    <a:pt x="4909" y="12764"/>
                  </a:moveTo>
                  <a:lnTo>
                    <a:pt x="8836" y="12764"/>
                  </a:lnTo>
                  <a:cubicBezTo>
                    <a:pt x="9378" y="12764"/>
                    <a:pt x="9818" y="12325"/>
                    <a:pt x="9818" y="11782"/>
                  </a:cubicBezTo>
                  <a:lnTo>
                    <a:pt x="9818" y="6873"/>
                  </a:lnTo>
                  <a:cubicBezTo>
                    <a:pt x="9818" y="6331"/>
                    <a:pt x="9378" y="5891"/>
                    <a:pt x="8836" y="5891"/>
                  </a:cubicBezTo>
                  <a:lnTo>
                    <a:pt x="4909" y="5891"/>
                  </a:lnTo>
                  <a:cubicBezTo>
                    <a:pt x="4367" y="5891"/>
                    <a:pt x="3927" y="6331"/>
                    <a:pt x="3927" y="6873"/>
                  </a:cubicBezTo>
                  <a:lnTo>
                    <a:pt x="3927" y="11782"/>
                  </a:lnTo>
                  <a:cubicBezTo>
                    <a:pt x="3927" y="12325"/>
                    <a:pt x="4367" y="12764"/>
                    <a:pt x="4909" y="12764"/>
                  </a:cubicBezTo>
                  <a:moveTo>
                    <a:pt x="12273" y="10800"/>
                  </a:moveTo>
                  <a:lnTo>
                    <a:pt x="14236" y="10800"/>
                  </a:lnTo>
                  <a:cubicBezTo>
                    <a:pt x="14507" y="10800"/>
                    <a:pt x="14727" y="10580"/>
                    <a:pt x="14727" y="10309"/>
                  </a:cubicBezTo>
                  <a:cubicBezTo>
                    <a:pt x="14727" y="10038"/>
                    <a:pt x="14507" y="9818"/>
                    <a:pt x="14236" y="9818"/>
                  </a:cubicBezTo>
                  <a:lnTo>
                    <a:pt x="12273" y="9818"/>
                  </a:lnTo>
                  <a:cubicBezTo>
                    <a:pt x="12002" y="9818"/>
                    <a:pt x="11782" y="10038"/>
                    <a:pt x="11782" y="10309"/>
                  </a:cubicBezTo>
                  <a:cubicBezTo>
                    <a:pt x="11782" y="10580"/>
                    <a:pt x="12002" y="10800"/>
                    <a:pt x="12273" y="10800"/>
                  </a:cubicBezTo>
                  <a:moveTo>
                    <a:pt x="12273" y="6873"/>
                  </a:moveTo>
                  <a:lnTo>
                    <a:pt x="15218" y="6873"/>
                  </a:lnTo>
                  <a:cubicBezTo>
                    <a:pt x="15489" y="6873"/>
                    <a:pt x="15709" y="6653"/>
                    <a:pt x="15709" y="6382"/>
                  </a:cubicBezTo>
                  <a:cubicBezTo>
                    <a:pt x="15709" y="6111"/>
                    <a:pt x="15489" y="5891"/>
                    <a:pt x="15218" y="5891"/>
                  </a:cubicBezTo>
                  <a:lnTo>
                    <a:pt x="12273" y="5891"/>
                  </a:lnTo>
                  <a:cubicBezTo>
                    <a:pt x="12002" y="5891"/>
                    <a:pt x="11782" y="6111"/>
                    <a:pt x="11782" y="6382"/>
                  </a:cubicBezTo>
                  <a:cubicBezTo>
                    <a:pt x="11782" y="6653"/>
                    <a:pt x="12002" y="6873"/>
                    <a:pt x="12273" y="6873"/>
                  </a:cubicBezTo>
                  <a:moveTo>
                    <a:pt x="12273" y="8836"/>
                  </a:moveTo>
                  <a:lnTo>
                    <a:pt x="17182" y="8836"/>
                  </a:lnTo>
                  <a:cubicBezTo>
                    <a:pt x="17453" y="8836"/>
                    <a:pt x="17673" y="8617"/>
                    <a:pt x="17673" y="8345"/>
                  </a:cubicBezTo>
                  <a:cubicBezTo>
                    <a:pt x="17673" y="8075"/>
                    <a:pt x="17453" y="7855"/>
                    <a:pt x="17182" y="7855"/>
                  </a:cubicBezTo>
                  <a:lnTo>
                    <a:pt x="12273" y="7855"/>
                  </a:lnTo>
                  <a:cubicBezTo>
                    <a:pt x="12002" y="7855"/>
                    <a:pt x="11782" y="8075"/>
                    <a:pt x="11782" y="8345"/>
                  </a:cubicBezTo>
                  <a:cubicBezTo>
                    <a:pt x="11782" y="8617"/>
                    <a:pt x="12002" y="8836"/>
                    <a:pt x="12273" y="8836"/>
                  </a:cubicBezTo>
                </a:path>
              </a:pathLst>
            </a:custGeom>
            <a:solidFill>
              <a:schemeClr val="bg1"/>
            </a:solidFill>
            <a:ln w="12700">
              <a:noFill/>
              <a:miter lim="400000"/>
            </a:ln>
          </p:spPr>
          <p:txBody>
            <a:bodyPr lIns="38090" tIns="38090" rIns="38090" bIns="38090" anchor="ctr"/>
            <a:lstStyle/>
            <a:p>
              <a:pPr defTabSz="45707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latin typeface="+mj-lt"/>
              </a:endParaRPr>
            </a:p>
          </p:txBody>
        </p:sp>
        <p:sp>
          <p:nvSpPr>
            <p:cNvPr id="16" name="Shape 2617">
              <a:extLst>
                <a:ext uri="{FF2B5EF4-FFF2-40B4-BE49-F238E27FC236}">
                  <a16:creationId xmlns:a16="http://schemas.microsoft.com/office/drawing/2014/main" id="{C01C5A09-77BE-625E-7292-1B9923E689A8}"/>
                </a:ext>
              </a:extLst>
            </p:cNvPr>
            <p:cNvSpPr/>
            <p:nvPr/>
          </p:nvSpPr>
          <p:spPr>
            <a:xfrm>
              <a:off x="1695011" y="3507576"/>
              <a:ext cx="601217" cy="491959"/>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solidFill>
              <a:schemeClr val="bg1"/>
            </a:solidFill>
            <a:ln w="12700">
              <a:noFill/>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a:latin typeface="+mj-lt"/>
              </a:endParaRPr>
            </a:p>
          </p:txBody>
        </p:sp>
      </p:grpSp>
    </p:spTree>
    <p:extLst>
      <p:ext uri="{BB962C8B-B14F-4D97-AF65-F5344CB8AC3E}">
        <p14:creationId xmlns:p14="http://schemas.microsoft.com/office/powerpoint/2010/main" val="42455474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B9D8F-67C7-34CD-7C67-4F1C9AD0B7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B57243-0A03-839F-FB51-AAA7B8B0BAFE}"/>
              </a:ext>
            </a:extLst>
          </p:cNvPr>
          <p:cNvSpPr>
            <a:spLocks noGrp="1"/>
          </p:cNvSpPr>
          <p:nvPr>
            <p:ph type="title"/>
          </p:nvPr>
        </p:nvSpPr>
        <p:spPr/>
        <p:txBody>
          <a:bodyPr>
            <a:normAutofit/>
          </a:bodyPr>
          <a:lstStyle/>
          <a:p>
            <a:pPr algn="ctr"/>
            <a:r>
              <a:rPr lang="en-US"/>
              <a:t>Title of the slide</a:t>
            </a:r>
          </a:p>
        </p:txBody>
      </p:sp>
      <p:sp>
        <p:nvSpPr>
          <p:cNvPr id="23" name="TextBox 22">
            <a:extLst>
              <a:ext uri="{FF2B5EF4-FFF2-40B4-BE49-F238E27FC236}">
                <a16:creationId xmlns:a16="http://schemas.microsoft.com/office/drawing/2014/main" id="{EA2EB0FB-0610-5686-CBAD-DFC246F97924}"/>
              </a:ext>
            </a:extLst>
          </p:cNvPr>
          <p:cNvSpPr txBox="1"/>
          <p:nvPr/>
        </p:nvSpPr>
        <p:spPr>
          <a:xfrm>
            <a:off x="2368952" y="806259"/>
            <a:ext cx="74540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You can describe something short and narrow about the main title here</a:t>
            </a:r>
          </a:p>
        </p:txBody>
      </p:sp>
      <p:sp>
        <p:nvSpPr>
          <p:cNvPr id="2" name="Freeform: Shape 1">
            <a:extLst>
              <a:ext uri="{FF2B5EF4-FFF2-40B4-BE49-F238E27FC236}">
                <a16:creationId xmlns:a16="http://schemas.microsoft.com/office/drawing/2014/main" id="{574437A4-F7F8-132C-49D1-4F4CEAC46EFB}"/>
              </a:ext>
            </a:extLst>
          </p:cNvPr>
          <p:cNvSpPr/>
          <p:nvPr/>
        </p:nvSpPr>
        <p:spPr>
          <a:xfrm>
            <a:off x="2886299" y="1382596"/>
            <a:ext cx="1752607" cy="2018683"/>
          </a:xfrm>
          <a:custGeom>
            <a:avLst/>
            <a:gdLst>
              <a:gd name="connsiteX0" fmla="*/ 184081 w 1752607"/>
              <a:gd name="connsiteY0" fmla="*/ 2018683 h 2018683"/>
              <a:gd name="connsiteX1" fmla="*/ 68110 w 1752607"/>
              <a:gd name="connsiteY1" fmla="*/ 1978799 h 2018683"/>
              <a:gd name="connsiteX2" fmla="*/ 0 w 1752607"/>
              <a:gd name="connsiteY2" fmla="*/ 1826778 h 2018683"/>
              <a:gd name="connsiteX3" fmla="*/ 0 w 1752607"/>
              <a:gd name="connsiteY3" fmla="*/ 191830 h 2018683"/>
              <a:gd name="connsiteX4" fmla="*/ 68110 w 1752607"/>
              <a:gd name="connsiteY4" fmla="*/ 39809 h 2018683"/>
              <a:gd name="connsiteX5" fmla="*/ 231022 w 1752607"/>
              <a:gd name="connsiteY5" fmla="*/ 5141 h 2018683"/>
              <a:gd name="connsiteX6" fmla="*/ 1527875 w 1752607"/>
              <a:gd name="connsiteY6" fmla="*/ 283410 h 2018683"/>
              <a:gd name="connsiteX7" fmla="*/ 1752607 w 1752607"/>
              <a:gd name="connsiteY7" fmla="*/ 561373 h 2018683"/>
              <a:gd name="connsiteX8" fmla="*/ 1752607 w 1752607"/>
              <a:gd name="connsiteY8" fmla="*/ 1457082 h 2018683"/>
              <a:gd name="connsiteX9" fmla="*/ 1527875 w 1752607"/>
              <a:gd name="connsiteY9" fmla="*/ 1735198 h 2018683"/>
              <a:gd name="connsiteX10" fmla="*/ 231022 w 1752607"/>
              <a:gd name="connsiteY10" fmla="*/ 2013467 h 2018683"/>
              <a:gd name="connsiteX11" fmla="*/ 184081 w 1752607"/>
              <a:gd name="connsiteY11" fmla="*/ 2018530 h 2018683"/>
              <a:gd name="connsiteX12" fmla="*/ 184235 w 1752607"/>
              <a:gd name="connsiteY12" fmla="*/ 30605 h 2018683"/>
              <a:gd name="connsiteX13" fmla="*/ 87439 w 1752607"/>
              <a:gd name="connsiteY13" fmla="*/ 63587 h 2018683"/>
              <a:gd name="connsiteX14" fmla="*/ 30680 w 1752607"/>
              <a:gd name="connsiteY14" fmla="*/ 191830 h 2018683"/>
              <a:gd name="connsiteX15" fmla="*/ 30680 w 1752607"/>
              <a:gd name="connsiteY15" fmla="*/ 1826778 h 2018683"/>
              <a:gd name="connsiteX16" fmla="*/ 87439 w 1752607"/>
              <a:gd name="connsiteY16" fmla="*/ 1955022 h 2018683"/>
              <a:gd name="connsiteX17" fmla="*/ 224733 w 1752607"/>
              <a:gd name="connsiteY17" fmla="*/ 1983554 h 2018683"/>
              <a:gd name="connsiteX18" fmla="*/ 1521585 w 1752607"/>
              <a:gd name="connsiteY18" fmla="*/ 1705285 h 2018683"/>
              <a:gd name="connsiteX19" fmla="*/ 1722081 w 1752607"/>
              <a:gd name="connsiteY19" fmla="*/ 1457235 h 2018683"/>
              <a:gd name="connsiteX20" fmla="*/ 1722081 w 1752607"/>
              <a:gd name="connsiteY20" fmla="*/ 561526 h 2018683"/>
              <a:gd name="connsiteX21" fmla="*/ 1521585 w 1752607"/>
              <a:gd name="connsiteY21" fmla="*/ 313477 h 2018683"/>
              <a:gd name="connsiteX22" fmla="*/ 224579 w 1752607"/>
              <a:gd name="connsiteY22" fmla="*/ 35054 h 2018683"/>
              <a:gd name="connsiteX23" fmla="*/ 184235 w 1752607"/>
              <a:gd name="connsiteY23" fmla="*/ 30605 h 2018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607" h="2018683">
                <a:moveTo>
                  <a:pt x="184081" y="2018683"/>
                </a:moveTo>
                <a:cubicBezTo>
                  <a:pt x="140669" y="2018683"/>
                  <a:pt x="100631" y="2005031"/>
                  <a:pt x="68110" y="1978799"/>
                </a:cubicBezTo>
                <a:cubicBezTo>
                  <a:pt x="24237" y="1943363"/>
                  <a:pt x="0" y="1889366"/>
                  <a:pt x="0" y="1826778"/>
                </a:cubicBezTo>
                <a:lnTo>
                  <a:pt x="0" y="191830"/>
                </a:lnTo>
                <a:cubicBezTo>
                  <a:pt x="0" y="129242"/>
                  <a:pt x="24237" y="75245"/>
                  <a:pt x="68110" y="39809"/>
                </a:cubicBezTo>
                <a:cubicBezTo>
                  <a:pt x="111983" y="4374"/>
                  <a:pt x="169968" y="-8052"/>
                  <a:pt x="231022" y="5141"/>
                </a:cubicBezTo>
                <a:lnTo>
                  <a:pt x="1527875" y="283410"/>
                </a:lnTo>
                <a:cubicBezTo>
                  <a:pt x="1651823" y="309949"/>
                  <a:pt x="1752607" y="434664"/>
                  <a:pt x="1752607" y="561373"/>
                </a:cubicBezTo>
                <a:lnTo>
                  <a:pt x="1752607" y="1457082"/>
                </a:lnTo>
                <a:cubicBezTo>
                  <a:pt x="1752607" y="1583791"/>
                  <a:pt x="1651823" y="1708506"/>
                  <a:pt x="1527875" y="1735198"/>
                </a:cubicBezTo>
                <a:lnTo>
                  <a:pt x="231022" y="2013467"/>
                </a:lnTo>
                <a:cubicBezTo>
                  <a:pt x="215068" y="2016842"/>
                  <a:pt x="199268" y="2018530"/>
                  <a:pt x="184081" y="2018530"/>
                </a:cubicBezTo>
                <a:close/>
                <a:moveTo>
                  <a:pt x="184235" y="30605"/>
                </a:moveTo>
                <a:cubicBezTo>
                  <a:pt x="147725" y="30605"/>
                  <a:pt x="114284" y="41804"/>
                  <a:pt x="87439" y="63587"/>
                </a:cubicBezTo>
                <a:cubicBezTo>
                  <a:pt x="50776" y="93193"/>
                  <a:pt x="30680" y="138753"/>
                  <a:pt x="30680" y="191830"/>
                </a:cubicBezTo>
                <a:lnTo>
                  <a:pt x="30680" y="1826778"/>
                </a:lnTo>
                <a:cubicBezTo>
                  <a:pt x="30680" y="1879855"/>
                  <a:pt x="50776" y="1925415"/>
                  <a:pt x="87439" y="1955022"/>
                </a:cubicBezTo>
                <a:cubicBezTo>
                  <a:pt x="124102" y="1984628"/>
                  <a:pt x="172730" y="1994752"/>
                  <a:pt x="224733" y="1983554"/>
                </a:cubicBezTo>
                <a:lnTo>
                  <a:pt x="1521585" y="1705285"/>
                </a:lnTo>
                <a:cubicBezTo>
                  <a:pt x="1632188" y="1681508"/>
                  <a:pt x="1722081" y="1570292"/>
                  <a:pt x="1722081" y="1457235"/>
                </a:cubicBezTo>
                <a:lnTo>
                  <a:pt x="1722081" y="561526"/>
                </a:lnTo>
                <a:cubicBezTo>
                  <a:pt x="1722081" y="448470"/>
                  <a:pt x="1632188" y="337254"/>
                  <a:pt x="1521585" y="313477"/>
                </a:cubicBezTo>
                <a:lnTo>
                  <a:pt x="224579" y="35054"/>
                </a:lnTo>
                <a:cubicBezTo>
                  <a:pt x="210773" y="32139"/>
                  <a:pt x="197274" y="30605"/>
                  <a:pt x="184235" y="30605"/>
                </a:cubicBezTo>
                <a:close/>
              </a:path>
            </a:pathLst>
          </a:custGeom>
          <a:solidFill>
            <a:srgbClr val="00B0F0"/>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latin typeface="+mj-lt"/>
            </a:endParaRPr>
          </a:p>
        </p:txBody>
      </p:sp>
      <p:sp>
        <p:nvSpPr>
          <p:cNvPr id="17" name="TextBox 16">
            <a:extLst>
              <a:ext uri="{FF2B5EF4-FFF2-40B4-BE49-F238E27FC236}">
                <a16:creationId xmlns:a16="http://schemas.microsoft.com/office/drawing/2014/main" id="{6B23C848-4600-8016-457D-EA41FF11D399}"/>
              </a:ext>
            </a:extLst>
          </p:cNvPr>
          <p:cNvSpPr txBox="1"/>
          <p:nvPr/>
        </p:nvSpPr>
        <p:spPr>
          <a:xfrm>
            <a:off x="2911762" y="2541422"/>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rgbClr val="000000"/>
                </a:solidFill>
                <a:latin typeface="Lato"/>
                <a:cs typeface="Lato"/>
              </a:rPr>
              <a:t>T</a:t>
            </a:r>
            <a:r>
              <a:rPr lang="en-IN" b="1" spc="-10" err="1">
                <a:solidFill>
                  <a:srgbClr val="000000"/>
                </a:solidFill>
                <a:latin typeface="Lato"/>
                <a:cs typeface="Lato"/>
              </a:rPr>
              <a:t>itle</a:t>
            </a:r>
            <a:endParaRPr lang="en-IN" sz="1800">
              <a:solidFill>
                <a:srgbClr val="000000"/>
              </a:solidFill>
              <a:latin typeface="Lato"/>
              <a:cs typeface="Lato"/>
            </a:endParaRPr>
          </a:p>
        </p:txBody>
      </p:sp>
      <p:sp>
        <p:nvSpPr>
          <p:cNvPr id="18" name="Freeform: Shape 17">
            <a:extLst>
              <a:ext uri="{FF2B5EF4-FFF2-40B4-BE49-F238E27FC236}">
                <a16:creationId xmlns:a16="http://schemas.microsoft.com/office/drawing/2014/main" id="{F9A3CF7E-BFB1-D06F-BF0E-52CEE11EFEC7}"/>
              </a:ext>
            </a:extLst>
          </p:cNvPr>
          <p:cNvSpPr/>
          <p:nvPr/>
        </p:nvSpPr>
        <p:spPr>
          <a:xfrm>
            <a:off x="5304060" y="1515674"/>
            <a:ext cx="1752607" cy="1752607"/>
          </a:xfrm>
          <a:custGeom>
            <a:avLst/>
            <a:gdLst>
              <a:gd name="connsiteX0" fmla="*/ 1519898 w 1752607"/>
              <a:gd name="connsiteY0" fmla="*/ 1752607 h 1752607"/>
              <a:gd name="connsiteX1" fmla="*/ 232709 w 1752607"/>
              <a:gd name="connsiteY1" fmla="*/ 1752607 h 1752607"/>
              <a:gd name="connsiteX2" fmla="*/ 0 w 1752607"/>
              <a:gd name="connsiteY2" fmla="*/ 1519898 h 1752607"/>
              <a:gd name="connsiteX3" fmla="*/ 0 w 1752607"/>
              <a:gd name="connsiteY3" fmla="*/ 232709 h 1752607"/>
              <a:gd name="connsiteX4" fmla="*/ 232709 w 1752607"/>
              <a:gd name="connsiteY4" fmla="*/ 0 h 1752607"/>
              <a:gd name="connsiteX5" fmla="*/ 1519898 w 1752607"/>
              <a:gd name="connsiteY5" fmla="*/ 0 h 1752607"/>
              <a:gd name="connsiteX6" fmla="*/ 1752607 w 1752607"/>
              <a:gd name="connsiteY6" fmla="*/ 232709 h 1752607"/>
              <a:gd name="connsiteX7" fmla="*/ 1752607 w 1752607"/>
              <a:gd name="connsiteY7" fmla="*/ 1519898 h 1752607"/>
              <a:gd name="connsiteX8" fmla="*/ 1519898 w 1752607"/>
              <a:gd name="connsiteY8" fmla="*/ 1752607 h 1752607"/>
              <a:gd name="connsiteX9" fmla="*/ 232709 w 1752607"/>
              <a:gd name="connsiteY9" fmla="*/ 30680 h 1752607"/>
              <a:gd name="connsiteX10" fmla="*/ 30680 w 1752607"/>
              <a:gd name="connsiteY10" fmla="*/ 232709 h 1752607"/>
              <a:gd name="connsiteX11" fmla="*/ 30680 w 1752607"/>
              <a:gd name="connsiteY11" fmla="*/ 1519898 h 1752607"/>
              <a:gd name="connsiteX12" fmla="*/ 232709 w 1752607"/>
              <a:gd name="connsiteY12" fmla="*/ 1721927 h 1752607"/>
              <a:gd name="connsiteX13" fmla="*/ 1519898 w 1752607"/>
              <a:gd name="connsiteY13" fmla="*/ 1721927 h 1752607"/>
              <a:gd name="connsiteX14" fmla="*/ 1721927 w 1752607"/>
              <a:gd name="connsiteY14" fmla="*/ 1519898 h 1752607"/>
              <a:gd name="connsiteX15" fmla="*/ 1721927 w 1752607"/>
              <a:gd name="connsiteY15" fmla="*/ 232709 h 1752607"/>
              <a:gd name="connsiteX16" fmla="*/ 1519898 w 1752607"/>
              <a:gd name="connsiteY16" fmla="*/ 30680 h 1752607"/>
              <a:gd name="connsiteX17" fmla="*/ 232709 w 1752607"/>
              <a:gd name="connsiteY17" fmla="*/ 30680 h 175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52607" h="1752607">
                <a:moveTo>
                  <a:pt x="1519898" y="1752607"/>
                </a:moveTo>
                <a:lnTo>
                  <a:pt x="232709" y="1752607"/>
                </a:lnTo>
                <a:cubicBezTo>
                  <a:pt x="104313" y="1752607"/>
                  <a:pt x="0" y="1648141"/>
                  <a:pt x="0" y="1519898"/>
                </a:cubicBezTo>
                <a:lnTo>
                  <a:pt x="0" y="232709"/>
                </a:lnTo>
                <a:cubicBezTo>
                  <a:pt x="0" y="104313"/>
                  <a:pt x="104466" y="0"/>
                  <a:pt x="232709" y="0"/>
                </a:cubicBezTo>
                <a:lnTo>
                  <a:pt x="1519898" y="0"/>
                </a:lnTo>
                <a:cubicBezTo>
                  <a:pt x="1648294" y="0"/>
                  <a:pt x="1752607" y="104466"/>
                  <a:pt x="1752607" y="232709"/>
                </a:cubicBezTo>
                <a:lnTo>
                  <a:pt x="1752607" y="1519898"/>
                </a:lnTo>
                <a:cubicBezTo>
                  <a:pt x="1752607" y="1648294"/>
                  <a:pt x="1648141" y="1752607"/>
                  <a:pt x="1519898" y="1752607"/>
                </a:cubicBezTo>
                <a:close/>
                <a:moveTo>
                  <a:pt x="232709" y="30680"/>
                </a:moveTo>
                <a:cubicBezTo>
                  <a:pt x="121340" y="30680"/>
                  <a:pt x="30680" y="121340"/>
                  <a:pt x="30680" y="232709"/>
                </a:cubicBezTo>
                <a:lnTo>
                  <a:pt x="30680" y="1519898"/>
                </a:lnTo>
                <a:cubicBezTo>
                  <a:pt x="30680" y="1631267"/>
                  <a:pt x="121340" y="1721927"/>
                  <a:pt x="232709" y="1721927"/>
                </a:cubicBezTo>
                <a:lnTo>
                  <a:pt x="1519898" y="1721927"/>
                </a:lnTo>
                <a:cubicBezTo>
                  <a:pt x="1631267" y="1721927"/>
                  <a:pt x="1721927" y="1631267"/>
                  <a:pt x="1721927" y="1519898"/>
                </a:cubicBezTo>
                <a:lnTo>
                  <a:pt x="1721927" y="232709"/>
                </a:lnTo>
                <a:cubicBezTo>
                  <a:pt x="1721927" y="121340"/>
                  <a:pt x="1631267" y="30680"/>
                  <a:pt x="1519898" y="30680"/>
                </a:cubicBezTo>
                <a:lnTo>
                  <a:pt x="232709" y="30680"/>
                </a:lnTo>
                <a:close/>
              </a:path>
            </a:pathLst>
          </a:custGeom>
          <a:solidFill>
            <a:schemeClr val="accent4"/>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latin typeface="+mj-lt"/>
            </a:endParaRPr>
          </a:p>
        </p:txBody>
      </p:sp>
      <p:sp>
        <p:nvSpPr>
          <p:cNvPr id="19" name="TextBox 18">
            <a:extLst>
              <a:ext uri="{FF2B5EF4-FFF2-40B4-BE49-F238E27FC236}">
                <a16:creationId xmlns:a16="http://schemas.microsoft.com/office/drawing/2014/main" id="{C145D4EE-0AE3-71D4-CCE0-ADD6E5681FA8}"/>
              </a:ext>
            </a:extLst>
          </p:cNvPr>
          <p:cNvSpPr txBox="1"/>
          <p:nvPr/>
        </p:nvSpPr>
        <p:spPr>
          <a:xfrm>
            <a:off x="5322721" y="2541422"/>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rgbClr val="000000"/>
                </a:solidFill>
                <a:latin typeface="Lato"/>
                <a:cs typeface="Lato"/>
              </a:rPr>
              <a:t>T</a:t>
            </a:r>
            <a:r>
              <a:rPr lang="en-IN" b="1" spc="-10" err="1">
                <a:solidFill>
                  <a:srgbClr val="000000"/>
                </a:solidFill>
                <a:latin typeface="Lato"/>
                <a:cs typeface="Lato"/>
              </a:rPr>
              <a:t>itle</a:t>
            </a:r>
            <a:endParaRPr lang="en-IN" sz="1800">
              <a:solidFill>
                <a:srgbClr val="000000"/>
              </a:solidFill>
              <a:latin typeface="Lato"/>
              <a:cs typeface="Lato"/>
            </a:endParaRPr>
          </a:p>
        </p:txBody>
      </p:sp>
      <p:sp>
        <p:nvSpPr>
          <p:cNvPr id="20" name="Freeform: Shape 19">
            <a:extLst>
              <a:ext uri="{FF2B5EF4-FFF2-40B4-BE49-F238E27FC236}">
                <a16:creationId xmlns:a16="http://schemas.microsoft.com/office/drawing/2014/main" id="{55834A2C-AC7A-33C4-DC67-CBA3E311B6C6}"/>
              </a:ext>
            </a:extLst>
          </p:cNvPr>
          <p:cNvSpPr/>
          <p:nvPr/>
        </p:nvSpPr>
        <p:spPr>
          <a:xfrm>
            <a:off x="7561339" y="1382443"/>
            <a:ext cx="1752607" cy="2018836"/>
          </a:xfrm>
          <a:custGeom>
            <a:avLst/>
            <a:gdLst>
              <a:gd name="connsiteX0" fmla="*/ 1568526 w 1752607"/>
              <a:gd name="connsiteY0" fmla="*/ 2018837 h 2018836"/>
              <a:gd name="connsiteX1" fmla="*/ 1521585 w 1752607"/>
              <a:gd name="connsiteY1" fmla="*/ 2013774 h 2018836"/>
              <a:gd name="connsiteX2" fmla="*/ 224733 w 1752607"/>
              <a:gd name="connsiteY2" fmla="*/ 1735505 h 2018836"/>
              <a:gd name="connsiteX3" fmla="*/ 0 w 1752607"/>
              <a:gd name="connsiteY3" fmla="*/ 1457389 h 2018836"/>
              <a:gd name="connsiteX4" fmla="*/ 0 w 1752607"/>
              <a:gd name="connsiteY4" fmla="*/ 561680 h 2018836"/>
              <a:gd name="connsiteX5" fmla="*/ 224733 w 1752607"/>
              <a:gd name="connsiteY5" fmla="*/ 283717 h 2018836"/>
              <a:gd name="connsiteX6" fmla="*/ 1521585 w 1752607"/>
              <a:gd name="connsiteY6" fmla="*/ 5141 h 2018836"/>
              <a:gd name="connsiteX7" fmla="*/ 1684497 w 1752607"/>
              <a:gd name="connsiteY7" fmla="*/ 39809 h 2018836"/>
              <a:gd name="connsiteX8" fmla="*/ 1752607 w 1752607"/>
              <a:gd name="connsiteY8" fmla="*/ 191830 h 2018836"/>
              <a:gd name="connsiteX9" fmla="*/ 1752607 w 1752607"/>
              <a:gd name="connsiteY9" fmla="*/ 1826778 h 2018836"/>
              <a:gd name="connsiteX10" fmla="*/ 1684497 w 1752607"/>
              <a:gd name="connsiteY10" fmla="*/ 1978799 h 2018836"/>
              <a:gd name="connsiteX11" fmla="*/ 1568526 w 1752607"/>
              <a:gd name="connsiteY11" fmla="*/ 2018683 h 2018836"/>
              <a:gd name="connsiteX12" fmla="*/ 1568373 w 1752607"/>
              <a:gd name="connsiteY12" fmla="*/ 30759 h 2018836"/>
              <a:gd name="connsiteX13" fmla="*/ 1528028 w 1752607"/>
              <a:gd name="connsiteY13" fmla="*/ 35207 h 2018836"/>
              <a:gd name="connsiteX14" fmla="*/ 231176 w 1752607"/>
              <a:gd name="connsiteY14" fmla="*/ 313477 h 2018836"/>
              <a:gd name="connsiteX15" fmla="*/ 30680 w 1752607"/>
              <a:gd name="connsiteY15" fmla="*/ 561526 h 2018836"/>
              <a:gd name="connsiteX16" fmla="*/ 30680 w 1752607"/>
              <a:gd name="connsiteY16" fmla="*/ 1457235 h 2018836"/>
              <a:gd name="connsiteX17" fmla="*/ 231176 w 1752607"/>
              <a:gd name="connsiteY17" fmla="*/ 1705285 h 2018836"/>
              <a:gd name="connsiteX18" fmla="*/ 1528028 w 1752607"/>
              <a:gd name="connsiteY18" fmla="*/ 1983554 h 2018836"/>
              <a:gd name="connsiteX19" fmla="*/ 1665322 w 1752607"/>
              <a:gd name="connsiteY19" fmla="*/ 1955022 h 2018836"/>
              <a:gd name="connsiteX20" fmla="*/ 1722081 w 1752607"/>
              <a:gd name="connsiteY20" fmla="*/ 1826778 h 2018836"/>
              <a:gd name="connsiteX21" fmla="*/ 1722081 w 1752607"/>
              <a:gd name="connsiteY21" fmla="*/ 191983 h 2018836"/>
              <a:gd name="connsiteX22" fmla="*/ 1665322 w 1752607"/>
              <a:gd name="connsiteY22" fmla="*/ 63740 h 2018836"/>
              <a:gd name="connsiteX23" fmla="*/ 1568526 w 1752607"/>
              <a:gd name="connsiteY23" fmla="*/ 30759 h 20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607" h="2018836">
                <a:moveTo>
                  <a:pt x="1568526" y="2018837"/>
                </a:moveTo>
                <a:cubicBezTo>
                  <a:pt x="1553186" y="2018837"/>
                  <a:pt x="1537539" y="2017149"/>
                  <a:pt x="1521585" y="2013774"/>
                </a:cubicBezTo>
                <a:lnTo>
                  <a:pt x="224733" y="1735505"/>
                </a:lnTo>
                <a:cubicBezTo>
                  <a:pt x="100785" y="1708966"/>
                  <a:pt x="0" y="1584251"/>
                  <a:pt x="0" y="1457389"/>
                </a:cubicBezTo>
                <a:lnTo>
                  <a:pt x="0" y="561680"/>
                </a:lnTo>
                <a:cubicBezTo>
                  <a:pt x="0" y="434971"/>
                  <a:pt x="100785" y="310255"/>
                  <a:pt x="224733" y="283717"/>
                </a:cubicBezTo>
                <a:lnTo>
                  <a:pt x="1521585" y="5141"/>
                </a:lnTo>
                <a:cubicBezTo>
                  <a:pt x="1582793" y="-8052"/>
                  <a:pt x="1640625" y="4374"/>
                  <a:pt x="1684497" y="39809"/>
                </a:cubicBezTo>
                <a:cubicBezTo>
                  <a:pt x="1728524" y="75245"/>
                  <a:pt x="1752607" y="129396"/>
                  <a:pt x="1752607" y="191830"/>
                </a:cubicBezTo>
                <a:lnTo>
                  <a:pt x="1752607" y="1826778"/>
                </a:lnTo>
                <a:cubicBezTo>
                  <a:pt x="1752607" y="1889366"/>
                  <a:pt x="1728370" y="1943363"/>
                  <a:pt x="1684497" y="1978799"/>
                </a:cubicBezTo>
                <a:cubicBezTo>
                  <a:pt x="1651976" y="2005030"/>
                  <a:pt x="1611939" y="2018683"/>
                  <a:pt x="1568526" y="2018683"/>
                </a:cubicBezTo>
                <a:close/>
                <a:moveTo>
                  <a:pt x="1568373" y="30759"/>
                </a:moveTo>
                <a:cubicBezTo>
                  <a:pt x="1555180" y="30759"/>
                  <a:pt x="1541681" y="32139"/>
                  <a:pt x="1528028" y="35207"/>
                </a:cubicBezTo>
                <a:lnTo>
                  <a:pt x="231176" y="313477"/>
                </a:lnTo>
                <a:cubicBezTo>
                  <a:pt x="120573" y="337254"/>
                  <a:pt x="30680" y="448470"/>
                  <a:pt x="30680" y="561526"/>
                </a:cubicBezTo>
                <a:lnTo>
                  <a:pt x="30680" y="1457235"/>
                </a:lnTo>
                <a:cubicBezTo>
                  <a:pt x="30680" y="1570292"/>
                  <a:pt x="120573" y="1681508"/>
                  <a:pt x="231176" y="1705285"/>
                </a:cubicBezTo>
                <a:lnTo>
                  <a:pt x="1528028" y="1983554"/>
                </a:lnTo>
                <a:cubicBezTo>
                  <a:pt x="1580031" y="1994753"/>
                  <a:pt x="1628660" y="1984475"/>
                  <a:pt x="1665322" y="1955022"/>
                </a:cubicBezTo>
                <a:cubicBezTo>
                  <a:pt x="1701985" y="1925415"/>
                  <a:pt x="1722081" y="1879855"/>
                  <a:pt x="1722081" y="1826778"/>
                </a:cubicBezTo>
                <a:lnTo>
                  <a:pt x="1722081" y="191983"/>
                </a:lnTo>
                <a:cubicBezTo>
                  <a:pt x="1722081" y="138906"/>
                  <a:pt x="1701985" y="93346"/>
                  <a:pt x="1665322" y="63740"/>
                </a:cubicBezTo>
                <a:cubicBezTo>
                  <a:pt x="1638477" y="41957"/>
                  <a:pt x="1604883" y="30759"/>
                  <a:pt x="1568526" y="30759"/>
                </a:cubicBezTo>
                <a:close/>
              </a:path>
            </a:pathLst>
          </a:custGeom>
          <a:solidFill>
            <a:srgbClr val="00B0F0"/>
          </a:solidFill>
          <a:ln w="1533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latin typeface="+mj-lt"/>
            </a:endParaRPr>
          </a:p>
        </p:txBody>
      </p:sp>
      <p:sp>
        <p:nvSpPr>
          <p:cNvPr id="21" name="TextBox 20">
            <a:extLst>
              <a:ext uri="{FF2B5EF4-FFF2-40B4-BE49-F238E27FC236}">
                <a16:creationId xmlns:a16="http://schemas.microsoft.com/office/drawing/2014/main" id="{DD334A5B-4681-2029-266C-BEB2A07EC231}"/>
              </a:ext>
            </a:extLst>
          </p:cNvPr>
          <p:cNvSpPr txBox="1"/>
          <p:nvPr/>
        </p:nvSpPr>
        <p:spPr>
          <a:xfrm>
            <a:off x="7563772" y="2541422"/>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rgbClr val="000000"/>
                </a:solidFill>
                <a:latin typeface="Lato"/>
                <a:cs typeface="Lato"/>
              </a:rPr>
              <a:t>T</a:t>
            </a:r>
            <a:r>
              <a:rPr lang="en-IN" b="1" spc="-10" err="1">
                <a:solidFill>
                  <a:srgbClr val="000000"/>
                </a:solidFill>
                <a:latin typeface="Lato"/>
                <a:cs typeface="Lato"/>
              </a:rPr>
              <a:t>itle</a:t>
            </a:r>
            <a:endParaRPr lang="en-IN" sz="1800">
              <a:solidFill>
                <a:srgbClr val="000000"/>
              </a:solidFill>
              <a:latin typeface="Lato"/>
              <a:cs typeface="Lato"/>
            </a:endParaRPr>
          </a:p>
        </p:txBody>
      </p:sp>
      <p:sp>
        <p:nvSpPr>
          <p:cNvPr id="22" name="Freeform: Shape 21">
            <a:extLst>
              <a:ext uri="{FF2B5EF4-FFF2-40B4-BE49-F238E27FC236}">
                <a16:creationId xmlns:a16="http://schemas.microsoft.com/office/drawing/2014/main" id="{48E1D5B2-6675-6552-747B-F14325B82371}"/>
              </a:ext>
            </a:extLst>
          </p:cNvPr>
          <p:cNvSpPr/>
          <p:nvPr/>
        </p:nvSpPr>
        <p:spPr>
          <a:xfrm>
            <a:off x="9898859" y="1382443"/>
            <a:ext cx="1752453" cy="2018836"/>
          </a:xfrm>
          <a:custGeom>
            <a:avLst/>
            <a:gdLst>
              <a:gd name="connsiteX0" fmla="*/ 1568526 w 1752453"/>
              <a:gd name="connsiteY0" fmla="*/ 2018837 h 2018836"/>
              <a:gd name="connsiteX1" fmla="*/ 1521585 w 1752453"/>
              <a:gd name="connsiteY1" fmla="*/ 2013774 h 2018836"/>
              <a:gd name="connsiteX2" fmla="*/ 224732 w 1752453"/>
              <a:gd name="connsiteY2" fmla="*/ 1735505 h 2018836"/>
              <a:gd name="connsiteX3" fmla="*/ 0 w 1752453"/>
              <a:gd name="connsiteY3" fmla="*/ 1457389 h 2018836"/>
              <a:gd name="connsiteX4" fmla="*/ 0 w 1752453"/>
              <a:gd name="connsiteY4" fmla="*/ 561680 h 2018836"/>
              <a:gd name="connsiteX5" fmla="*/ 224732 w 1752453"/>
              <a:gd name="connsiteY5" fmla="*/ 283717 h 2018836"/>
              <a:gd name="connsiteX6" fmla="*/ 1521432 w 1752453"/>
              <a:gd name="connsiteY6" fmla="*/ 5141 h 2018836"/>
              <a:gd name="connsiteX7" fmla="*/ 1684344 w 1752453"/>
              <a:gd name="connsiteY7" fmla="*/ 39809 h 2018836"/>
              <a:gd name="connsiteX8" fmla="*/ 1752454 w 1752453"/>
              <a:gd name="connsiteY8" fmla="*/ 191830 h 2018836"/>
              <a:gd name="connsiteX9" fmla="*/ 1752454 w 1752453"/>
              <a:gd name="connsiteY9" fmla="*/ 1826778 h 2018836"/>
              <a:gd name="connsiteX10" fmla="*/ 1684344 w 1752453"/>
              <a:gd name="connsiteY10" fmla="*/ 1978799 h 2018836"/>
              <a:gd name="connsiteX11" fmla="*/ 1568373 w 1752453"/>
              <a:gd name="connsiteY11" fmla="*/ 2018683 h 2018836"/>
              <a:gd name="connsiteX12" fmla="*/ 1568373 w 1752453"/>
              <a:gd name="connsiteY12" fmla="*/ 30759 h 2018836"/>
              <a:gd name="connsiteX13" fmla="*/ 1528028 w 1752453"/>
              <a:gd name="connsiteY13" fmla="*/ 35207 h 2018836"/>
              <a:gd name="connsiteX14" fmla="*/ 231176 w 1752453"/>
              <a:gd name="connsiteY14" fmla="*/ 313477 h 2018836"/>
              <a:gd name="connsiteX15" fmla="*/ 30680 w 1752453"/>
              <a:gd name="connsiteY15" fmla="*/ 561526 h 2018836"/>
              <a:gd name="connsiteX16" fmla="*/ 30680 w 1752453"/>
              <a:gd name="connsiteY16" fmla="*/ 1457235 h 2018836"/>
              <a:gd name="connsiteX17" fmla="*/ 231176 w 1752453"/>
              <a:gd name="connsiteY17" fmla="*/ 1705285 h 2018836"/>
              <a:gd name="connsiteX18" fmla="*/ 1528028 w 1752453"/>
              <a:gd name="connsiteY18" fmla="*/ 1983554 h 2018836"/>
              <a:gd name="connsiteX19" fmla="*/ 1665322 w 1752453"/>
              <a:gd name="connsiteY19" fmla="*/ 1955022 h 2018836"/>
              <a:gd name="connsiteX20" fmla="*/ 1722081 w 1752453"/>
              <a:gd name="connsiteY20" fmla="*/ 1826778 h 2018836"/>
              <a:gd name="connsiteX21" fmla="*/ 1722081 w 1752453"/>
              <a:gd name="connsiteY21" fmla="*/ 191983 h 2018836"/>
              <a:gd name="connsiteX22" fmla="*/ 1665322 w 1752453"/>
              <a:gd name="connsiteY22" fmla="*/ 63740 h 2018836"/>
              <a:gd name="connsiteX23" fmla="*/ 1568526 w 1752453"/>
              <a:gd name="connsiteY23" fmla="*/ 30759 h 20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453" h="2018836">
                <a:moveTo>
                  <a:pt x="1568526" y="2018837"/>
                </a:moveTo>
                <a:cubicBezTo>
                  <a:pt x="1553186" y="2018837"/>
                  <a:pt x="1537539" y="2017149"/>
                  <a:pt x="1521585" y="2013774"/>
                </a:cubicBezTo>
                <a:lnTo>
                  <a:pt x="224732" y="1735505"/>
                </a:lnTo>
                <a:cubicBezTo>
                  <a:pt x="100785" y="1708966"/>
                  <a:pt x="0" y="1584251"/>
                  <a:pt x="0" y="1457389"/>
                </a:cubicBezTo>
                <a:lnTo>
                  <a:pt x="0" y="561680"/>
                </a:lnTo>
                <a:cubicBezTo>
                  <a:pt x="0" y="434971"/>
                  <a:pt x="100785" y="310255"/>
                  <a:pt x="224732" y="283717"/>
                </a:cubicBezTo>
                <a:lnTo>
                  <a:pt x="1521432" y="5141"/>
                </a:lnTo>
                <a:cubicBezTo>
                  <a:pt x="1582639" y="-8052"/>
                  <a:pt x="1640471" y="4374"/>
                  <a:pt x="1684344" y="39809"/>
                </a:cubicBezTo>
                <a:cubicBezTo>
                  <a:pt x="1728370" y="75245"/>
                  <a:pt x="1752454" y="129396"/>
                  <a:pt x="1752454" y="191830"/>
                </a:cubicBezTo>
                <a:lnTo>
                  <a:pt x="1752454" y="1826778"/>
                </a:lnTo>
                <a:cubicBezTo>
                  <a:pt x="1752454" y="1889366"/>
                  <a:pt x="1728216" y="1943363"/>
                  <a:pt x="1684344" y="1978799"/>
                </a:cubicBezTo>
                <a:cubicBezTo>
                  <a:pt x="1651823" y="2005030"/>
                  <a:pt x="1611785" y="2018683"/>
                  <a:pt x="1568373" y="2018683"/>
                </a:cubicBezTo>
                <a:close/>
                <a:moveTo>
                  <a:pt x="1568373" y="30759"/>
                </a:moveTo>
                <a:cubicBezTo>
                  <a:pt x="1555180" y="30759"/>
                  <a:pt x="1541681" y="32139"/>
                  <a:pt x="1528028" y="35207"/>
                </a:cubicBezTo>
                <a:lnTo>
                  <a:pt x="231176" y="313477"/>
                </a:lnTo>
                <a:cubicBezTo>
                  <a:pt x="120573" y="337254"/>
                  <a:pt x="30680" y="448470"/>
                  <a:pt x="30680" y="561526"/>
                </a:cubicBezTo>
                <a:lnTo>
                  <a:pt x="30680" y="1457235"/>
                </a:lnTo>
                <a:cubicBezTo>
                  <a:pt x="30680" y="1570292"/>
                  <a:pt x="120573" y="1681508"/>
                  <a:pt x="231176" y="1705285"/>
                </a:cubicBezTo>
                <a:lnTo>
                  <a:pt x="1528028" y="1983554"/>
                </a:lnTo>
                <a:cubicBezTo>
                  <a:pt x="1580031" y="1994753"/>
                  <a:pt x="1628659" y="1984475"/>
                  <a:pt x="1665322" y="1955022"/>
                </a:cubicBezTo>
                <a:cubicBezTo>
                  <a:pt x="1701985" y="1925415"/>
                  <a:pt x="1722081" y="1879855"/>
                  <a:pt x="1722081" y="1826778"/>
                </a:cubicBezTo>
                <a:lnTo>
                  <a:pt x="1722081" y="191983"/>
                </a:lnTo>
                <a:cubicBezTo>
                  <a:pt x="1722081" y="138906"/>
                  <a:pt x="1701985" y="93346"/>
                  <a:pt x="1665322" y="63740"/>
                </a:cubicBezTo>
                <a:cubicBezTo>
                  <a:pt x="1638477" y="41957"/>
                  <a:pt x="1604882" y="30759"/>
                  <a:pt x="1568526" y="30759"/>
                </a:cubicBezTo>
                <a:close/>
              </a:path>
            </a:pathLst>
          </a:custGeom>
          <a:solidFill>
            <a:schemeClr val="accent4"/>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latin typeface="+mj-lt"/>
            </a:endParaRPr>
          </a:p>
        </p:txBody>
      </p:sp>
      <p:sp>
        <p:nvSpPr>
          <p:cNvPr id="24" name="TextBox 23">
            <a:extLst>
              <a:ext uri="{FF2B5EF4-FFF2-40B4-BE49-F238E27FC236}">
                <a16:creationId xmlns:a16="http://schemas.microsoft.com/office/drawing/2014/main" id="{A73FB166-9480-C071-D4F3-C90AE5177EA9}"/>
              </a:ext>
            </a:extLst>
          </p:cNvPr>
          <p:cNvSpPr txBox="1"/>
          <p:nvPr/>
        </p:nvSpPr>
        <p:spPr>
          <a:xfrm>
            <a:off x="9903764" y="2541422"/>
            <a:ext cx="171822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rgbClr val="000000"/>
                </a:solidFill>
                <a:latin typeface="Lato"/>
                <a:cs typeface="Lato"/>
              </a:rPr>
              <a:t>T</a:t>
            </a:r>
            <a:r>
              <a:rPr lang="en-IN" b="1" spc="-10" err="1">
                <a:solidFill>
                  <a:srgbClr val="000000"/>
                </a:solidFill>
                <a:latin typeface="Lato"/>
                <a:cs typeface="Lato"/>
              </a:rPr>
              <a:t>itle</a:t>
            </a:r>
            <a:endParaRPr lang="en-IN" sz="1800">
              <a:solidFill>
                <a:srgbClr val="000000"/>
              </a:solidFill>
              <a:latin typeface="Lato"/>
              <a:cs typeface="Lato"/>
            </a:endParaRPr>
          </a:p>
        </p:txBody>
      </p:sp>
      <p:cxnSp>
        <p:nvCxnSpPr>
          <p:cNvPr id="25" name="Straight Connector 24">
            <a:extLst>
              <a:ext uri="{FF2B5EF4-FFF2-40B4-BE49-F238E27FC236}">
                <a16:creationId xmlns:a16="http://schemas.microsoft.com/office/drawing/2014/main" id="{E3DC6A09-BECC-D25B-66FE-8F8008464AFD}"/>
              </a:ext>
            </a:extLst>
          </p:cNvPr>
          <p:cNvCxnSpPr>
            <a:cxnSpLocks/>
          </p:cNvCxnSpPr>
          <p:nvPr/>
        </p:nvCxnSpPr>
        <p:spPr>
          <a:xfrm>
            <a:off x="1491706" y="3238564"/>
            <a:ext cx="0" cy="332939"/>
          </a:xfrm>
          <a:prstGeom prst="line">
            <a:avLst/>
          </a:prstGeom>
          <a:ln w="28575">
            <a:solidFill>
              <a:schemeClr val="accent2"/>
            </a:solidFill>
            <a:tailEnd type="oval"/>
          </a:ln>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67490B3A-A446-0E8D-EB59-AFAECCDD4403}"/>
              </a:ext>
            </a:extLst>
          </p:cNvPr>
          <p:cNvSpPr/>
          <p:nvPr/>
        </p:nvSpPr>
        <p:spPr>
          <a:xfrm>
            <a:off x="548626" y="1382534"/>
            <a:ext cx="1752760" cy="2018745"/>
          </a:xfrm>
          <a:custGeom>
            <a:avLst/>
            <a:gdLst>
              <a:gd name="connsiteX0" fmla="*/ 184081 w 1752760"/>
              <a:gd name="connsiteY0" fmla="*/ 2018745 h 2018745"/>
              <a:gd name="connsiteX1" fmla="*/ 68110 w 1752760"/>
              <a:gd name="connsiteY1" fmla="*/ 1978861 h 2018745"/>
              <a:gd name="connsiteX2" fmla="*/ 0 w 1752760"/>
              <a:gd name="connsiteY2" fmla="*/ 1826840 h 2018745"/>
              <a:gd name="connsiteX3" fmla="*/ 0 w 1752760"/>
              <a:gd name="connsiteY3" fmla="*/ 191892 h 2018745"/>
              <a:gd name="connsiteX4" fmla="*/ 68110 w 1752760"/>
              <a:gd name="connsiteY4" fmla="*/ 39871 h 2018745"/>
              <a:gd name="connsiteX5" fmla="*/ 231175 w 1752760"/>
              <a:gd name="connsiteY5" fmla="*/ 5049 h 2018745"/>
              <a:gd name="connsiteX6" fmla="*/ 1528028 w 1752760"/>
              <a:gd name="connsiteY6" fmla="*/ 283319 h 2018745"/>
              <a:gd name="connsiteX7" fmla="*/ 1752761 w 1752760"/>
              <a:gd name="connsiteY7" fmla="*/ 561282 h 2018745"/>
              <a:gd name="connsiteX8" fmla="*/ 1752761 w 1752760"/>
              <a:gd name="connsiteY8" fmla="*/ 1456991 h 2018745"/>
              <a:gd name="connsiteX9" fmla="*/ 1528028 w 1752760"/>
              <a:gd name="connsiteY9" fmla="*/ 1735107 h 2018745"/>
              <a:gd name="connsiteX10" fmla="*/ 231175 w 1752760"/>
              <a:gd name="connsiteY10" fmla="*/ 2013376 h 2018745"/>
              <a:gd name="connsiteX11" fmla="*/ 184235 w 1752760"/>
              <a:gd name="connsiteY11" fmla="*/ 2018438 h 2018745"/>
              <a:gd name="connsiteX12" fmla="*/ 184235 w 1752760"/>
              <a:gd name="connsiteY12" fmla="*/ 30667 h 2018745"/>
              <a:gd name="connsiteX13" fmla="*/ 87439 w 1752760"/>
              <a:gd name="connsiteY13" fmla="*/ 63649 h 2018745"/>
              <a:gd name="connsiteX14" fmla="*/ 30680 w 1752760"/>
              <a:gd name="connsiteY14" fmla="*/ 191892 h 2018745"/>
              <a:gd name="connsiteX15" fmla="*/ 30680 w 1752760"/>
              <a:gd name="connsiteY15" fmla="*/ 1826840 h 2018745"/>
              <a:gd name="connsiteX16" fmla="*/ 87439 w 1752760"/>
              <a:gd name="connsiteY16" fmla="*/ 1955084 h 2018745"/>
              <a:gd name="connsiteX17" fmla="*/ 224733 w 1752760"/>
              <a:gd name="connsiteY17" fmla="*/ 1983616 h 2018745"/>
              <a:gd name="connsiteX18" fmla="*/ 1521585 w 1752760"/>
              <a:gd name="connsiteY18" fmla="*/ 1705347 h 2018745"/>
              <a:gd name="connsiteX19" fmla="*/ 1722081 w 1752760"/>
              <a:gd name="connsiteY19" fmla="*/ 1457297 h 2018745"/>
              <a:gd name="connsiteX20" fmla="*/ 1722081 w 1752760"/>
              <a:gd name="connsiteY20" fmla="*/ 561589 h 2018745"/>
              <a:gd name="connsiteX21" fmla="*/ 1521585 w 1752760"/>
              <a:gd name="connsiteY21" fmla="*/ 313539 h 2018745"/>
              <a:gd name="connsiteX22" fmla="*/ 224733 w 1752760"/>
              <a:gd name="connsiteY22" fmla="*/ 35116 h 2018745"/>
              <a:gd name="connsiteX23" fmla="*/ 184388 w 1752760"/>
              <a:gd name="connsiteY23" fmla="*/ 30667 h 20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2760" h="2018745">
                <a:moveTo>
                  <a:pt x="184081" y="2018745"/>
                </a:moveTo>
                <a:cubicBezTo>
                  <a:pt x="140669" y="2018745"/>
                  <a:pt x="100631" y="2005093"/>
                  <a:pt x="68110" y="1978861"/>
                </a:cubicBezTo>
                <a:cubicBezTo>
                  <a:pt x="24237" y="1943425"/>
                  <a:pt x="0" y="1889428"/>
                  <a:pt x="0" y="1826840"/>
                </a:cubicBezTo>
                <a:lnTo>
                  <a:pt x="0" y="191892"/>
                </a:lnTo>
                <a:cubicBezTo>
                  <a:pt x="0" y="129304"/>
                  <a:pt x="24237" y="75307"/>
                  <a:pt x="68110" y="39871"/>
                </a:cubicBezTo>
                <a:cubicBezTo>
                  <a:pt x="111983" y="4436"/>
                  <a:pt x="169968" y="-7990"/>
                  <a:pt x="231175" y="5049"/>
                </a:cubicBezTo>
                <a:lnTo>
                  <a:pt x="1528028" y="283319"/>
                </a:lnTo>
                <a:cubicBezTo>
                  <a:pt x="1651976" y="309857"/>
                  <a:pt x="1752761" y="434572"/>
                  <a:pt x="1752761" y="561282"/>
                </a:cubicBezTo>
                <a:lnTo>
                  <a:pt x="1752761" y="1456991"/>
                </a:lnTo>
                <a:cubicBezTo>
                  <a:pt x="1752761" y="1583700"/>
                  <a:pt x="1651976" y="1708415"/>
                  <a:pt x="1528028" y="1735107"/>
                </a:cubicBezTo>
                <a:lnTo>
                  <a:pt x="231175" y="2013376"/>
                </a:lnTo>
                <a:cubicBezTo>
                  <a:pt x="215222" y="2016751"/>
                  <a:pt x="199421" y="2018438"/>
                  <a:pt x="184235" y="2018438"/>
                </a:cubicBezTo>
                <a:close/>
                <a:moveTo>
                  <a:pt x="184235" y="30667"/>
                </a:moveTo>
                <a:cubicBezTo>
                  <a:pt x="147725" y="30667"/>
                  <a:pt x="114284" y="41866"/>
                  <a:pt x="87439" y="63649"/>
                </a:cubicBezTo>
                <a:cubicBezTo>
                  <a:pt x="50776" y="93255"/>
                  <a:pt x="30680" y="138815"/>
                  <a:pt x="30680" y="191892"/>
                </a:cubicBezTo>
                <a:lnTo>
                  <a:pt x="30680" y="1826840"/>
                </a:lnTo>
                <a:cubicBezTo>
                  <a:pt x="30680" y="1879917"/>
                  <a:pt x="50776" y="1925477"/>
                  <a:pt x="87439" y="1955084"/>
                </a:cubicBezTo>
                <a:cubicBezTo>
                  <a:pt x="124101" y="1984690"/>
                  <a:pt x="172730" y="1994815"/>
                  <a:pt x="224733" y="1983616"/>
                </a:cubicBezTo>
                <a:lnTo>
                  <a:pt x="1521585" y="1705347"/>
                </a:lnTo>
                <a:cubicBezTo>
                  <a:pt x="1632188" y="1681570"/>
                  <a:pt x="1722081" y="1570354"/>
                  <a:pt x="1722081" y="1457297"/>
                </a:cubicBezTo>
                <a:lnTo>
                  <a:pt x="1722081" y="561589"/>
                </a:lnTo>
                <a:cubicBezTo>
                  <a:pt x="1722081" y="448532"/>
                  <a:pt x="1632188" y="337316"/>
                  <a:pt x="1521585" y="313539"/>
                </a:cubicBezTo>
                <a:lnTo>
                  <a:pt x="224733" y="35116"/>
                </a:lnTo>
                <a:cubicBezTo>
                  <a:pt x="210926" y="32201"/>
                  <a:pt x="197427" y="30667"/>
                  <a:pt x="184388" y="30667"/>
                </a:cubicBezTo>
                <a:close/>
              </a:path>
            </a:pathLst>
          </a:custGeom>
          <a:solidFill>
            <a:schemeClr val="accent2"/>
          </a:solidFill>
          <a:ln w="1533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latin typeface="+mj-lt"/>
            </a:endParaRPr>
          </a:p>
        </p:txBody>
      </p:sp>
      <p:sp>
        <p:nvSpPr>
          <p:cNvPr id="27" name="TextBox 26">
            <a:extLst>
              <a:ext uri="{FF2B5EF4-FFF2-40B4-BE49-F238E27FC236}">
                <a16:creationId xmlns:a16="http://schemas.microsoft.com/office/drawing/2014/main" id="{EA0382F0-D325-C933-AAD5-36976E504F3A}"/>
              </a:ext>
            </a:extLst>
          </p:cNvPr>
          <p:cNvSpPr txBox="1"/>
          <p:nvPr/>
        </p:nvSpPr>
        <p:spPr>
          <a:xfrm>
            <a:off x="548472" y="2541422"/>
            <a:ext cx="175276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lnSpc>
                <a:spcPct val="100000"/>
              </a:lnSpc>
              <a:spcBef>
                <a:spcPts val="95"/>
              </a:spcBef>
            </a:pPr>
            <a:r>
              <a:rPr lang="en-US" b="1" spc="-10">
                <a:solidFill>
                  <a:srgbClr val="000000"/>
                </a:solidFill>
                <a:latin typeface="+mj-lt"/>
                <a:cs typeface="Lato"/>
              </a:rPr>
              <a:t>T</a:t>
            </a:r>
            <a:r>
              <a:rPr lang="en-IN" b="1" spc="-10" err="1">
                <a:solidFill>
                  <a:srgbClr val="000000"/>
                </a:solidFill>
                <a:latin typeface="+mj-lt"/>
                <a:cs typeface="Lato"/>
              </a:rPr>
              <a:t>itle</a:t>
            </a:r>
            <a:endParaRPr lang="en-IN" sz="1800">
              <a:solidFill>
                <a:srgbClr val="000000"/>
              </a:solidFill>
              <a:latin typeface="+mj-lt"/>
              <a:cs typeface="Lato"/>
            </a:endParaRPr>
          </a:p>
        </p:txBody>
      </p:sp>
      <p:sp>
        <p:nvSpPr>
          <p:cNvPr id="28" name="TextBox 27">
            <a:extLst>
              <a:ext uri="{FF2B5EF4-FFF2-40B4-BE49-F238E27FC236}">
                <a16:creationId xmlns:a16="http://schemas.microsoft.com/office/drawing/2014/main" id="{D21F8053-A4B9-C661-BFE4-5AF66437EA6E}"/>
              </a:ext>
            </a:extLst>
          </p:cNvPr>
          <p:cNvSpPr txBox="1"/>
          <p:nvPr/>
        </p:nvSpPr>
        <p:spPr>
          <a:xfrm>
            <a:off x="747204" y="3763714"/>
            <a:ext cx="1489005" cy="307777"/>
          </a:xfrm>
          <a:prstGeom prst="rect">
            <a:avLst/>
          </a:prstGeom>
          <a:noFill/>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latin typeface="+mj-lt"/>
                <a:ea typeface="Lato Black" panose="020F0502020204030203" pitchFamily="34" charset="0"/>
                <a:cs typeface="Lato Black" panose="020F0502020204030203" pitchFamily="34" charset="0"/>
              </a:rPr>
              <a:t>Title</a:t>
            </a:r>
          </a:p>
        </p:txBody>
      </p:sp>
      <p:sp>
        <p:nvSpPr>
          <p:cNvPr id="29" name="TextBox 28">
            <a:extLst>
              <a:ext uri="{FF2B5EF4-FFF2-40B4-BE49-F238E27FC236}">
                <a16:creationId xmlns:a16="http://schemas.microsoft.com/office/drawing/2014/main" id="{6895A646-2C26-E0F2-0762-4490AAF3BE70}"/>
              </a:ext>
            </a:extLst>
          </p:cNvPr>
          <p:cNvSpPr txBox="1"/>
          <p:nvPr/>
        </p:nvSpPr>
        <p:spPr>
          <a:xfrm>
            <a:off x="540687" y="4298000"/>
            <a:ext cx="1902038"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30" name="TextBox 16">
            <a:extLst>
              <a:ext uri="{FF2B5EF4-FFF2-40B4-BE49-F238E27FC236}">
                <a16:creationId xmlns:a16="http://schemas.microsoft.com/office/drawing/2014/main" id="{18E792C6-D6A6-E673-34EC-E9D68AF732BB}"/>
              </a:ext>
            </a:extLst>
          </p:cNvPr>
          <p:cNvSpPr txBox="1"/>
          <p:nvPr/>
        </p:nvSpPr>
        <p:spPr>
          <a:xfrm>
            <a:off x="579490" y="5493706"/>
            <a:ext cx="1824433"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31" name="TextBox 17">
            <a:extLst>
              <a:ext uri="{FF2B5EF4-FFF2-40B4-BE49-F238E27FC236}">
                <a16:creationId xmlns:a16="http://schemas.microsoft.com/office/drawing/2014/main" id="{78E1D1FF-3E9A-7D22-D8C1-989B20859D58}"/>
              </a:ext>
            </a:extLst>
          </p:cNvPr>
          <p:cNvSpPr txBox="1"/>
          <p:nvPr/>
        </p:nvSpPr>
        <p:spPr>
          <a:xfrm>
            <a:off x="3369583" y="3763714"/>
            <a:ext cx="924555" cy="307777"/>
          </a:xfrm>
          <a:prstGeom prst="rect">
            <a:avLst/>
          </a:prstGeom>
          <a:noFill/>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latin typeface="+mj-lt"/>
                <a:ea typeface="Lato Black" panose="020F0502020204030203" pitchFamily="34" charset="0"/>
                <a:cs typeface="Lato Black" panose="020F0502020204030203" pitchFamily="34" charset="0"/>
              </a:rPr>
              <a:t>Title</a:t>
            </a:r>
          </a:p>
        </p:txBody>
      </p:sp>
      <p:sp>
        <p:nvSpPr>
          <p:cNvPr id="32" name="TextBox 18">
            <a:extLst>
              <a:ext uri="{FF2B5EF4-FFF2-40B4-BE49-F238E27FC236}">
                <a16:creationId xmlns:a16="http://schemas.microsoft.com/office/drawing/2014/main" id="{06901945-A74C-C42C-BCEC-7152927CE4E1}"/>
              </a:ext>
            </a:extLst>
          </p:cNvPr>
          <p:cNvSpPr txBox="1"/>
          <p:nvPr/>
        </p:nvSpPr>
        <p:spPr>
          <a:xfrm>
            <a:off x="2880841" y="4298000"/>
            <a:ext cx="1902038"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33" name="TextBox 20">
            <a:extLst>
              <a:ext uri="{FF2B5EF4-FFF2-40B4-BE49-F238E27FC236}">
                <a16:creationId xmlns:a16="http://schemas.microsoft.com/office/drawing/2014/main" id="{72594524-CC47-645D-EAFD-0468759BCB60}"/>
              </a:ext>
            </a:extLst>
          </p:cNvPr>
          <p:cNvSpPr txBox="1"/>
          <p:nvPr/>
        </p:nvSpPr>
        <p:spPr>
          <a:xfrm>
            <a:off x="2919644" y="5493706"/>
            <a:ext cx="1824433" cy="430887"/>
          </a:xfrm>
          <a:prstGeom prst="rect">
            <a:avLst/>
          </a:prstGeom>
          <a:noFill/>
        </p:spPr>
        <p:txBody>
          <a:bodyPr wrap="square" l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34" name="TextBox 21">
            <a:extLst>
              <a:ext uri="{FF2B5EF4-FFF2-40B4-BE49-F238E27FC236}">
                <a16:creationId xmlns:a16="http://schemas.microsoft.com/office/drawing/2014/main" id="{321D0779-9578-BF55-6440-29486F5DB96C}"/>
              </a:ext>
            </a:extLst>
          </p:cNvPr>
          <p:cNvSpPr txBox="1"/>
          <p:nvPr/>
        </p:nvSpPr>
        <p:spPr>
          <a:xfrm>
            <a:off x="5383600" y="3763714"/>
            <a:ext cx="1612380"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latin typeface="+mj-lt"/>
                <a:ea typeface="Lato Black" panose="020F0502020204030203" pitchFamily="34" charset="0"/>
                <a:cs typeface="Lato Black" panose="020F0502020204030203" pitchFamily="34" charset="0"/>
              </a:rPr>
              <a:t>Title</a:t>
            </a:r>
          </a:p>
        </p:txBody>
      </p:sp>
      <p:sp>
        <p:nvSpPr>
          <p:cNvPr id="35" name="TextBox 22">
            <a:extLst>
              <a:ext uri="{FF2B5EF4-FFF2-40B4-BE49-F238E27FC236}">
                <a16:creationId xmlns:a16="http://schemas.microsoft.com/office/drawing/2014/main" id="{7E9DF3CE-C923-6E3E-BE08-DCE8CEA98AF8}"/>
              </a:ext>
            </a:extLst>
          </p:cNvPr>
          <p:cNvSpPr txBox="1"/>
          <p:nvPr/>
        </p:nvSpPr>
        <p:spPr>
          <a:xfrm>
            <a:off x="5150092" y="4298000"/>
            <a:ext cx="2079396"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36" name="TextBox 24">
            <a:extLst>
              <a:ext uri="{FF2B5EF4-FFF2-40B4-BE49-F238E27FC236}">
                <a16:creationId xmlns:a16="http://schemas.microsoft.com/office/drawing/2014/main" id="{ACFA72A2-3AD0-B421-A264-D279DC99BE7E}"/>
              </a:ext>
            </a:extLst>
          </p:cNvPr>
          <p:cNvSpPr txBox="1"/>
          <p:nvPr/>
        </p:nvSpPr>
        <p:spPr>
          <a:xfrm>
            <a:off x="7670380" y="3763714"/>
            <a:ext cx="1465800"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latin typeface="+mj-lt"/>
                <a:ea typeface="Lato Black" panose="020F0502020204030203" pitchFamily="34" charset="0"/>
                <a:cs typeface="Lato Black" panose="020F0502020204030203" pitchFamily="34" charset="0"/>
              </a:rPr>
              <a:t>Title</a:t>
            </a:r>
          </a:p>
        </p:txBody>
      </p:sp>
      <p:sp>
        <p:nvSpPr>
          <p:cNvPr id="37" name="TextBox 25">
            <a:extLst>
              <a:ext uri="{FF2B5EF4-FFF2-40B4-BE49-F238E27FC236}">
                <a16:creationId xmlns:a16="http://schemas.microsoft.com/office/drawing/2014/main" id="{E5CED952-7C1F-2EF6-3C67-772A5EEB73C9}"/>
              </a:ext>
            </a:extLst>
          </p:cNvPr>
          <p:cNvSpPr txBox="1"/>
          <p:nvPr/>
        </p:nvSpPr>
        <p:spPr>
          <a:xfrm>
            <a:off x="7363582" y="4298000"/>
            <a:ext cx="2079396"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38" name="TextBox 27">
            <a:extLst>
              <a:ext uri="{FF2B5EF4-FFF2-40B4-BE49-F238E27FC236}">
                <a16:creationId xmlns:a16="http://schemas.microsoft.com/office/drawing/2014/main" id="{229EB0BC-6A33-5FE5-1545-D2BEDB60278F}"/>
              </a:ext>
            </a:extLst>
          </p:cNvPr>
          <p:cNvSpPr txBox="1"/>
          <p:nvPr/>
        </p:nvSpPr>
        <p:spPr>
          <a:xfrm>
            <a:off x="7406003" y="5493706"/>
            <a:ext cx="1994555"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ctr">
              <a:lnSpc>
                <a:spcPct val="100000"/>
              </a:lnSpc>
              <a:spcBef>
                <a:spcPts val="100"/>
              </a:spcBef>
            </a:pPr>
            <a:r>
              <a:rPr lang="en-US" sz="1100">
                <a:latin typeface="+mj-lt"/>
                <a:cs typeface="Lato"/>
              </a:rPr>
              <a:t>Insert some explanations and data about the title</a:t>
            </a:r>
          </a:p>
        </p:txBody>
      </p:sp>
      <p:sp>
        <p:nvSpPr>
          <p:cNvPr id="39" name="TextBox 28">
            <a:extLst>
              <a:ext uri="{FF2B5EF4-FFF2-40B4-BE49-F238E27FC236}">
                <a16:creationId xmlns:a16="http://schemas.microsoft.com/office/drawing/2014/main" id="{B082E154-1882-7973-DBCD-BBF6F22E8444}"/>
              </a:ext>
            </a:extLst>
          </p:cNvPr>
          <p:cNvSpPr txBox="1"/>
          <p:nvPr/>
        </p:nvSpPr>
        <p:spPr>
          <a:xfrm>
            <a:off x="9695481" y="3763714"/>
            <a:ext cx="1773618" cy="307777"/>
          </a:xfrm>
          <a:prstGeom prst="rect">
            <a:avLst/>
          </a:prstGeom>
          <a:noFill/>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400">
                <a:latin typeface="+mj-lt"/>
                <a:ea typeface="Lato Black" panose="020F0502020204030203" pitchFamily="34" charset="0"/>
                <a:cs typeface="Lato Black" panose="020F0502020204030203" pitchFamily="34" charset="0"/>
              </a:rPr>
              <a:t>Title</a:t>
            </a:r>
          </a:p>
        </p:txBody>
      </p:sp>
      <p:sp>
        <p:nvSpPr>
          <p:cNvPr id="40" name="TextBox 29">
            <a:extLst>
              <a:ext uri="{FF2B5EF4-FFF2-40B4-BE49-F238E27FC236}">
                <a16:creationId xmlns:a16="http://schemas.microsoft.com/office/drawing/2014/main" id="{6B005885-E54C-4DBC-1F42-CC5E46FCC06A}"/>
              </a:ext>
            </a:extLst>
          </p:cNvPr>
          <p:cNvSpPr txBox="1"/>
          <p:nvPr/>
        </p:nvSpPr>
        <p:spPr>
          <a:xfrm>
            <a:off x="9542592" y="4298000"/>
            <a:ext cx="2079396"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latin typeface="+mj-lt"/>
                <a:ea typeface="Lato" panose="020F0502020204030203" pitchFamily="34" charset="0"/>
                <a:cs typeface="Lato" panose="020F0502020204030203" pitchFamily="34" charset="0"/>
              </a:rPr>
              <a:t>Insert some explanations and data about the title</a:t>
            </a:r>
          </a:p>
        </p:txBody>
      </p:sp>
      <p:sp>
        <p:nvSpPr>
          <p:cNvPr id="41" name="TextBox 31">
            <a:extLst>
              <a:ext uri="{FF2B5EF4-FFF2-40B4-BE49-F238E27FC236}">
                <a16:creationId xmlns:a16="http://schemas.microsoft.com/office/drawing/2014/main" id="{10F89D0A-63EF-E76D-7B71-ED9DEFC415D2}"/>
              </a:ext>
            </a:extLst>
          </p:cNvPr>
          <p:cNvSpPr txBox="1"/>
          <p:nvPr/>
        </p:nvSpPr>
        <p:spPr>
          <a:xfrm>
            <a:off x="9585013" y="5493706"/>
            <a:ext cx="1994555"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ctr">
              <a:lnSpc>
                <a:spcPct val="100000"/>
              </a:lnSpc>
              <a:spcBef>
                <a:spcPts val="100"/>
              </a:spcBef>
            </a:pPr>
            <a:r>
              <a:rPr lang="en-US" sz="1100">
                <a:latin typeface="+mj-lt"/>
                <a:cs typeface="Lato"/>
              </a:rPr>
              <a:t>Insert some explanations and data about the title</a:t>
            </a:r>
          </a:p>
        </p:txBody>
      </p:sp>
      <p:cxnSp>
        <p:nvCxnSpPr>
          <p:cNvPr id="42" name="Straight Connector 41">
            <a:extLst>
              <a:ext uri="{FF2B5EF4-FFF2-40B4-BE49-F238E27FC236}">
                <a16:creationId xmlns:a16="http://schemas.microsoft.com/office/drawing/2014/main" id="{F132CF0A-896E-1757-38F1-F389BA4CE4A0}"/>
              </a:ext>
            </a:extLst>
          </p:cNvPr>
          <p:cNvCxnSpPr>
            <a:cxnSpLocks/>
          </p:cNvCxnSpPr>
          <p:nvPr/>
        </p:nvCxnSpPr>
        <p:spPr>
          <a:xfrm>
            <a:off x="3829553" y="3238564"/>
            <a:ext cx="0" cy="332939"/>
          </a:xfrm>
          <a:prstGeom prst="line">
            <a:avLst/>
          </a:prstGeom>
          <a:ln w="28575">
            <a:solidFill>
              <a:srgbClr val="00B0F0"/>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D7D21B6-90AA-5A94-B423-9E23B95B4439}"/>
              </a:ext>
            </a:extLst>
          </p:cNvPr>
          <p:cNvCxnSpPr>
            <a:cxnSpLocks/>
          </p:cNvCxnSpPr>
          <p:nvPr/>
        </p:nvCxnSpPr>
        <p:spPr>
          <a:xfrm>
            <a:off x="6180363" y="3240945"/>
            <a:ext cx="0" cy="332939"/>
          </a:xfrm>
          <a:prstGeom prst="line">
            <a:avLst/>
          </a:prstGeom>
          <a:ln w="28575">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65605B8-4440-F723-C950-588D0285370D}"/>
              </a:ext>
            </a:extLst>
          </p:cNvPr>
          <p:cNvCxnSpPr>
            <a:cxnSpLocks/>
          </p:cNvCxnSpPr>
          <p:nvPr/>
        </p:nvCxnSpPr>
        <p:spPr>
          <a:xfrm>
            <a:off x="8310820" y="3224278"/>
            <a:ext cx="0" cy="332939"/>
          </a:xfrm>
          <a:prstGeom prst="line">
            <a:avLst/>
          </a:prstGeom>
          <a:ln w="28575">
            <a:solidFill>
              <a:srgbClr val="00B0F0"/>
            </a:solidFill>
            <a:tailEnd type="ova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26780DB-F538-BE0B-0FB2-10C95BEBB3FE}"/>
              </a:ext>
            </a:extLst>
          </p:cNvPr>
          <p:cNvCxnSpPr>
            <a:cxnSpLocks/>
          </p:cNvCxnSpPr>
          <p:nvPr/>
        </p:nvCxnSpPr>
        <p:spPr>
          <a:xfrm>
            <a:off x="10705228" y="3240945"/>
            <a:ext cx="0" cy="332939"/>
          </a:xfrm>
          <a:prstGeom prst="line">
            <a:avLst/>
          </a:prstGeom>
          <a:ln w="28575">
            <a:solidFill>
              <a:schemeClr val="accent2"/>
            </a:solidFill>
            <a:tailEnd type="oval"/>
          </a:ln>
        </p:spPr>
        <p:style>
          <a:lnRef idx="1">
            <a:schemeClr val="accent1"/>
          </a:lnRef>
          <a:fillRef idx="0">
            <a:schemeClr val="accent1"/>
          </a:fillRef>
          <a:effectRef idx="0">
            <a:schemeClr val="accent1"/>
          </a:effectRef>
          <a:fontRef idx="minor">
            <a:schemeClr val="tx1"/>
          </a:fontRef>
        </p:style>
      </p:cxnSp>
      <p:pic>
        <p:nvPicPr>
          <p:cNvPr id="46" name="Graphic 36" descr="Bullseye with solid fill">
            <a:extLst>
              <a:ext uri="{FF2B5EF4-FFF2-40B4-BE49-F238E27FC236}">
                <a16:creationId xmlns:a16="http://schemas.microsoft.com/office/drawing/2014/main" id="{95806BF1-49A8-DFDD-DD90-C1B79B4875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7821" y="1824698"/>
            <a:ext cx="567771" cy="567771"/>
          </a:xfrm>
          <a:prstGeom prst="rect">
            <a:avLst/>
          </a:prstGeom>
        </p:spPr>
      </p:pic>
      <p:pic>
        <p:nvPicPr>
          <p:cNvPr id="47" name="Graphic 37" descr="Illustrator with solid fill">
            <a:extLst>
              <a:ext uri="{FF2B5EF4-FFF2-40B4-BE49-F238E27FC236}">
                <a16:creationId xmlns:a16="http://schemas.microsoft.com/office/drawing/2014/main" id="{DFFF84DE-4E28-8939-1B51-66A8C9ECCE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8035" y="1824698"/>
            <a:ext cx="567771" cy="567771"/>
          </a:xfrm>
          <a:prstGeom prst="rect">
            <a:avLst/>
          </a:prstGeom>
        </p:spPr>
      </p:pic>
      <p:pic>
        <p:nvPicPr>
          <p:cNvPr id="48" name="Graphic 38" descr="Chess pieces with solid fill">
            <a:extLst>
              <a:ext uri="{FF2B5EF4-FFF2-40B4-BE49-F238E27FC236}">
                <a16:creationId xmlns:a16="http://schemas.microsoft.com/office/drawing/2014/main" id="{306CC582-4D9B-5F36-F762-85D4509BF3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05905" y="1824698"/>
            <a:ext cx="567771" cy="567771"/>
          </a:xfrm>
          <a:prstGeom prst="rect">
            <a:avLst/>
          </a:prstGeom>
        </p:spPr>
      </p:pic>
      <p:pic>
        <p:nvPicPr>
          <p:cNvPr id="49" name="Graphic 39" descr="Presentation with pie chart with solid fill">
            <a:extLst>
              <a:ext uri="{FF2B5EF4-FFF2-40B4-BE49-F238E27FC236}">
                <a16:creationId xmlns:a16="http://schemas.microsoft.com/office/drawing/2014/main" id="{22A7B456-28BD-7CBF-FBCD-51A15667B8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59952" y="1824698"/>
            <a:ext cx="567771" cy="567771"/>
          </a:xfrm>
          <a:prstGeom prst="rect">
            <a:avLst/>
          </a:prstGeom>
        </p:spPr>
      </p:pic>
      <p:pic>
        <p:nvPicPr>
          <p:cNvPr id="50" name="Graphic 40" descr="Group brainstorm with solid fill">
            <a:extLst>
              <a:ext uri="{FF2B5EF4-FFF2-40B4-BE49-F238E27FC236}">
                <a16:creationId xmlns:a16="http://schemas.microsoft.com/office/drawing/2014/main" id="{A4B3DFB4-F978-0308-38E4-D1C1C25D79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91200" y="1824698"/>
            <a:ext cx="567771" cy="567771"/>
          </a:xfrm>
          <a:prstGeom prst="rect">
            <a:avLst/>
          </a:prstGeom>
        </p:spPr>
      </p:pic>
      <p:cxnSp>
        <p:nvCxnSpPr>
          <p:cNvPr id="51" name="Straight Connector 50">
            <a:extLst>
              <a:ext uri="{FF2B5EF4-FFF2-40B4-BE49-F238E27FC236}">
                <a16:creationId xmlns:a16="http://schemas.microsoft.com/office/drawing/2014/main" id="{E71ACA9C-2B23-B1D0-0A86-D7D5003B1B3C}"/>
              </a:ext>
            </a:extLst>
          </p:cNvPr>
          <p:cNvCxnSpPr>
            <a:cxnSpLocks/>
          </p:cNvCxnSpPr>
          <p:nvPr/>
        </p:nvCxnSpPr>
        <p:spPr>
          <a:xfrm>
            <a:off x="461671" y="5130659"/>
            <a:ext cx="19325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BA2723F-B685-A4AC-6619-4CDDF9A314D4}"/>
              </a:ext>
            </a:extLst>
          </p:cNvPr>
          <p:cNvCxnSpPr>
            <a:cxnSpLocks/>
          </p:cNvCxnSpPr>
          <p:nvPr/>
        </p:nvCxnSpPr>
        <p:spPr>
          <a:xfrm>
            <a:off x="2835631" y="5130659"/>
            <a:ext cx="1951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65DBB02-EB68-1E61-F704-D1ED5B0FEF02}"/>
              </a:ext>
            </a:extLst>
          </p:cNvPr>
          <p:cNvCxnSpPr>
            <a:cxnSpLocks/>
          </p:cNvCxnSpPr>
          <p:nvPr/>
        </p:nvCxnSpPr>
        <p:spPr>
          <a:xfrm>
            <a:off x="5204405" y="5130659"/>
            <a:ext cx="1951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D40DA89-49B9-A034-8C03-155C3674BB8F}"/>
              </a:ext>
            </a:extLst>
          </p:cNvPr>
          <p:cNvCxnSpPr>
            <a:cxnSpLocks/>
          </p:cNvCxnSpPr>
          <p:nvPr/>
        </p:nvCxnSpPr>
        <p:spPr>
          <a:xfrm>
            <a:off x="7448643" y="5130659"/>
            <a:ext cx="19519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9B8C595-75C6-05C6-4399-8A1071BDED9A}"/>
              </a:ext>
            </a:extLst>
          </p:cNvPr>
          <p:cNvCxnSpPr>
            <a:cxnSpLocks/>
          </p:cNvCxnSpPr>
          <p:nvPr/>
        </p:nvCxnSpPr>
        <p:spPr>
          <a:xfrm>
            <a:off x="9606333" y="5130659"/>
            <a:ext cx="1951915"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46">
            <a:extLst>
              <a:ext uri="{FF2B5EF4-FFF2-40B4-BE49-F238E27FC236}">
                <a16:creationId xmlns:a16="http://schemas.microsoft.com/office/drawing/2014/main" id="{9D11F68C-A65D-1686-0486-76BA0039D31E}"/>
              </a:ext>
            </a:extLst>
          </p:cNvPr>
          <p:cNvSpPr txBox="1"/>
          <p:nvPr/>
        </p:nvSpPr>
        <p:spPr>
          <a:xfrm>
            <a:off x="5183086" y="5493706"/>
            <a:ext cx="1994555" cy="430887"/>
          </a:xfrm>
          <a:prstGeom prst="rect">
            <a:avLst/>
          </a:prstGeom>
          <a:noFill/>
        </p:spPr>
        <p:txBody>
          <a:bodyPr wrap="square" lIns="0" rIns="0">
            <a:spAutoFit/>
          </a:bodyPr>
          <a:lstStyle>
            <a:defPPr>
              <a:defRPr lang="en-US" kern="0"/>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algn="ctr">
              <a:lnSpc>
                <a:spcPct val="100000"/>
              </a:lnSpc>
              <a:spcBef>
                <a:spcPts val="100"/>
              </a:spcBef>
            </a:pPr>
            <a:r>
              <a:rPr lang="en-US" sz="1100">
                <a:latin typeface="+mj-lt"/>
                <a:cs typeface="Lato"/>
              </a:rPr>
              <a:t>Insert some explanations and data about the title</a:t>
            </a:r>
          </a:p>
        </p:txBody>
      </p:sp>
    </p:spTree>
    <p:extLst>
      <p:ext uri="{BB962C8B-B14F-4D97-AF65-F5344CB8AC3E}">
        <p14:creationId xmlns:p14="http://schemas.microsoft.com/office/powerpoint/2010/main" val="13793511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03A8-5A25-87C3-062E-C8921148DE59}"/>
              </a:ext>
            </a:extLst>
          </p:cNvPr>
          <p:cNvSpPr>
            <a:spLocks noGrp="1"/>
          </p:cNvSpPr>
          <p:nvPr>
            <p:ph type="title"/>
          </p:nvPr>
        </p:nvSpPr>
        <p:spPr/>
        <p:txBody>
          <a:bodyPr/>
          <a:lstStyle/>
          <a:p>
            <a:pPr algn="ctr"/>
            <a:r>
              <a:rPr lang="en-US"/>
              <a:t>Title of the slide</a:t>
            </a:r>
          </a:p>
        </p:txBody>
      </p:sp>
      <p:grpSp>
        <p:nvGrpSpPr>
          <p:cNvPr id="3" name="Graphic 1">
            <a:extLst>
              <a:ext uri="{FF2B5EF4-FFF2-40B4-BE49-F238E27FC236}">
                <a16:creationId xmlns:a16="http://schemas.microsoft.com/office/drawing/2014/main" id="{C1D50EE7-631C-0DD7-88AE-22C01205CCF1}"/>
              </a:ext>
            </a:extLst>
          </p:cNvPr>
          <p:cNvGrpSpPr/>
          <p:nvPr/>
        </p:nvGrpSpPr>
        <p:grpSpPr>
          <a:xfrm>
            <a:off x="4968057" y="1684924"/>
            <a:ext cx="2260193" cy="2260194"/>
            <a:chOff x="4968057" y="1684924"/>
            <a:chExt cx="2260193" cy="2260194"/>
          </a:xfrm>
          <a:gradFill>
            <a:gsLst>
              <a:gs pos="5000">
                <a:schemeClr val="bg1"/>
              </a:gs>
              <a:gs pos="100000">
                <a:schemeClr val="tx2">
                  <a:lumMod val="10000"/>
                  <a:lumOff val="90000"/>
                </a:schemeClr>
              </a:gs>
            </a:gsLst>
            <a:lin ang="5400000" scaled="0"/>
          </a:gradFill>
        </p:grpSpPr>
        <p:sp>
          <p:nvSpPr>
            <p:cNvPr id="4" name="Freeform: Shape 3">
              <a:extLst>
                <a:ext uri="{FF2B5EF4-FFF2-40B4-BE49-F238E27FC236}">
                  <a16:creationId xmlns:a16="http://schemas.microsoft.com/office/drawing/2014/main" id="{7299ACB4-5977-500B-2A66-CD55253C6EEE}"/>
                </a:ext>
              </a:extLst>
            </p:cNvPr>
            <p:cNvSpPr/>
            <p:nvPr/>
          </p:nvSpPr>
          <p:spPr>
            <a:xfrm>
              <a:off x="4968057" y="1684924"/>
              <a:ext cx="2260193" cy="2260194"/>
            </a:xfrm>
            <a:custGeom>
              <a:avLst/>
              <a:gdLst>
                <a:gd name="connsiteX0" fmla="*/ 2260194 w 2260193"/>
                <a:gd name="connsiteY0" fmla="*/ 1130097 h 2260194"/>
                <a:gd name="connsiteX1" fmla="*/ 1130097 w 2260193"/>
                <a:gd name="connsiteY1" fmla="*/ 2260195 h 2260194"/>
                <a:gd name="connsiteX2" fmla="*/ 0 w 2260193"/>
                <a:gd name="connsiteY2" fmla="*/ 1130097 h 2260194"/>
                <a:gd name="connsiteX3" fmla="*/ 1130097 w 2260193"/>
                <a:gd name="connsiteY3" fmla="*/ 0 h 2260194"/>
                <a:gd name="connsiteX4" fmla="*/ 2260194 w 2260193"/>
                <a:gd name="connsiteY4" fmla="*/ 1130097 h 226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0193" h="2260194">
                  <a:moveTo>
                    <a:pt x="2260194" y="1130097"/>
                  </a:moveTo>
                  <a:cubicBezTo>
                    <a:pt x="2260194" y="1754233"/>
                    <a:pt x="1754232" y="2260195"/>
                    <a:pt x="1130097" y="2260195"/>
                  </a:cubicBezTo>
                  <a:cubicBezTo>
                    <a:pt x="505962" y="2260195"/>
                    <a:pt x="0" y="1754233"/>
                    <a:pt x="0" y="1130097"/>
                  </a:cubicBezTo>
                  <a:cubicBezTo>
                    <a:pt x="0" y="505962"/>
                    <a:pt x="505962" y="0"/>
                    <a:pt x="1130097" y="0"/>
                  </a:cubicBezTo>
                  <a:cubicBezTo>
                    <a:pt x="1754232" y="0"/>
                    <a:pt x="2260194" y="505962"/>
                    <a:pt x="2260194" y="1130097"/>
                  </a:cubicBezTo>
                  <a:close/>
                </a:path>
              </a:pathLst>
            </a:custGeom>
            <a:solidFill>
              <a:schemeClr val="accent1">
                <a:lumMod val="40000"/>
                <a:lumOff val="60000"/>
              </a:schemeClr>
            </a:solidFill>
            <a:ln w="12669" cap="flat">
              <a:noFill/>
              <a:prstDash val="solid"/>
              <a:miter/>
            </a:ln>
          </p:spPr>
          <p:txBody>
            <a:bodyPr rtlCol="0" anchor="ctr"/>
            <a:lstStyle/>
            <a:p>
              <a:endParaRPr lang="en-US" noProof="0"/>
            </a:p>
          </p:txBody>
        </p:sp>
        <p:sp>
          <p:nvSpPr>
            <p:cNvPr id="5" name="Freeform: Shape 4">
              <a:extLst>
                <a:ext uri="{FF2B5EF4-FFF2-40B4-BE49-F238E27FC236}">
                  <a16:creationId xmlns:a16="http://schemas.microsoft.com/office/drawing/2014/main" id="{449DE94D-C7DA-C92D-B7E6-823A2B94F4EB}"/>
                </a:ext>
              </a:extLst>
            </p:cNvPr>
            <p:cNvSpPr/>
            <p:nvPr/>
          </p:nvSpPr>
          <p:spPr>
            <a:xfrm>
              <a:off x="5008879" y="1725746"/>
              <a:ext cx="2178548" cy="2178549"/>
            </a:xfrm>
            <a:custGeom>
              <a:avLst/>
              <a:gdLst>
                <a:gd name="connsiteX0" fmla="*/ 2178549 w 2178548"/>
                <a:gd name="connsiteY0" fmla="*/ 1089275 h 2178549"/>
                <a:gd name="connsiteX1" fmla="*/ 1089275 w 2178548"/>
                <a:gd name="connsiteY1" fmla="*/ 2178550 h 2178549"/>
                <a:gd name="connsiteX2" fmla="*/ 0 w 2178548"/>
                <a:gd name="connsiteY2" fmla="*/ 1089275 h 2178549"/>
                <a:gd name="connsiteX3" fmla="*/ 1089275 w 2178548"/>
                <a:gd name="connsiteY3" fmla="*/ 0 h 2178549"/>
                <a:gd name="connsiteX4" fmla="*/ 2178549 w 2178548"/>
                <a:gd name="connsiteY4" fmla="*/ 1089275 h 217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8548" h="2178549">
                  <a:moveTo>
                    <a:pt x="2178549" y="1089275"/>
                  </a:moveTo>
                  <a:cubicBezTo>
                    <a:pt x="2178549" y="1690865"/>
                    <a:pt x="1690864" y="2178550"/>
                    <a:pt x="1089275" y="2178550"/>
                  </a:cubicBezTo>
                  <a:cubicBezTo>
                    <a:pt x="487685" y="2178550"/>
                    <a:pt x="0" y="1690865"/>
                    <a:pt x="0" y="1089275"/>
                  </a:cubicBezTo>
                  <a:cubicBezTo>
                    <a:pt x="0" y="487685"/>
                    <a:pt x="487685" y="0"/>
                    <a:pt x="1089275" y="0"/>
                  </a:cubicBezTo>
                  <a:cubicBezTo>
                    <a:pt x="1690864" y="0"/>
                    <a:pt x="2178549" y="487685"/>
                    <a:pt x="2178549" y="1089275"/>
                  </a:cubicBezTo>
                  <a:close/>
                </a:path>
              </a:pathLst>
            </a:custGeom>
            <a:grpFill/>
            <a:ln w="12669" cap="flat">
              <a:noFill/>
              <a:prstDash val="solid"/>
              <a:miter/>
            </a:ln>
          </p:spPr>
          <p:txBody>
            <a:bodyPr rtlCol="0" anchor="ctr"/>
            <a:lstStyle/>
            <a:p>
              <a:endParaRPr lang="en-US" noProof="0"/>
            </a:p>
          </p:txBody>
        </p:sp>
      </p:grpSp>
      <p:sp>
        <p:nvSpPr>
          <p:cNvPr id="6" name="Freeform: Shape 5">
            <a:extLst>
              <a:ext uri="{FF2B5EF4-FFF2-40B4-BE49-F238E27FC236}">
                <a16:creationId xmlns:a16="http://schemas.microsoft.com/office/drawing/2014/main" id="{9DC7F956-FE43-90CB-75D4-359B1E9D4BA4}"/>
              </a:ext>
            </a:extLst>
          </p:cNvPr>
          <p:cNvSpPr/>
          <p:nvPr/>
        </p:nvSpPr>
        <p:spPr>
          <a:xfrm>
            <a:off x="4175343" y="1387323"/>
            <a:ext cx="1229466" cy="1363297"/>
          </a:xfrm>
          <a:custGeom>
            <a:avLst/>
            <a:gdLst>
              <a:gd name="connsiteX0" fmla="*/ 505942 w 1229466"/>
              <a:gd name="connsiteY0" fmla="*/ 27691 h 1363297"/>
              <a:gd name="connsiteX1" fmla="*/ 170362 w 1229466"/>
              <a:gd name="connsiteY1" fmla="*/ 324098 h 1363297"/>
              <a:gd name="connsiteX2" fmla="*/ 90745 w 1229466"/>
              <a:gd name="connsiteY2" fmla="*/ 461905 h 1363297"/>
              <a:gd name="connsiteX3" fmla="*/ 1874 w 1229466"/>
              <a:gd name="connsiteY3" fmla="*/ 900683 h 1363297"/>
              <a:gd name="connsiteX4" fmla="*/ 57910 w 1229466"/>
              <a:gd name="connsiteY4" fmla="*/ 1024925 h 1363297"/>
              <a:gd name="connsiteX5" fmla="*/ 642102 w 1229466"/>
              <a:gd name="connsiteY5" fmla="*/ 1362281 h 1363297"/>
              <a:gd name="connsiteX6" fmla="*/ 657315 w 1229466"/>
              <a:gd name="connsiteY6" fmla="*/ 1348335 h 1363297"/>
              <a:gd name="connsiteX7" fmla="*/ 657315 w 1229466"/>
              <a:gd name="connsiteY7" fmla="*/ 1348335 h 1363297"/>
              <a:gd name="connsiteX8" fmla="*/ 824788 w 1229466"/>
              <a:gd name="connsiteY8" fmla="*/ 793936 h 1363297"/>
              <a:gd name="connsiteX9" fmla="*/ 1221223 w 1229466"/>
              <a:gd name="connsiteY9" fmla="*/ 371639 h 1363297"/>
              <a:gd name="connsiteX10" fmla="*/ 1221223 w 1229466"/>
              <a:gd name="connsiteY10" fmla="*/ 371639 h 1363297"/>
              <a:gd name="connsiteX11" fmla="*/ 1225660 w 1229466"/>
              <a:gd name="connsiteY11" fmla="*/ 351482 h 1363297"/>
              <a:gd name="connsiteX12" fmla="*/ 641468 w 1229466"/>
              <a:gd name="connsiteY12" fmla="*/ 13999 h 1363297"/>
              <a:gd name="connsiteX13" fmla="*/ 505942 w 1229466"/>
              <a:gd name="connsiteY13" fmla="*/ 27564 h 136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466" h="1363297">
                <a:moveTo>
                  <a:pt x="505942" y="27691"/>
                </a:moveTo>
                <a:lnTo>
                  <a:pt x="170362" y="324098"/>
                </a:lnTo>
                <a:cubicBezTo>
                  <a:pt x="135751" y="354651"/>
                  <a:pt x="100000" y="416645"/>
                  <a:pt x="90745" y="461905"/>
                </a:cubicBezTo>
                <a:lnTo>
                  <a:pt x="1874" y="900683"/>
                </a:lnTo>
                <a:cubicBezTo>
                  <a:pt x="-7254" y="945943"/>
                  <a:pt x="17848" y="1001852"/>
                  <a:pt x="57910" y="1024925"/>
                </a:cubicBezTo>
                <a:lnTo>
                  <a:pt x="642102" y="1362281"/>
                </a:lnTo>
                <a:cubicBezTo>
                  <a:pt x="648567" y="1366084"/>
                  <a:pt x="656681" y="1358731"/>
                  <a:pt x="657315" y="1348335"/>
                </a:cubicBezTo>
                <a:lnTo>
                  <a:pt x="657315" y="1348335"/>
                </a:lnTo>
                <a:cubicBezTo>
                  <a:pt x="668979" y="1159056"/>
                  <a:pt x="723493" y="969397"/>
                  <a:pt x="824788" y="793936"/>
                </a:cubicBezTo>
                <a:cubicBezTo>
                  <a:pt x="926084" y="618476"/>
                  <a:pt x="1063131" y="476484"/>
                  <a:pt x="1221223" y="371639"/>
                </a:cubicBezTo>
                <a:lnTo>
                  <a:pt x="1221223" y="371639"/>
                </a:lnTo>
                <a:cubicBezTo>
                  <a:pt x="1229970" y="365807"/>
                  <a:pt x="1232252" y="355158"/>
                  <a:pt x="1225660" y="351482"/>
                </a:cubicBezTo>
                <a:lnTo>
                  <a:pt x="641468" y="13999"/>
                </a:lnTo>
                <a:cubicBezTo>
                  <a:pt x="601533" y="-9075"/>
                  <a:pt x="540553" y="-2989"/>
                  <a:pt x="505942" y="27564"/>
                </a:cubicBezTo>
                <a:close/>
              </a:path>
            </a:pathLst>
          </a:custGeom>
          <a:solidFill>
            <a:schemeClr val="accent2"/>
          </a:solidFill>
          <a:ln w="12669" cap="flat">
            <a:noFill/>
            <a:prstDash val="solid"/>
            <a:miter/>
          </a:ln>
        </p:spPr>
        <p:txBody>
          <a:bodyPr rtlCol="0" anchor="ctr"/>
          <a:lstStyle/>
          <a:p>
            <a:endParaRPr lang="en-US" noProof="0"/>
          </a:p>
        </p:txBody>
      </p:sp>
      <p:sp>
        <p:nvSpPr>
          <p:cNvPr id="7" name="Freeform: Shape 6">
            <a:extLst>
              <a:ext uri="{FF2B5EF4-FFF2-40B4-BE49-F238E27FC236}">
                <a16:creationId xmlns:a16="http://schemas.microsoft.com/office/drawing/2014/main" id="{16434B18-E092-8B53-BC9E-030E54659374}"/>
              </a:ext>
            </a:extLst>
          </p:cNvPr>
          <p:cNvSpPr/>
          <p:nvPr/>
        </p:nvSpPr>
        <p:spPr>
          <a:xfrm>
            <a:off x="4175430" y="2879595"/>
            <a:ext cx="1229281" cy="1363124"/>
          </a:xfrm>
          <a:custGeom>
            <a:avLst/>
            <a:gdLst>
              <a:gd name="connsiteX0" fmla="*/ 1787 w 1229281"/>
              <a:gd name="connsiteY0" fmla="*/ 462569 h 1363124"/>
              <a:gd name="connsiteX1" fmla="*/ 90658 w 1229281"/>
              <a:gd name="connsiteY1" fmla="*/ 901347 h 1363124"/>
              <a:gd name="connsiteX2" fmla="*/ 170275 w 1229281"/>
              <a:gd name="connsiteY2" fmla="*/ 1039154 h 1363124"/>
              <a:gd name="connsiteX3" fmla="*/ 505855 w 1229281"/>
              <a:gd name="connsiteY3" fmla="*/ 1335561 h 1363124"/>
              <a:gd name="connsiteX4" fmla="*/ 641381 w 1229281"/>
              <a:gd name="connsiteY4" fmla="*/ 1349126 h 1363124"/>
              <a:gd name="connsiteX5" fmla="*/ 1225573 w 1229281"/>
              <a:gd name="connsiteY5" fmla="*/ 1011897 h 1363124"/>
              <a:gd name="connsiteX6" fmla="*/ 1221009 w 1229281"/>
              <a:gd name="connsiteY6" fmla="*/ 991739 h 1363124"/>
              <a:gd name="connsiteX7" fmla="*/ 1221135 w 1229281"/>
              <a:gd name="connsiteY7" fmla="*/ 991739 h 1363124"/>
              <a:gd name="connsiteX8" fmla="*/ 824701 w 1229281"/>
              <a:gd name="connsiteY8" fmla="*/ 569442 h 1363124"/>
              <a:gd name="connsiteX9" fmla="*/ 657228 w 1229281"/>
              <a:gd name="connsiteY9" fmla="*/ 14916 h 1363124"/>
              <a:gd name="connsiteX10" fmla="*/ 657228 w 1229281"/>
              <a:gd name="connsiteY10" fmla="*/ 14916 h 1363124"/>
              <a:gd name="connsiteX11" fmla="*/ 642015 w 1229281"/>
              <a:gd name="connsiteY11" fmla="*/ 971 h 1363124"/>
              <a:gd name="connsiteX12" fmla="*/ 57823 w 1229281"/>
              <a:gd name="connsiteY12" fmla="*/ 338200 h 1363124"/>
              <a:gd name="connsiteX13" fmla="*/ 1914 w 1229281"/>
              <a:gd name="connsiteY13" fmla="*/ 462442 h 1363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281" h="1363124">
                <a:moveTo>
                  <a:pt x="1787" y="462569"/>
                </a:moveTo>
                <a:lnTo>
                  <a:pt x="90658" y="901347"/>
                </a:lnTo>
                <a:cubicBezTo>
                  <a:pt x="99786" y="946606"/>
                  <a:pt x="135664" y="1008601"/>
                  <a:pt x="170275" y="1039154"/>
                </a:cubicBezTo>
                <a:lnTo>
                  <a:pt x="505855" y="1335561"/>
                </a:lnTo>
                <a:cubicBezTo>
                  <a:pt x="540466" y="1366114"/>
                  <a:pt x="601446" y="1372199"/>
                  <a:pt x="641381" y="1349126"/>
                </a:cubicBezTo>
                <a:lnTo>
                  <a:pt x="1225573" y="1011897"/>
                </a:lnTo>
                <a:cubicBezTo>
                  <a:pt x="1232038" y="1008220"/>
                  <a:pt x="1229756" y="997444"/>
                  <a:pt x="1221009" y="991739"/>
                </a:cubicBezTo>
                <a:lnTo>
                  <a:pt x="1221135" y="991739"/>
                </a:lnTo>
                <a:cubicBezTo>
                  <a:pt x="1063044" y="886767"/>
                  <a:pt x="925997" y="744903"/>
                  <a:pt x="824701" y="569442"/>
                </a:cubicBezTo>
                <a:cubicBezTo>
                  <a:pt x="723406" y="393982"/>
                  <a:pt x="669018" y="204322"/>
                  <a:pt x="657228" y="14916"/>
                </a:cubicBezTo>
                <a:lnTo>
                  <a:pt x="657228" y="14916"/>
                </a:lnTo>
                <a:cubicBezTo>
                  <a:pt x="656594" y="4520"/>
                  <a:pt x="648480" y="-2706"/>
                  <a:pt x="642015" y="971"/>
                </a:cubicBezTo>
                <a:lnTo>
                  <a:pt x="57823" y="338200"/>
                </a:lnTo>
                <a:cubicBezTo>
                  <a:pt x="17888" y="361273"/>
                  <a:pt x="-7341" y="417182"/>
                  <a:pt x="1914" y="462442"/>
                </a:cubicBezTo>
                <a:close/>
              </a:path>
            </a:pathLst>
          </a:custGeom>
          <a:solidFill>
            <a:schemeClr val="accent3"/>
          </a:solidFill>
          <a:ln w="12669" cap="flat">
            <a:noFill/>
            <a:prstDash val="solid"/>
            <a:miter/>
          </a:ln>
        </p:spPr>
        <p:txBody>
          <a:bodyPr rtlCol="0" anchor="ctr"/>
          <a:lstStyle/>
          <a:p>
            <a:endParaRPr lang="en-US" noProof="0"/>
          </a:p>
        </p:txBody>
      </p:sp>
      <p:sp>
        <p:nvSpPr>
          <p:cNvPr id="8" name="Freeform: Shape 7">
            <a:extLst>
              <a:ext uri="{FF2B5EF4-FFF2-40B4-BE49-F238E27FC236}">
                <a16:creationId xmlns:a16="http://schemas.microsoft.com/office/drawing/2014/main" id="{8161F712-53B0-754B-9E26-8F8DF358D9A6}"/>
              </a:ext>
            </a:extLst>
          </p:cNvPr>
          <p:cNvSpPr/>
          <p:nvPr/>
        </p:nvSpPr>
        <p:spPr>
          <a:xfrm>
            <a:off x="6791849" y="1387450"/>
            <a:ext cx="1229495" cy="1363251"/>
          </a:xfrm>
          <a:custGeom>
            <a:avLst/>
            <a:gdLst>
              <a:gd name="connsiteX0" fmla="*/ 1227368 w 1229495"/>
              <a:gd name="connsiteY0" fmla="*/ 900556 h 1363251"/>
              <a:gd name="connsiteX1" fmla="*/ 1138496 w 1229495"/>
              <a:gd name="connsiteY1" fmla="*/ 461778 h 1363251"/>
              <a:gd name="connsiteX2" fmla="*/ 1059007 w 1229495"/>
              <a:gd name="connsiteY2" fmla="*/ 323971 h 1363251"/>
              <a:gd name="connsiteX3" fmla="*/ 723426 w 1229495"/>
              <a:gd name="connsiteY3" fmla="*/ 27564 h 1363251"/>
              <a:gd name="connsiteX4" fmla="*/ 587901 w 1229495"/>
              <a:gd name="connsiteY4" fmla="*/ 13999 h 1363251"/>
              <a:gd name="connsiteX5" fmla="*/ 3709 w 1229495"/>
              <a:gd name="connsiteY5" fmla="*/ 351355 h 1363251"/>
              <a:gd name="connsiteX6" fmla="*/ 8273 w 1229495"/>
              <a:gd name="connsiteY6" fmla="*/ 371512 h 1363251"/>
              <a:gd name="connsiteX7" fmla="*/ 8146 w 1229495"/>
              <a:gd name="connsiteY7" fmla="*/ 371512 h 1363251"/>
              <a:gd name="connsiteX8" fmla="*/ 404580 w 1229495"/>
              <a:gd name="connsiteY8" fmla="*/ 793809 h 1363251"/>
              <a:gd name="connsiteX9" fmla="*/ 572053 w 1229495"/>
              <a:gd name="connsiteY9" fmla="*/ 1348335 h 1363251"/>
              <a:gd name="connsiteX10" fmla="*/ 572180 w 1229495"/>
              <a:gd name="connsiteY10" fmla="*/ 1348335 h 1363251"/>
              <a:gd name="connsiteX11" fmla="*/ 587393 w 1229495"/>
              <a:gd name="connsiteY11" fmla="*/ 1362281 h 1363251"/>
              <a:gd name="connsiteX12" fmla="*/ 1171585 w 1229495"/>
              <a:gd name="connsiteY12" fmla="*/ 1024925 h 1363251"/>
              <a:gd name="connsiteX13" fmla="*/ 1227621 w 1229495"/>
              <a:gd name="connsiteY13" fmla="*/ 900683 h 1363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495" h="1363251">
                <a:moveTo>
                  <a:pt x="1227368" y="900556"/>
                </a:moveTo>
                <a:lnTo>
                  <a:pt x="1138496" y="461778"/>
                </a:lnTo>
                <a:cubicBezTo>
                  <a:pt x="1129368" y="416519"/>
                  <a:pt x="1093617" y="354524"/>
                  <a:pt x="1059007" y="323971"/>
                </a:cubicBezTo>
                <a:lnTo>
                  <a:pt x="723426" y="27564"/>
                </a:lnTo>
                <a:cubicBezTo>
                  <a:pt x="688816" y="-2989"/>
                  <a:pt x="627836" y="-9075"/>
                  <a:pt x="587901" y="13999"/>
                </a:cubicBezTo>
                <a:lnTo>
                  <a:pt x="3709" y="351355"/>
                </a:lnTo>
                <a:cubicBezTo>
                  <a:pt x="-2757" y="355158"/>
                  <a:pt x="-475" y="365807"/>
                  <a:pt x="8273" y="371512"/>
                </a:cubicBezTo>
                <a:lnTo>
                  <a:pt x="8146" y="371512"/>
                </a:lnTo>
                <a:cubicBezTo>
                  <a:pt x="166238" y="476484"/>
                  <a:pt x="303284" y="618349"/>
                  <a:pt x="404580" y="793809"/>
                </a:cubicBezTo>
                <a:cubicBezTo>
                  <a:pt x="505875" y="969270"/>
                  <a:pt x="560263" y="1158929"/>
                  <a:pt x="572053" y="1348335"/>
                </a:cubicBezTo>
                <a:lnTo>
                  <a:pt x="572180" y="1348335"/>
                </a:lnTo>
                <a:cubicBezTo>
                  <a:pt x="572814" y="1358731"/>
                  <a:pt x="580928" y="1365958"/>
                  <a:pt x="587393" y="1362281"/>
                </a:cubicBezTo>
                <a:lnTo>
                  <a:pt x="1171585" y="1024925"/>
                </a:lnTo>
                <a:cubicBezTo>
                  <a:pt x="1211647" y="1001852"/>
                  <a:pt x="1236749" y="945943"/>
                  <a:pt x="1227621" y="900683"/>
                </a:cubicBezTo>
                <a:close/>
              </a:path>
            </a:pathLst>
          </a:custGeom>
          <a:solidFill>
            <a:schemeClr val="accent2"/>
          </a:solidFill>
          <a:ln w="12669" cap="flat">
            <a:noFill/>
            <a:prstDash val="solid"/>
            <a:miter/>
          </a:ln>
        </p:spPr>
        <p:txBody>
          <a:bodyPr rtlCol="0" anchor="ctr"/>
          <a:lstStyle/>
          <a:p>
            <a:endParaRPr lang="en-US" noProof="0"/>
          </a:p>
        </p:txBody>
      </p:sp>
      <p:sp>
        <p:nvSpPr>
          <p:cNvPr id="9" name="Freeform: Shape 8">
            <a:extLst>
              <a:ext uri="{FF2B5EF4-FFF2-40B4-BE49-F238E27FC236}">
                <a16:creationId xmlns:a16="http://schemas.microsoft.com/office/drawing/2014/main" id="{8BC0931F-6D58-2054-1E62-154E72C7432B}"/>
              </a:ext>
            </a:extLst>
          </p:cNvPr>
          <p:cNvSpPr/>
          <p:nvPr/>
        </p:nvSpPr>
        <p:spPr>
          <a:xfrm>
            <a:off x="6791553" y="2879549"/>
            <a:ext cx="1229538" cy="1363171"/>
          </a:xfrm>
          <a:custGeom>
            <a:avLst/>
            <a:gdLst>
              <a:gd name="connsiteX0" fmla="*/ 723596 w 1229538"/>
              <a:gd name="connsiteY0" fmla="*/ 1335607 h 1363171"/>
              <a:gd name="connsiteX1" fmla="*/ 1059177 w 1229538"/>
              <a:gd name="connsiteY1" fmla="*/ 1039200 h 1363171"/>
              <a:gd name="connsiteX2" fmla="*/ 1138793 w 1229538"/>
              <a:gd name="connsiteY2" fmla="*/ 901393 h 1363171"/>
              <a:gd name="connsiteX3" fmla="*/ 1227664 w 1229538"/>
              <a:gd name="connsiteY3" fmla="*/ 462615 h 1363171"/>
              <a:gd name="connsiteX4" fmla="*/ 1171628 w 1229538"/>
              <a:gd name="connsiteY4" fmla="*/ 338373 h 1363171"/>
              <a:gd name="connsiteX5" fmla="*/ 587436 w 1229538"/>
              <a:gd name="connsiteY5" fmla="*/ 1017 h 1363171"/>
              <a:gd name="connsiteX6" fmla="*/ 572223 w 1229538"/>
              <a:gd name="connsiteY6" fmla="*/ 14962 h 1363171"/>
              <a:gd name="connsiteX7" fmla="*/ 572096 w 1229538"/>
              <a:gd name="connsiteY7" fmla="*/ 14962 h 1363171"/>
              <a:gd name="connsiteX8" fmla="*/ 404623 w 1229538"/>
              <a:gd name="connsiteY8" fmla="*/ 569362 h 1363171"/>
              <a:gd name="connsiteX9" fmla="*/ 8189 w 1229538"/>
              <a:gd name="connsiteY9" fmla="*/ 991659 h 1363171"/>
              <a:gd name="connsiteX10" fmla="*/ 8189 w 1229538"/>
              <a:gd name="connsiteY10" fmla="*/ 991659 h 1363171"/>
              <a:gd name="connsiteX11" fmla="*/ 3752 w 1229538"/>
              <a:gd name="connsiteY11" fmla="*/ 1011816 h 1363171"/>
              <a:gd name="connsiteX12" fmla="*/ 587944 w 1229538"/>
              <a:gd name="connsiteY12" fmla="*/ 1349172 h 1363171"/>
              <a:gd name="connsiteX13" fmla="*/ 723469 w 1229538"/>
              <a:gd name="connsiteY13" fmla="*/ 1335607 h 136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538" h="1363171">
                <a:moveTo>
                  <a:pt x="723596" y="1335607"/>
                </a:moveTo>
                <a:lnTo>
                  <a:pt x="1059177" y="1039200"/>
                </a:lnTo>
                <a:cubicBezTo>
                  <a:pt x="1093787" y="1008647"/>
                  <a:pt x="1129538" y="946652"/>
                  <a:pt x="1138793" y="901393"/>
                </a:cubicBezTo>
                <a:lnTo>
                  <a:pt x="1227664" y="462615"/>
                </a:lnTo>
                <a:cubicBezTo>
                  <a:pt x="1236792" y="417355"/>
                  <a:pt x="1211690" y="361446"/>
                  <a:pt x="1171628" y="338373"/>
                </a:cubicBezTo>
                <a:lnTo>
                  <a:pt x="587436" y="1017"/>
                </a:lnTo>
                <a:cubicBezTo>
                  <a:pt x="580971" y="-2786"/>
                  <a:pt x="572857" y="4567"/>
                  <a:pt x="572223" y="14962"/>
                </a:cubicBezTo>
                <a:lnTo>
                  <a:pt x="572096" y="14962"/>
                </a:lnTo>
                <a:cubicBezTo>
                  <a:pt x="560433" y="204242"/>
                  <a:pt x="505918" y="393901"/>
                  <a:pt x="404623" y="569362"/>
                </a:cubicBezTo>
                <a:cubicBezTo>
                  <a:pt x="303327" y="744822"/>
                  <a:pt x="166281" y="886813"/>
                  <a:pt x="8189" y="991659"/>
                </a:cubicBezTo>
                <a:lnTo>
                  <a:pt x="8189" y="991659"/>
                </a:lnTo>
                <a:cubicBezTo>
                  <a:pt x="-559" y="997490"/>
                  <a:pt x="-2714" y="1008140"/>
                  <a:pt x="3752" y="1011816"/>
                </a:cubicBezTo>
                <a:lnTo>
                  <a:pt x="587944" y="1349172"/>
                </a:lnTo>
                <a:cubicBezTo>
                  <a:pt x="627879" y="1372246"/>
                  <a:pt x="688859" y="1366160"/>
                  <a:pt x="723469" y="1335607"/>
                </a:cubicBezTo>
                <a:close/>
              </a:path>
            </a:pathLst>
          </a:custGeom>
          <a:solidFill>
            <a:schemeClr val="accent3"/>
          </a:solidFill>
          <a:ln w="12669" cap="flat">
            <a:noFill/>
            <a:prstDash val="solid"/>
            <a:miter/>
          </a:ln>
        </p:spPr>
        <p:txBody>
          <a:bodyPr rtlCol="0" anchor="ctr"/>
          <a:lstStyle/>
          <a:p>
            <a:endParaRPr lang="en-US" noProof="0"/>
          </a:p>
        </p:txBody>
      </p:sp>
      <p:sp>
        <p:nvSpPr>
          <p:cNvPr id="10" name="Freeform: Shape 9">
            <a:extLst>
              <a:ext uri="{FF2B5EF4-FFF2-40B4-BE49-F238E27FC236}">
                <a16:creationId xmlns:a16="http://schemas.microsoft.com/office/drawing/2014/main" id="{0653640E-2905-B478-DEE7-A9DF0D6F557E}"/>
              </a:ext>
            </a:extLst>
          </p:cNvPr>
          <p:cNvSpPr/>
          <p:nvPr/>
        </p:nvSpPr>
        <p:spPr>
          <a:xfrm>
            <a:off x="5514596" y="3948720"/>
            <a:ext cx="1167115" cy="946978"/>
          </a:xfrm>
          <a:custGeom>
            <a:avLst/>
            <a:gdLst>
              <a:gd name="connsiteX0" fmla="*/ 79490 w 1167115"/>
              <a:gd name="connsiteY0" fmla="*/ 793578 h 946978"/>
              <a:gd name="connsiteX1" fmla="*/ 503942 w 1167115"/>
              <a:gd name="connsiteY1" fmla="*/ 935949 h 946978"/>
              <a:gd name="connsiteX2" fmla="*/ 663048 w 1167115"/>
              <a:gd name="connsiteY2" fmla="*/ 935949 h 946978"/>
              <a:gd name="connsiteX3" fmla="*/ 1087500 w 1167115"/>
              <a:gd name="connsiteY3" fmla="*/ 793578 h 946978"/>
              <a:gd name="connsiteX4" fmla="*/ 1167116 w 1167115"/>
              <a:gd name="connsiteY4" fmla="*/ 682900 h 946978"/>
              <a:gd name="connsiteX5" fmla="*/ 1167116 w 1167115"/>
              <a:gd name="connsiteY5" fmla="*/ 8316 h 946978"/>
              <a:gd name="connsiteX6" fmla="*/ 1147465 w 1167115"/>
              <a:gd name="connsiteY6" fmla="*/ 2231 h 946978"/>
              <a:gd name="connsiteX7" fmla="*/ 1147465 w 1167115"/>
              <a:gd name="connsiteY7" fmla="*/ 2231 h 946978"/>
              <a:gd name="connsiteX8" fmla="*/ 583558 w 1167115"/>
              <a:gd name="connsiteY8" fmla="*/ 134333 h 946978"/>
              <a:gd name="connsiteX9" fmla="*/ 19651 w 1167115"/>
              <a:gd name="connsiteY9" fmla="*/ 2104 h 946978"/>
              <a:gd name="connsiteX10" fmla="*/ 19651 w 1167115"/>
              <a:gd name="connsiteY10" fmla="*/ 2104 h 946978"/>
              <a:gd name="connsiteX11" fmla="*/ 0 w 1167115"/>
              <a:gd name="connsiteY11" fmla="*/ 8443 h 946978"/>
              <a:gd name="connsiteX12" fmla="*/ 0 w 1167115"/>
              <a:gd name="connsiteY12" fmla="*/ 683027 h 946978"/>
              <a:gd name="connsiteX13" fmla="*/ 79616 w 1167115"/>
              <a:gd name="connsiteY13" fmla="*/ 793578 h 94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7115" h="946978">
                <a:moveTo>
                  <a:pt x="79490" y="793578"/>
                </a:moveTo>
                <a:lnTo>
                  <a:pt x="503942" y="935949"/>
                </a:lnTo>
                <a:cubicBezTo>
                  <a:pt x="547680" y="950655"/>
                  <a:pt x="619309" y="950655"/>
                  <a:pt x="663048" y="935949"/>
                </a:cubicBezTo>
                <a:lnTo>
                  <a:pt x="1087500" y="793578"/>
                </a:lnTo>
                <a:cubicBezTo>
                  <a:pt x="1131238" y="778871"/>
                  <a:pt x="1167116" y="729048"/>
                  <a:pt x="1167116" y="682900"/>
                </a:cubicBezTo>
                <a:lnTo>
                  <a:pt x="1167116" y="8316"/>
                </a:lnTo>
                <a:cubicBezTo>
                  <a:pt x="1167116" y="836"/>
                  <a:pt x="1156720" y="-2587"/>
                  <a:pt x="1147465" y="2231"/>
                </a:cubicBezTo>
                <a:lnTo>
                  <a:pt x="1147465" y="2231"/>
                </a:lnTo>
                <a:cubicBezTo>
                  <a:pt x="977583" y="86664"/>
                  <a:pt x="786149" y="134333"/>
                  <a:pt x="583558" y="134333"/>
                </a:cubicBezTo>
                <a:cubicBezTo>
                  <a:pt x="380967" y="134333"/>
                  <a:pt x="189533" y="86664"/>
                  <a:pt x="19651" y="2104"/>
                </a:cubicBezTo>
                <a:lnTo>
                  <a:pt x="19651" y="2104"/>
                </a:lnTo>
                <a:cubicBezTo>
                  <a:pt x="10269" y="-2460"/>
                  <a:pt x="0" y="963"/>
                  <a:pt x="0" y="8443"/>
                </a:cubicBezTo>
                <a:lnTo>
                  <a:pt x="0" y="683027"/>
                </a:lnTo>
                <a:cubicBezTo>
                  <a:pt x="0" y="729174"/>
                  <a:pt x="35751" y="778871"/>
                  <a:pt x="79616" y="793578"/>
                </a:cubicBezTo>
                <a:close/>
              </a:path>
            </a:pathLst>
          </a:custGeom>
          <a:solidFill>
            <a:schemeClr val="accent2"/>
          </a:solidFill>
          <a:ln w="12669" cap="flat">
            <a:noFill/>
            <a:prstDash val="solid"/>
            <a:miter/>
          </a:ln>
        </p:spPr>
        <p:txBody>
          <a:bodyPr rtlCol="0" anchor="ctr"/>
          <a:lstStyle/>
          <a:p>
            <a:endParaRPr lang="en-US" noProof="0"/>
          </a:p>
        </p:txBody>
      </p:sp>
      <p:sp>
        <p:nvSpPr>
          <p:cNvPr id="11" name="TextBox 18">
            <a:extLst>
              <a:ext uri="{FF2B5EF4-FFF2-40B4-BE49-F238E27FC236}">
                <a16:creationId xmlns:a16="http://schemas.microsoft.com/office/drawing/2014/main" id="{3EC09318-DEA0-8611-6755-F40E2592B340}"/>
              </a:ext>
            </a:extLst>
          </p:cNvPr>
          <p:cNvSpPr txBox="1"/>
          <p:nvPr/>
        </p:nvSpPr>
        <p:spPr>
          <a:xfrm>
            <a:off x="1625530" y="171489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solidFill>
                  <a:srgbClr val="000000"/>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12" name="TextBox 19">
            <a:extLst>
              <a:ext uri="{FF2B5EF4-FFF2-40B4-BE49-F238E27FC236}">
                <a16:creationId xmlns:a16="http://schemas.microsoft.com/office/drawing/2014/main" id="{A40734F1-2925-53F5-516D-0CA0FF2CFEA2}"/>
              </a:ext>
            </a:extLst>
          </p:cNvPr>
          <p:cNvSpPr txBox="1"/>
          <p:nvPr/>
        </p:nvSpPr>
        <p:spPr>
          <a:xfrm>
            <a:off x="1625530" y="138732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solidFill>
                  <a:srgbClr val="000000"/>
                </a:solidFill>
                <a:latin typeface="+mj-lt"/>
                <a:cs typeface="Poppins SemiBold" panose="02000000000000000000" pitchFamily="2" charset="0"/>
              </a:rPr>
              <a:t>Title</a:t>
            </a:r>
          </a:p>
        </p:txBody>
      </p:sp>
      <p:sp>
        <p:nvSpPr>
          <p:cNvPr id="13" name="TextBox 18">
            <a:extLst>
              <a:ext uri="{FF2B5EF4-FFF2-40B4-BE49-F238E27FC236}">
                <a16:creationId xmlns:a16="http://schemas.microsoft.com/office/drawing/2014/main" id="{C5A16EAD-9B4D-ECEF-7D3D-F29258148CE8}"/>
              </a:ext>
            </a:extLst>
          </p:cNvPr>
          <p:cNvSpPr txBox="1"/>
          <p:nvPr/>
        </p:nvSpPr>
        <p:spPr>
          <a:xfrm>
            <a:off x="1625530" y="371514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200">
                <a:solidFill>
                  <a:srgbClr val="000000"/>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14" name="TextBox 19">
            <a:extLst>
              <a:ext uri="{FF2B5EF4-FFF2-40B4-BE49-F238E27FC236}">
                <a16:creationId xmlns:a16="http://schemas.microsoft.com/office/drawing/2014/main" id="{BA097A58-7688-0DFF-F96E-C863C913CDD2}"/>
              </a:ext>
            </a:extLst>
          </p:cNvPr>
          <p:cNvSpPr txBox="1"/>
          <p:nvPr/>
        </p:nvSpPr>
        <p:spPr>
          <a:xfrm>
            <a:off x="1625530" y="338757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600" b="1">
                <a:solidFill>
                  <a:srgbClr val="000000"/>
                </a:solidFill>
                <a:latin typeface="+mj-lt"/>
                <a:cs typeface="Poppins SemiBold" panose="02000000000000000000" pitchFamily="2" charset="0"/>
              </a:rPr>
              <a:t>Title</a:t>
            </a:r>
          </a:p>
        </p:txBody>
      </p:sp>
      <p:sp>
        <p:nvSpPr>
          <p:cNvPr id="15" name="TextBox 18">
            <a:extLst>
              <a:ext uri="{FF2B5EF4-FFF2-40B4-BE49-F238E27FC236}">
                <a16:creationId xmlns:a16="http://schemas.microsoft.com/office/drawing/2014/main" id="{EDE67BEE-CE88-E224-CEBA-226B49A3C79D}"/>
              </a:ext>
            </a:extLst>
          </p:cNvPr>
          <p:cNvSpPr txBox="1"/>
          <p:nvPr/>
        </p:nvSpPr>
        <p:spPr>
          <a:xfrm>
            <a:off x="5008879" y="539154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a:solidFill>
                  <a:srgbClr val="000000"/>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16" name="TextBox 19">
            <a:extLst>
              <a:ext uri="{FF2B5EF4-FFF2-40B4-BE49-F238E27FC236}">
                <a16:creationId xmlns:a16="http://schemas.microsoft.com/office/drawing/2014/main" id="{AC9FF2BB-89E8-2150-39C5-DF1558D2E6E3}"/>
              </a:ext>
            </a:extLst>
          </p:cNvPr>
          <p:cNvSpPr txBox="1"/>
          <p:nvPr/>
        </p:nvSpPr>
        <p:spPr>
          <a:xfrm>
            <a:off x="5008879" y="506397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rgbClr val="000000"/>
                </a:solidFill>
                <a:latin typeface="+mj-lt"/>
                <a:cs typeface="Poppins SemiBold" panose="02000000000000000000" pitchFamily="2" charset="0"/>
              </a:rPr>
              <a:t>Title</a:t>
            </a:r>
          </a:p>
        </p:txBody>
      </p:sp>
      <p:sp>
        <p:nvSpPr>
          <p:cNvPr id="17" name="TextBox 18">
            <a:extLst>
              <a:ext uri="{FF2B5EF4-FFF2-40B4-BE49-F238E27FC236}">
                <a16:creationId xmlns:a16="http://schemas.microsoft.com/office/drawing/2014/main" id="{94B6D6E3-4964-343E-8A68-7E249FA677BE}"/>
              </a:ext>
            </a:extLst>
          </p:cNvPr>
          <p:cNvSpPr txBox="1"/>
          <p:nvPr/>
        </p:nvSpPr>
        <p:spPr>
          <a:xfrm>
            <a:off x="8226355" y="171489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rgbClr val="000000"/>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18" name="TextBox 19">
            <a:extLst>
              <a:ext uri="{FF2B5EF4-FFF2-40B4-BE49-F238E27FC236}">
                <a16:creationId xmlns:a16="http://schemas.microsoft.com/office/drawing/2014/main" id="{11B3E6C0-0EB1-07DD-82A7-078293B717C4}"/>
              </a:ext>
            </a:extLst>
          </p:cNvPr>
          <p:cNvSpPr txBox="1"/>
          <p:nvPr/>
        </p:nvSpPr>
        <p:spPr>
          <a:xfrm>
            <a:off x="8226355" y="138732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000000"/>
                </a:solidFill>
                <a:latin typeface="+mj-lt"/>
                <a:cs typeface="Poppins SemiBold" panose="02000000000000000000" pitchFamily="2" charset="0"/>
              </a:rPr>
              <a:t>Title</a:t>
            </a:r>
          </a:p>
        </p:txBody>
      </p:sp>
      <p:sp>
        <p:nvSpPr>
          <p:cNvPr id="19" name="TextBox 18">
            <a:extLst>
              <a:ext uri="{FF2B5EF4-FFF2-40B4-BE49-F238E27FC236}">
                <a16:creationId xmlns:a16="http://schemas.microsoft.com/office/drawing/2014/main" id="{95CE6DA6-BAF8-D7E7-DA62-2A9352CE0406}"/>
              </a:ext>
            </a:extLst>
          </p:cNvPr>
          <p:cNvSpPr txBox="1"/>
          <p:nvPr/>
        </p:nvSpPr>
        <p:spPr>
          <a:xfrm>
            <a:off x="8226355" y="3715142"/>
            <a:ext cx="2214744" cy="553998"/>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rgbClr val="000000"/>
                </a:solidFill>
                <a:ea typeface="Open Sans Light" panose="020B0306030504020204" pitchFamily="34" charset="0"/>
                <a:cs typeface="Open Sans Light" panose="020B0306030504020204" pitchFamily="34" charset="0"/>
              </a:rPr>
              <a:t>Insert some explanations, information and data about the title here. </a:t>
            </a:r>
          </a:p>
        </p:txBody>
      </p:sp>
      <p:sp>
        <p:nvSpPr>
          <p:cNvPr id="20" name="TextBox 19">
            <a:extLst>
              <a:ext uri="{FF2B5EF4-FFF2-40B4-BE49-F238E27FC236}">
                <a16:creationId xmlns:a16="http://schemas.microsoft.com/office/drawing/2014/main" id="{CB49DC8B-5CAA-69D1-8E44-37C73EC5CE5E}"/>
              </a:ext>
            </a:extLst>
          </p:cNvPr>
          <p:cNvSpPr txBox="1"/>
          <p:nvPr/>
        </p:nvSpPr>
        <p:spPr>
          <a:xfrm>
            <a:off x="8226355" y="3387573"/>
            <a:ext cx="2214744" cy="246221"/>
          </a:xfrm>
          <a:prstGeom prst="rect">
            <a:avLst/>
          </a:prstGeom>
          <a:noFill/>
          <a:ln>
            <a:noFill/>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000000"/>
                </a:solidFill>
                <a:latin typeface="+mj-lt"/>
                <a:cs typeface="Poppins SemiBold" panose="02000000000000000000" pitchFamily="2" charset="0"/>
              </a:rPr>
              <a:t>Title</a:t>
            </a:r>
          </a:p>
        </p:txBody>
      </p:sp>
    </p:spTree>
    <p:extLst>
      <p:ext uri="{BB962C8B-B14F-4D97-AF65-F5344CB8AC3E}">
        <p14:creationId xmlns:p14="http://schemas.microsoft.com/office/powerpoint/2010/main" val="16706862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8071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NEW BRAND Milestone Colors">
      <a:dk1>
        <a:srgbClr val="00172F"/>
      </a:dk1>
      <a:lt1>
        <a:sysClr val="window" lastClr="FFFFFF"/>
      </a:lt1>
      <a:dk2>
        <a:srgbClr val="092C53"/>
      </a:dk2>
      <a:lt2>
        <a:srgbClr val="C6DBDF"/>
      </a:lt2>
      <a:accent1>
        <a:srgbClr val="184476"/>
      </a:accent1>
      <a:accent2>
        <a:srgbClr val="FBCD3A"/>
      </a:accent2>
      <a:accent3>
        <a:srgbClr val="1B76B8"/>
      </a:accent3>
      <a:accent4>
        <a:srgbClr val="E8E8E8"/>
      </a:accent4>
      <a:accent5>
        <a:srgbClr val="F9A619"/>
      </a:accent5>
      <a:accent6>
        <a:srgbClr val="EE2650"/>
      </a:accent6>
      <a:hlink>
        <a:srgbClr val="184476"/>
      </a:hlink>
      <a:folHlink>
        <a:srgbClr val="C6DBDF"/>
      </a:folHlink>
    </a:clrScheme>
    <a:fontScheme name="Custom 4">
      <a:majorFont>
        <a:latin typeface="Microsoft Sans Serif"/>
        <a:ea typeface=""/>
        <a:cs typeface=""/>
      </a:majorFont>
      <a:minorFont>
        <a:latin typeface="Trade Gothic N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lestone Corporate PowerPoint Template 2024.potx" id="{DDDF34B6-F925-4B69-B461-99D5C9FA458B}" vid="{CB920B5D-CE7A-4C2F-8C54-1F8D8769B49E}"/>
    </a:ext>
  </a:extLst>
</a:theme>
</file>

<file path=ppt/theme/theme2.xml><?xml version="1.0" encoding="utf-8"?>
<a:theme xmlns:a="http://schemas.openxmlformats.org/drawingml/2006/main" name="2_Office Theme">
  <a:themeElements>
    <a:clrScheme name="NEW BRAND Milestone Colors">
      <a:dk1>
        <a:srgbClr val="00172F"/>
      </a:dk1>
      <a:lt1>
        <a:sysClr val="window" lastClr="FFFFFF"/>
      </a:lt1>
      <a:dk2>
        <a:srgbClr val="092C53"/>
      </a:dk2>
      <a:lt2>
        <a:srgbClr val="C6DBDF"/>
      </a:lt2>
      <a:accent1>
        <a:srgbClr val="184476"/>
      </a:accent1>
      <a:accent2>
        <a:srgbClr val="FBCD3A"/>
      </a:accent2>
      <a:accent3>
        <a:srgbClr val="1B76B8"/>
      </a:accent3>
      <a:accent4>
        <a:srgbClr val="E8E8E8"/>
      </a:accent4>
      <a:accent5>
        <a:srgbClr val="F9A619"/>
      </a:accent5>
      <a:accent6>
        <a:srgbClr val="EE2650"/>
      </a:accent6>
      <a:hlink>
        <a:srgbClr val="184476"/>
      </a:hlink>
      <a:folHlink>
        <a:srgbClr val="C6DBDF"/>
      </a:folHlink>
    </a:clrScheme>
    <a:fontScheme name="Custom 4">
      <a:majorFont>
        <a:latin typeface="Microsoft Sans Serif"/>
        <a:ea typeface=""/>
        <a:cs typeface=""/>
      </a:majorFont>
      <a:minorFont>
        <a:latin typeface="Trade Gothic N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lestone Corporate PowerPoint Template 2024.potx" id="{DDDF34B6-F925-4B69-B461-99D5C9FA458B}" vid="{CB920B5D-CE7A-4C2F-8C54-1F8D8769B49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A161388-4FD3-479C-8DCB-116EF87AE734}">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F7848B248E146B4DF6B1C33895653" ma:contentTypeVersion="7" ma:contentTypeDescription="Create a new document." ma:contentTypeScope="" ma:versionID="5fcee1dafb0a6da8b42c2499e165ffeb">
  <xsd:schema xmlns:xsd="http://www.w3.org/2001/XMLSchema" xmlns:xs="http://www.w3.org/2001/XMLSchema" xmlns:p="http://schemas.microsoft.com/office/2006/metadata/properties" xmlns:ns2="9075d962-ffa3-4ad1-b361-6eadbdd67f8a" targetNamespace="http://schemas.microsoft.com/office/2006/metadata/properties" ma:root="true" ma:fieldsID="590260de975af3c3a514d8f008c80622" ns2:_="">
    <xsd:import namespace="9075d962-ffa3-4ad1-b361-6eadbdd67f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75d962-ffa3-4ad1-b361-6eadbdd67f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F6EB86-E48C-4FE9-AFD6-7F7A4EBB0043}">
  <ds:schemaRefs>
    <ds:schemaRef ds:uri="http://schemas.microsoft.com/office/2006/documentManagement/types"/>
    <ds:schemaRef ds:uri="http://purl.org/dc/dcmitype/"/>
    <ds:schemaRef ds:uri="http://purl.org/dc/terms/"/>
    <ds:schemaRef ds:uri="http://purl.org/dc/elements/1.1/"/>
    <ds:schemaRef ds:uri="http://schemas.microsoft.com/office/infopath/2007/PartnerControls"/>
    <ds:schemaRef ds:uri="http://www.w3.org/XML/1998/namespace"/>
    <ds:schemaRef ds:uri="9075d962-ffa3-4ad1-b361-6eadbdd67f8a"/>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55D6B51B-26C7-4202-8136-C03669661883}">
  <ds:schemaRefs>
    <ds:schemaRef ds:uri="9075d962-ffa3-4ad1-b361-6eadbdd67f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74C668-41E4-4661-87A7-2C41CD32974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710</Words>
  <Application>Microsoft Macintosh PowerPoint</Application>
  <PresentationFormat>Widescreen</PresentationFormat>
  <Paragraphs>131</Paragraphs>
  <Slides>24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Lato</vt:lpstr>
      <vt:lpstr>Microsoft Sans Serif</vt:lpstr>
      <vt:lpstr>Open Sans Light</vt:lpstr>
      <vt:lpstr>Trade Gothic Next</vt:lpstr>
      <vt:lpstr>1_Office Theme</vt:lpstr>
      <vt:lpstr>2_Office Theme</vt:lpstr>
      <vt:lpstr>PowerPoint Presentation</vt:lpstr>
      <vt:lpstr>PowerPoint Presentation</vt:lpstr>
      <vt:lpstr>Title of the slide</vt:lpstr>
      <vt:lpstr>PowerPoint Presentation</vt:lpstr>
      <vt:lpstr>PowerPoint Presentation</vt:lpstr>
      <vt:lpstr>PowerPoint Presentation</vt:lpstr>
      <vt:lpstr>PowerPoint Presentation</vt:lpstr>
      <vt:lpstr>PowerPoint Presentation</vt:lpstr>
      <vt:lpstr>Title of the slide</vt:lpstr>
      <vt:lpstr>Separator 1 This is a place holder  for the Separator text</vt:lpstr>
      <vt:lpstr>Title of the Slide</vt:lpstr>
      <vt:lpstr>PowerPoint Presentation</vt:lpstr>
      <vt:lpstr>Title of the Slide</vt:lpstr>
      <vt:lpstr>PowerPoint Presentation</vt:lpstr>
      <vt:lpstr>PowerPoint Presentation</vt:lpstr>
      <vt:lpstr>PowerPoint Presentation</vt:lpstr>
      <vt:lpstr>PowerPoint Presentation</vt:lpstr>
      <vt:lpstr>PowerPoint Presentation</vt:lpstr>
      <vt:lpstr>Title of the slide</vt:lpstr>
      <vt:lpstr>Title of the slide</vt:lpstr>
      <vt:lpstr>Title of the slide</vt:lpstr>
      <vt:lpstr>Title of the slide</vt:lpstr>
      <vt:lpstr>Title of the slide</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Shaik Tasleem Mohammed</dc:creator>
  <cp:keywords>Milestone Technologies</cp:keywords>
  <cp:lastModifiedBy>Kenneth Nathanael</cp:lastModifiedBy>
  <cp:revision>2</cp:revision>
  <dcterms:created xsi:type="dcterms:W3CDTF">2023-09-11T19:54:25Z</dcterms:created>
  <dcterms:modified xsi:type="dcterms:W3CDTF">2026-06-07T14:30:08Z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y fmtid="{D5CDD505-2E9C-101B-9397-08002B2CF9AE}" pid="6" name="ContentTypeId">
    <vt:lpwstr>0x010100122F7848B248E146B4DF6B1C33895653</vt:lpwstr>
  </property>
</Properties>
</file>